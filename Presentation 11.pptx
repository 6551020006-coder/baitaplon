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71" r:id="rId3"/>
    <p:sldId id="259" r:id="rId4"/>
    <p:sldId id="272" r:id="rId5"/>
    <p:sldId id="270" r:id="rId6"/>
    <p:sldId id="258" r:id="rId7"/>
    <p:sldId id="273" r:id="rId8"/>
    <p:sldId id="274" r:id="rId9"/>
    <p:sldId id="260" r:id="rId10"/>
    <p:sldId id="264" r:id="rId11"/>
    <p:sldId id="263" r:id="rId12"/>
    <p:sldId id="277" r:id="rId13"/>
    <p:sldId id="281" r:id="rId14"/>
    <p:sldId id="262" r:id="rId15"/>
    <p:sldId id="282" r:id="rId16"/>
    <p:sldId id="284" r:id="rId17"/>
    <p:sldId id="265" r:id="rId18"/>
    <p:sldId id="287" r:id="rId19"/>
    <p:sldId id="288" r:id="rId20"/>
    <p:sldId id="289" r:id="rId21"/>
    <p:sldId id="290" r:id="rId22"/>
    <p:sldId id="291" r:id="rId23"/>
    <p:sldId id="294" r:id="rId24"/>
    <p:sldId id="266" r:id="rId25"/>
    <p:sldId id="295" r:id="rId26"/>
    <p:sldId id="296" r:id="rId27"/>
    <p:sldId id="269" r:id="rId28"/>
    <p:sldId id="276" r:id="rId29"/>
    <p:sldId id="301" r:id="rId30"/>
    <p:sldId id="297" r:id="rId31"/>
    <p:sldId id="298" r:id="rId32"/>
    <p:sldId id="299" r:id="rId33"/>
    <p:sldId id="300" r:id="rId34"/>
    <p:sldId id="302" r:id="rId35"/>
    <p:sldId id="303" r:id="rId36"/>
    <p:sldId id="304" r:id="rId37"/>
    <p:sldId id="305" r:id="rId38"/>
    <p:sldId id="306" r:id="rId39"/>
    <p:sldId id="307" r:id="rId40"/>
    <p:sldId id="308" r:id="rId41"/>
    <p:sldId id="309" r:id="rId42"/>
    <p:sldId id="310" r:id="rId43"/>
    <p:sldId id="268" r:id="rId44"/>
    <p:sldId id="292" r:id="rId45"/>
    <p:sldId id="311" r:id="rId46"/>
  </p:sldIdLst>
  <p:sldSz cx="12192000" cy="6858000"/>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F9E9A"/>
    <a:srgbClr val="838783"/>
    <a:srgbClr val="E0E0E2"/>
    <a:srgbClr val="D1D1D1"/>
    <a:srgbClr val="0000E6"/>
    <a:srgbClr val="29176D"/>
    <a:srgbClr val="D9D9D9"/>
    <a:srgbClr val="603000"/>
    <a:srgbClr val="868294"/>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E7919D-ADA1-5B66-18EB-E549B5B221DB}" v="161" dt="2025-11-10T12:12:41.435"/>
    <p1510:client id="{222185FD-1661-D16F-CA54-BA385B7C2B80}" v="11" dt="2025-11-09T13:08:15.422"/>
    <p1510:client id="{23D1F118-BCAC-E7DC-619E-3D4708BE0388}" v="481" dt="2025-11-10T17:16:37.373"/>
    <p1510:client id="{2FC7E80D-C94D-DDBF-B762-19A3C99A2154}" v="781" dt="2025-11-09T16:46:31.373"/>
    <p1510:client id="{38F200C0-91FE-9FC5-91BD-F10C2514BAF3}" v="182" dt="2025-11-10T15:59:20.887"/>
    <p1510:client id="{3A084735-FB93-5920-30D6-820F8DBCDBD2}" v="340" dt="2025-11-10T19:47:39.136"/>
    <p1510:client id="{3AA0242F-AE9F-469C-4B48-4F71C00DAA93}" v="3" dt="2025-11-10T01:56:36.131"/>
    <p1510:client id="{57EC4F47-F1EE-5BAA-6704-6A8556763573}" v="3" dt="2025-11-11T11:23:49.003"/>
    <p1510:client id="{89642F98-00BF-9D04-BAA2-6DA1B0C4F95B}" v="580" dt="2025-11-10T04:11:06.765"/>
    <p1510:client id="{9624FD3F-06BB-CA5B-3A9C-BAA9E25F2920}" v="168" dt="2025-11-09T16:54:14.334"/>
    <p1510:client id="{A3C39BC3-4D45-5BB8-F9D7-19F2F3E63338}" v="835" dt="2025-11-10T16:00:55.437"/>
    <p1510:client id="{A4DA7FA6-F019-5E9F-527A-E0F1B5DDC162}" v="760" dt="2025-11-10T19:10:59.021"/>
    <p1510:client id="{B0891D77-BB15-28AC-39D3-B58E0EE78E2E}" v="361" dt="2025-11-09T12:15:09.920"/>
    <p1510:client id="{BD42576C-17D9-7939-21A0-442481FADB09}" v="767" dt="2025-11-10T02:49:25.145"/>
    <p1510:client id="{C0B6D267-3027-3598-D9E8-73FAA03A4A59}" v="29" dt="2025-11-10T13:56:23.145"/>
    <p1510:client id="{D0A8DBFA-1AE2-0E45-2063-8802C18CA4F2}" v="9" dt="2025-11-10T16:02:13.473"/>
    <p1510:client id="{D0CAC7D7-204C-96C2-7055-CA9450CA56B0}" v="148" dt="2025-11-09T11:26:46.313"/>
    <p1510:client id="{D8418577-1074-4D76-AB62-A5F43180921F}" v="176" dt="2025-11-10T01:51:46.046"/>
    <p1510:client id="{EC760D26-D59A-5CA0-EDA4-1363092BA6FC}" v="137" dt="2025-11-10T15:55:57.090"/>
  </p1510:revLst>
</p1510:revInfo>
</file>

<file path=ppt/tableStyles.xml><?xml version="1.0" encoding="utf-8"?>
<a:tblStyleLst xmlns:a="http://schemas.openxmlformats.org/drawingml/2006/main" def="{5C22544A-7EE6-4342-B048-85BDC9FD1C3A}">
  <a:tblStyle styleId="{5C22544A-7EE6-4342-B048-85BDC9FD1C3A}" styleName="Kiểu Trung bình 2 - Màu chủ đề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51"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gười dùng Khách" providerId="Windows Live" clId="Web-{1B17113A-2A11-96DA-D2BB-C2ADE03F4DC9}"/>
    <pc:docChg chg="modSld">
      <pc:chgData name="Người dùng Khách" userId="" providerId="Windows Live" clId="Web-{1B17113A-2A11-96DA-D2BB-C2ADE03F4DC9}" dt="2025-11-07T14:25:54.280" v="715" actId="1076"/>
      <pc:docMkLst>
        <pc:docMk/>
      </pc:docMkLst>
      <pc:sldChg chg="addSp delSp modSp">
        <pc:chgData name="Người dùng Khách" userId="" providerId="Windows Live" clId="Web-{1B17113A-2A11-96DA-D2BB-C2ADE03F4DC9}" dt="2025-11-07T14:23:56.882" v="686" actId="14100"/>
        <pc:sldMkLst>
          <pc:docMk/>
          <pc:sldMk cId="1792338029" sldId="260"/>
        </pc:sldMkLst>
        <pc:spChg chg="mod">
          <ac:chgData name="Người dùng Khách" userId="" providerId="Windows Live" clId="Web-{1B17113A-2A11-96DA-D2BB-C2ADE03F4DC9}" dt="2025-11-07T12:27:14.863" v="119" actId="20577"/>
          <ac:spMkLst>
            <pc:docMk/>
            <pc:sldMk cId="1792338029" sldId="260"/>
            <ac:spMk id="2" creationId="{30F59185-8DD8-8C7E-4A72-546112F8900B}"/>
          </ac:spMkLst>
        </pc:spChg>
      </pc:sldChg>
      <pc:sldChg chg="addSp delSp modSp">
        <pc:chgData name="Người dùng Khách" userId="" providerId="Windows Live" clId="Web-{1B17113A-2A11-96DA-D2BB-C2ADE03F4DC9}" dt="2025-11-07T14:23:09.804" v="674" actId="14100"/>
        <pc:sldMkLst>
          <pc:docMk/>
          <pc:sldMk cId="665655422" sldId="262"/>
        </pc:sldMkLst>
        <pc:spChg chg="mod">
          <ac:chgData name="Người dùng Khách" userId="" providerId="Windows Live" clId="Web-{1B17113A-2A11-96DA-D2BB-C2ADE03F4DC9}" dt="2025-11-07T12:53:43.809" v="273" actId="20577"/>
          <ac:spMkLst>
            <pc:docMk/>
            <pc:sldMk cId="665655422" sldId="262"/>
            <ac:spMk id="2" creationId="{CB764586-A4F2-4E7C-4305-7B88AD341F49}"/>
          </ac:spMkLst>
        </pc:spChg>
        <pc:spChg chg="add mod">
          <ac:chgData name="Người dùng Khách" userId="" providerId="Windows Live" clId="Web-{1B17113A-2A11-96DA-D2BB-C2ADE03F4DC9}" dt="2025-11-07T14:23:09.804" v="674" actId="14100"/>
          <ac:spMkLst>
            <pc:docMk/>
            <pc:sldMk cId="665655422" sldId="262"/>
            <ac:spMk id="4" creationId="{30C28F24-F90D-EF86-2ADC-E3028126A0E2}"/>
          </ac:spMkLst>
        </pc:spChg>
        <pc:spChg chg="mod">
          <ac:chgData name="Người dùng Khách" userId="" providerId="Windows Live" clId="Web-{1B17113A-2A11-96DA-D2BB-C2ADE03F4DC9}" dt="2025-11-07T13:31:17.851" v="495" actId="14100"/>
          <ac:spMkLst>
            <pc:docMk/>
            <pc:sldMk cId="665655422" sldId="262"/>
            <ac:spMk id="5" creationId="{91E58C4E-D400-F7B0-693C-DDFC88C58679}"/>
          </ac:spMkLst>
        </pc:spChg>
      </pc:sldChg>
      <pc:sldChg chg="delSp modSp">
        <pc:chgData name="Người dùng Khách" userId="" providerId="Windows Live" clId="Web-{1B17113A-2A11-96DA-D2BB-C2ADE03F4DC9}" dt="2025-11-07T14:25:54.280" v="715" actId="1076"/>
        <pc:sldMkLst>
          <pc:docMk/>
          <pc:sldMk cId="1521355439" sldId="263"/>
        </pc:sldMkLst>
        <pc:spChg chg="mod">
          <ac:chgData name="Người dùng Khách" userId="" providerId="Windows Live" clId="Web-{1B17113A-2A11-96DA-D2BB-C2ADE03F4DC9}" dt="2025-11-07T13:33:37.791" v="514" actId="20577"/>
          <ac:spMkLst>
            <pc:docMk/>
            <pc:sldMk cId="1521355439" sldId="263"/>
            <ac:spMk id="2" creationId="{16237201-BBEA-F544-F1A4-01B976DCF118}"/>
          </ac:spMkLst>
        </pc:spChg>
        <pc:spChg chg="mod">
          <ac:chgData name="Người dùng Khách" userId="" providerId="Windows Live" clId="Web-{1B17113A-2A11-96DA-D2BB-C2ADE03F4DC9}" dt="2025-11-07T14:25:54.280" v="715" actId="1076"/>
          <ac:spMkLst>
            <pc:docMk/>
            <pc:sldMk cId="1521355439" sldId="263"/>
            <ac:spMk id="4" creationId="{F7E393DB-8409-015B-8166-E5578B0BBEEE}"/>
          </ac:spMkLst>
        </pc:spChg>
        <pc:spChg chg="mod">
          <ac:chgData name="Người dùng Khách" userId="" providerId="Windows Live" clId="Web-{1B17113A-2A11-96DA-D2BB-C2ADE03F4DC9}" dt="2025-11-07T14:25:54.155" v="713" actId="14100"/>
          <ac:spMkLst>
            <pc:docMk/>
            <pc:sldMk cId="1521355439" sldId="263"/>
            <ac:spMk id="5" creationId="{5E322ECC-501E-14E3-03EA-404D2041DDF4}"/>
          </ac:spMkLst>
        </pc:spChg>
      </pc:sldChg>
      <pc:sldChg chg="addSp delSp modSp">
        <pc:chgData name="Người dùng Khách" userId="" providerId="Windows Live" clId="Web-{1B17113A-2A11-96DA-D2BB-C2ADE03F4DC9}" dt="2025-11-07T14:23:55.757" v="684" actId="1076"/>
        <pc:sldMkLst>
          <pc:docMk/>
          <pc:sldMk cId="1620141251" sldId="264"/>
        </pc:sldMkLst>
        <pc:spChg chg="mod">
          <ac:chgData name="Người dùng Khách" userId="" providerId="Windows Live" clId="Web-{1B17113A-2A11-96DA-D2BB-C2ADE03F4DC9}" dt="2025-11-07T14:22:46.116" v="672" actId="20577"/>
          <ac:spMkLst>
            <pc:docMk/>
            <pc:sldMk cId="1620141251" sldId="264"/>
            <ac:spMk id="3" creationId="{C84A3D7E-9FCC-5E8D-8F2E-6ACAB25A8437}"/>
          </ac:spMkLst>
        </pc:spChg>
        <pc:spChg chg="add mod">
          <ac:chgData name="Người dùng Khách" userId="" providerId="Windows Live" clId="Web-{1B17113A-2A11-96DA-D2BB-C2ADE03F4DC9}" dt="2025-11-07T14:23:55.757" v="684" actId="1076"/>
          <ac:spMkLst>
            <pc:docMk/>
            <pc:sldMk cId="1620141251" sldId="264"/>
            <ac:spMk id="6" creationId="{07E13590-977E-CAB6-93CC-42B5ED6FA005}"/>
          </ac:spMkLst>
        </pc:spChg>
      </pc:sldChg>
    </pc:docChg>
  </pc:docChgLst>
  <pc:docChgLst>
    <pc:chgData name="Người dùng Khách" providerId="Windows Live" clId="Web-{B0891D77-BB15-28AC-39D3-B58E0EE78E2E}"/>
    <pc:docChg chg="modSld">
      <pc:chgData name="Người dùng Khách" userId="" providerId="Windows Live" clId="Web-{B0891D77-BB15-28AC-39D3-B58E0EE78E2E}" dt="2025-11-09T12:15:09.920" v="319" actId="1076"/>
      <pc:docMkLst>
        <pc:docMk/>
      </pc:docMkLst>
      <pc:sldChg chg="modSp">
        <pc:chgData name="Người dùng Khách" userId="" providerId="Windows Live" clId="Web-{B0891D77-BB15-28AC-39D3-B58E0EE78E2E}" dt="2025-11-09T12:05:09.631" v="259" actId="1076"/>
        <pc:sldMkLst>
          <pc:docMk/>
          <pc:sldMk cId="169948877" sldId="257"/>
        </pc:sldMkLst>
        <pc:spChg chg="mod">
          <ac:chgData name="Người dùng Khách" userId="" providerId="Windows Live" clId="Web-{B0891D77-BB15-28AC-39D3-B58E0EE78E2E}" dt="2025-11-09T11:51:09.799" v="90" actId="20577"/>
          <ac:spMkLst>
            <pc:docMk/>
            <pc:sldMk cId="169948877" sldId="257"/>
            <ac:spMk id="2" creationId="{9ECA5216-FA23-D335-1FE6-3200BEF9C4D1}"/>
          </ac:spMkLst>
        </pc:spChg>
        <pc:spChg chg="mod">
          <ac:chgData name="Người dùng Khách" userId="" providerId="Windows Live" clId="Web-{B0891D77-BB15-28AC-39D3-B58E0EE78E2E}" dt="2025-11-09T12:04:50.099" v="258" actId="1076"/>
          <ac:spMkLst>
            <pc:docMk/>
            <pc:sldMk cId="169948877" sldId="257"/>
            <ac:spMk id="4" creationId="{B4ED5C1B-858B-E1B2-3B4B-108CC623AF5C}"/>
          </ac:spMkLst>
        </pc:spChg>
        <pc:spChg chg="mod">
          <ac:chgData name="Người dùng Khách" userId="" providerId="Windows Live" clId="Web-{B0891D77-BB15-28AC-39D3-B58E0EE78E2E}" dt="2025-11-09T12:05:09.631" v="259" actId="1076"/>
          <ac:spMkLst>
            <pc:docMk/>
            <pc:sldMk cId="169948877" sldId="257"/>
            <ac:spMk id="10" creationId="{A6E30270-785D-3080-0CE7-2A1E54126695}"/>
          </ac:spMkLst>
        </pc:spChg>
      </pc:sldChg>
      <pc:sldChg chg="addSp delSp modSp">
        <pc:chgData name="Người dùng Khách" userId="" providerId="Windows Live" clId="Web-{B0891D77-BB15-28AC-39D3-B58E0EE78E2E}" dt="2025-11-09T12:15:09.920" v="319" actId="1076"/>
        <pc:sldMkLst>
          <pc:docMk/>
          <pc:sldMk cId="242288225" sldId="258"/>
        </pc:sldMkLst>
        <pc:spChg chg="mod">
          <ac:chgData name="Người dùng Khách" userId="" providerId="Windows Live" clId="Web-{B0891D77-BB15-28AC-39D3-B58E0EE78E2E}" dt="2025-11-09T12:14:38.684" v="313" actId="1076"/>
          <ac:spMkLst>
            <pc:docMk/>
            <pc:sldMk cId="242288225" sldId="258"/>
            <ac:spMk id="4" creationId="{721B1DE3-494B-9784-021D-CC9A6DCAF74E}"/>
          </ac:spMkLst>
        </pc:spChg>
        <pc:spChg chg="add mod">
          <ac:chgData name="Người dùng Khách" userId="" providerId="Windows Live" clId="Web-{B0891D77-BB15-28AC-39D3-B58E0EE78E2E}" dt="2025-11-09T12:14:47.293" v="315" actId="1076"/>
          <ac:spMkLst>
            <pc:docMk/>
            <pc:sldMk cId="242288225" sldId="258"/>
            <ac:spMk id="7" creationId="{A4EEF802-0397-0F40-886C-3B3B2E21E07A}"/>
          </ac:spMkLst>
        </pc:spChg>
        <pc:spChg chg="add mod">
          <ac:chgData name="Người dùng Khách" userId="" providerId="Windows Live" clId="Web-{B0891D77-BB15-28AC-39D3-B58E0EE78E2E}" dt="2025-11-09T12:14:51.934" v="317" actId="20577"/>
          <ac:spMkLst>
            <pc:docMk/>
            <pc:sldMk cId="242288225" sldId="258"/>
            <ac:spMk id="10" creationId="{647730BE-C2BB-2F1F-0D61-B71B0A8265E3}"/>
          </ac:spMkLst>
        </pc:spChg>
        <pc:spChg chg="mod">
          <ac:chgData name="Người dùng Khách" userId="" providerId="Windows Live" clId="Web-{B0891D77-BB15-28AC-39D3-B58E0EE78E2E}" dt="2025-11-09T12:02:22.611" v="237" actId="1076"/>
          <ac:spMkLst>
            <pc:docMk/>
            <pc:sldMk cId="242288225" sldId="258"/>
            <ac:spMk id="14" creationId="{4BDB1E97-9EAA-F5DA-B834-5B36ABE09B63}"/>
          </ac:spMkLst>
        </pc:spChg>
        <pc:picChg chg="mod">
          <ac:chgData name="Người dùng Khách" userId="" providerId="Windows Live" clId="Web-{B0891D77-BB15-28AC-39D3-B58E0EE78E2E}" dt="2025-11-09T12:15:09.920" v="319" actId="1076"/>
          <ac:picMkLst>
            <pc:docMk/>
            <pc:sldMk cId="242288225" sldId="258"/>
            <ac:picMk id="15" creationId="{F18C62E7-5DC5-8263-24DC-14D9A9F278AD}"/>
          </ac:picMkLst>
        </pc:picChg>
        <pc:picChg chg="mod">
          <ac:chgData name="Người dùng Khách" userId="" providerId="Windows Live" clId="Web-{B0891D77-BB15-28AC-39D3-B58E0EE78E2E}" dt="2025-11-09T12:15:04.966" v="318" actId="1076"/>
          <ac:picMkLst>
            <pc:docMk/>
            <pc:sldMk cId="242288225" sldId="258"/>
            <ac:picMk id="17" creationId="{4CAF00A6-1463-DFEB-32B1-429328C219D7}"/>
          </ac:picMkLst>
        </pc:picChg>
        <pc:picChg chg="mod">
          <ac:chgData name="Người dùng Khách" userId="" providerId="Windows Live" clId="Web-{B0891D77-BB15-28AC-39D3-B58E0EE78E2E}" dt="2025-11-09T12:00:00.184" v="191" actId="14100"/>
          <ac:picMkLst>
            <pc:docMk/>
            <pc:sldMk cId="242288225" sldId="258"/>
            <ac:picMk id="19" creationId="{B59E0F2A-EF0C-E8BC-B2ED-767FB43D74F0}"/>
          </ac:picMkLst>
        </pc:picChg>
      </pc:sldChg>
      <pc:sldChg chg="modSp">
        <pc:chgData name="Người dùng Khách" userId="" providerId="Windows Live" clId="Web-{B0891D77-BB15-28AC-39D3-B58E0EE78E2E}" dt="2025-11-09T12:12:45.737" v="299" actId="20577"/>
        <pc:sldMkLst>
          <pc:docMk/>
          <pc:sldMk cId="898059120" sldId="259"/>
        </pc:sldMkLst>
        <pc:spChg chg="mod">
          <ac:chgData name="Người dùng Khách" userId="" providerId="Windows Live" clId="Web-{B0891D77-BB15-28AC-39D3-B58E0EE78E2E}" dt="2025-11-09T12:08:05.134" v="278"/>
          <ac:spMkLst>
            <pc:docMk/>
            <pc:sldMk cId="898059120" sldId="259"/>
            <ac:spMk id="10" creationId="{21F9F028-B4DD-2B1C-4893-64ECC7FE82FA}"/>
          </ac:spMkLst>
        </pc:spChg>
        <pc:spChg chg="mod">
          <ac:chgData name="Người dùng Khách" userId="" providerId="Windows Live" clId="Web-{B0891D77-BB15-28AC-39D3-B58E0EE78E2E}" dt="2025-11-09T12:08:44.603" v="289" actId="1076"/>
          <ac:spMkLst>
            <pc:docMk/>
            <pc:sldMk cId="898059120" sldId="259"/>
            <ac:spMk id="12" creationId="{983FA38E-64BE-C67B-0600-C1EA4A948E05}"/>
          </ac:spMkLst>
        </pc:spChg>
        <pc:spChg chg="mod">
          <ac:chgData name="Người dùng Khách" userId="" providerId="Windows Live" clId="Web-{B0891D77-BB15-28AC-39D3-B58E0EE78E2E}" dt="2025-11-09T12:08:59.229" v="290" actId="1076"/>
          <ac:spMkLst>
            <pc:docMk/>
            <pc:sldMk cId="898059120" sldId="259"/>
            <ac:spMk id="14" creationId="{2A1E8414-28BC-E092-EC8C-03C0341C83F0}"/>
          </ac:spMkLst>
        </pc:spChg>
        <pc:spChg chg="mod">
          <ac:chgData name="Người dùng Khách" userId="" providerId="Windows Live" clId="Web-{B0891D77-BB15-28AC-39D3-B58E0EE78E2E}" dt="2025-11-09T12:12:45.737" v="299" actId="20577"/>
          <ac:spMkLst>
            <pc:docMk/>
            <pc:sldMk cId="898059120" sldId="259"/>
            <ac:spMk id="17" creationId="{1AAD995E-513F-4962-D9B0-F2532AF9AE5E}"/>
          </ac:spMkLst>
        </pc:spChg>
        <pc:picChg chg="mod">
          <ac:chgData name="Người dùng Khách" userId="" providerId="Windows Live" clId="Web-{B0891D77-BB15-28AC-39D3-B58E0EE78E2E}" dt="2025-11-09T12:07:26.852" v="268" actId="1076"/>
          <ac:picMkLst>
            <pc:docMk/>
            <pc:sldMk cId="898059120" sldId="259"/>
            <ac:picMk id="13" creationId="{C7307565-2173-6B94-D5C3-EB34E7E3606C}"/>
          </ac:picMkLst>
        </pc:picChg>
      </pc:sldChg>
      <pc:sldChg chg="modSp">
        <pc:chgData name="Người dùng Khách" userId="" providerId="Windows Live" clId="Web-{B0891D77-BB15-28AC-39D3-B58E0EE78E2E}" dt="2025-11-09T12:14:06.103" v="308"/>
        <pc:sldMkLst>
          <pc:docMk/>
          <pc:sldMk cId="665655422" sldId="262"/>
        </pc:sldMkLst>
        <pc:spChg chg="mod">
          <ac:chgData name="Người dùng Khách" userId="" providerId="Windows Live" clId="Web-{B0891D77-BB15-28AC-39D3-B58E0EE78E2E}" dt="2025-11-09T12:14:06.103" v="308"/>
          <ac:spMkLst>
            <pc:docMk/>
            <pc:sldMk cId="665655422" sldId="262"/>
            <ac:spMk id="4" creationId="{30C28F24-F90D-EF86-2ADC-E3028126A0E2}"/>
          </ac:spMkLst>
        </pc:spChg>
      </pc:sldChg>
      <pc:sldChg chg="modSp">
        <pc:chgData name="Người dùng Khách" userId="" providerId="Windows Live" clId="Web-{B0891D77-BB15-28AC-39D3-B58E0EE78E2E}" dt="2025-11-09T12:06:28.007" v="263" actId="1076"/>
        <pc:sldMkLst>
          <pc:docMk/>
          <pc:sldMk cId="3965618592" sldId="271"/>
        </pc:sldMkLst>
        <pc:spChg chg="mod">
          <ac:chgData name="Người dùng Khách" userId="" providerId="Windows Live" clId="Web-{B0891D77-BB15-28AC-39D3-B58E0EE78E2E}" dt="2025-11-09T12:06:21.539" v="260" actId="1076"/>
          <ac:spMkLst>
            <pc:docMk/>
            <pc:sldMk cId="3965618592" sldId="271"/>
            <ac:spMk id="5" creationId="{6AEE9630-913E-0E38-AA57-609814E67950}"/>
          </ac:spMkLst>
        </pc:spChg>
        <pc:spChg chg="mod">
          <ac:chgData name="Người dùng Khách" userId="" providerId="Windows Live" clId="Web-{B0891D77-BB15-28AC-39D3-B58E0EE78E2E}" dt="2025-11-09T12:06:21.554" v="261" actId="1076"/>
          <ac:spMkLst>
            <pc:docMk/>
            <pc:sldMk cId="3965618592" sldId="271"/>
            <ac:spMk id="9" creationId="{9D0BCB9A-FECD-D2D8-FF19-3D0F40EC28ED}"/>
          </ac:spMkLst>
        </pc:spChg>
        <pc:picChg chg="mod">
          <ac:chgData name="Người dùng Khách" userId="" providerId="Windows Live" clId="Web-{B0891D77-BB15-28AC-39D3-B58E0EE78E2E}" dt="2025-11-09T12:06:25.101" v="262" actId="1076"/>
          <ac:picMkLst>
            <pc:docMk/>
            <pc:sldMk cId="3965618592" sldId="271"/>
            <ac:picMk id="7" creationId="{C15AA69E-8F67-6E1E-2209-285CF631C3A2}"/>
          </ac:picMkLst>
        </pc:picChg>
        <pc:picChg chg="mod">
          <ac:chgData name="Người dùng Khách" userId="" providerId="Windows Live" clId="Web-{B0891D77-BB15-28AC-39D3-B58E0EE78E2E}" dt="2025-11-09T12:06:28.007" v="263" actId="1076"/>
          <ac:picMkLst>
            <pc:docMk/>
            <pc:sldMk cId="3965618592" sldId="271"/>
            <ac:picMk id="11" creationId="{D4C81452-B84F-1CCB-18ED-C5DC719B8AA4}"/>
          </ac:picMkLst>
        </pc:picChg>
      </pc:sldChg>
      <pc:sldChg chg="modSp">
        <pc:chgData name="Người dùng Khách" userId="" providerId="Windows Live" clId="Web-{B0891D77-BB15-28AC-39D3-B58E0EE78E2E}" dt="2025-11-09T11:53:39.129" v="102" actId="20577"/>
        <pc:sldMkLst>
          <pc:docMk/>
          <pc:sldMk cId="985606290" sldId="272"/>
        </pc:sldMkLst>
        <pc:spChg chg="mod">
          <ac:chgData name="Người dùng Khách" userId="" providerId="Windows Live" clId="Web-{B0891D77-BB15-28AC-39D3-B58E0EE78E2E}" dt="2025-11-09T11:53:39.129" v="102" actId="20577"/>
          <ac:spMkLst>
            <pc:docMk/>
            <pc:sldMk cId="985606290" sldId="272"/>
            <ac:spMk id="17" creationId="{E96F335E-C8C9-EB2C-4C8C-687659DE8F70}"/>
          </ac:spMkLst>
        </pc:spChg>
        <pc:spChg chg="mod">
          <ac:chgData name="Người dùng Khách" userId="" providerId="Windows Live" clId="Web-{B0891D77-BB15-28AC-39D3-B58E0EE78E2E}" dt="2025-11-09T11:53:29.457" v="101" actId="20577"/>
          <ac:spMkLst>
            <pc:docMk/>
            <pc:sldMk cId="985606290" sldId="272"/>
            <ac:spMk id="21" creationId="{C5C2830A-6167-C1F2-DB05-6A5D120CEBE7}"/>
          </ac:spMkLst>
        </pc:spChg>
      </pc:sldChg>
    </pc:docChg>
  </pc:docChgLst>
  <pc:docChgLst>
    <pc:chgData name="Người dùng Khách" providerId="Windows Live" clId="Web-{08640AD3-F43B-FECA-B623-8D8540A0B0F6}"/>
    <pc:docChg chg="modSld sldOrd">
      <pc:chgData name="Người dùng Khách" userId="" providerId="Windows Live" clId="Web-{08640AD3-F43B-FECA-B623-8D8540A0B0F6}" dt="2025-11-08T15:59:41.010" v="385" actId="1076"/>
      <pc:docMkLst>
        <pc:docMk/>
      </pc:docMkLst>
      <pc:sldChg chg="addSp delSp modSp ord">
        <pc:chgData name="Người dùng Khách" userId="" providerId="Windows Live" clId="Web-{08640AD3-F43B-FECA-B623-8D8540A0B0F6}" dt="2025-11-08T15:59:28.135" v="383" actId="14100"/>
        <pc:sldMkLst>
          <pc:docMk/>
          <pc:sldMk cId="2907399524" sldId="270"/>
        </pc:sldMkLst>
        <pc:spChg chg="add mod">
          <ac:chgData name="Người dùng Khách" userId="" providerId="Windows Live" clId="Web-{08640AD3-F43B-FECA-B623-8D8540A0B0F6}" dt="2025-11-08T15:58:24.492" v="360" actId="14100"/>
          <ac:spMkLst>
            <pc:docMk/>
            <pc:sldMk cId="2907399524" sldId="270"/>
            <ac:spMk id="2" creationId="{34F1043C-36BE-9E21-91FA-04A992505E5A}"/>
          </ac:spMkLst>
        </pc:spChg>
        <pc:spChg chg="add mod">
          <ac:chgData name="Người dùng Khách" userId="" providerId="Windows Live" clId="Web-{08640AD3-F43B-FECA-B623-8D8540A0B0F6}" dt="2025-11-08T15:59:28.135" v="383" actId="14100"/>
          <ac:spMkLst>
            <pc:docMk/>
            <pc:sldMk cId="2907399524" sldId="270"/>
            <ac:spMk id="3" creationId="{64AFB64E-2AF8-AB73-930B-21FA6AAB7AFA}"/>
          </ac:spMkLst>
        </pc:spChg>
        <pc:spChg chg="add mod">
          <ac:chgData name="Người dùng Khách" userId="" providerId="Windows Live" clId="Web-{08640AD3-F43B-FECA-B623-8D8540A0B0F6}" dt="2025-11-08T14:15:27.383" v="30" actId="20577"/>
          <ac:spMkLst>
            <pc:docMk/>
            <pc:sldMk cId="2907399524" sldId="270"/>
            <ac:spMk id="10" creationId="{093E43BB-7D5E-3CB2-761A-8D41C3C7F417}"/>
          </ac:spMkLst>
        </pc:spChg>
      </pc:sldChg>
      <pc:sldChg chg="addSp delSp modSp mod setBg">
        <pc:chgData name="Người dùng Khách" userId="" providerId="Windows Live" clId="Web-{08640AD3-F43B-FECA-B623-8D8540A0B0F6}" dt="2025-11-08T15:57:01.334" v="355" actId="14100"/>
        <pc:sldMkLst>
          <pc:docMk/>
          <pc:sldMk cId="3965618592" sldId="271"/>
        </pc:sldMkLst>
        <pc:spChg chg="add mod">
          <ac:chgData name="Người dùng Khách" userId="" providerId="Windows Live" clId="Web-{08640AD3-F43B-FECA-B623-8D8540A0B0F6}" dt="2025-11-08T14:58:49.395" v="226" actId="14100"/>
          <ac:spMkLst>
            <pc:docMk/>
            <pc:sldMk cId="3965618592" sldId="271"/>
            <ac:spMk id="2" creationId="{A70B2BC5-6ED5-BABA-A164-6420A539103F}"/>
          </ac:spMkLst>
        </pc:spChg>
        <pc:spChg chg="mod">
          <ac:chgData name="Người dùng Khách" userId="" providerId="Windows Live" clId="Web-{08640AD3-F43B-FECA-B623-8D8540A0B0F6}" dt="2025-11-08T15:53:14.704" v="342" actId="14100"/>
          <ac:spMkLst>
            <pc:docMk/>
            <pc:sldMk cId="3965618592" sldId="271"/>
            <ac:spMk id="5" creationId="{6AEE9630-913E-0E38-AA57-609814E67950}"/>
          </ac:spMkLst>
        </pc:spChg>
        <pc:spChg chg="add mod">
          <ac:chgData name="Người dùng Khách" userId="" providerId="Windows Live" clId="Web-{08640AD3-F43B-FECA-B623-8D8540A0B0F6}" dt="2025-11-08T15:49:38.102" v="312" actId="14100"/>
          <ac:spMkLst>
            <pc:docMk/>
            <pc:sldMk cId="3965618592" sldId="271"/>
            <ac:spMk id="6" creationId="{6442D571-9FA7-3D2D-76D2-2793035ADE72}"/>
          </ac:spMkLst>
        </pc:spChg>
        <pc:spChg chg="add mod">
          <ac:chgData name="Người dùng Khách" userId="" providerId="Windows Live" clId="Web-{08640AD3-F43B-FECA-B623-8D8540A0B0F6}" dt="2025-11-08T14:24:01.448" v="59" actId="20577"/>
          <ac:spMkLst>
            <pc:docMk/>
            <pc:sldMk cId="3965618592" sldId="271"/>
            <ac:spMk id="8" creationId="{091097AA-181D-0CBB-2B5D-FEF3DE81D425}"/>
          </ac:spMkLst>
        </pc:spChg>
        <pc:spChg chg="add mod">
          <ac:chgData name="Người dùng Khách" userId="" providerId="Windows Live" clId="Web-{08640AD3-F43B-FECA-B623-8D8540A0B0F6}" dt="2025-11-08T15:57:01.334" v="355" actId="14100"/>
          <ac:spMkLst>
            <pc:docMk/>
            <pc:sldMk cId="3965618592" sldId="271"/>
            <ac:spMk id="9" creationId="{9D0BCB9A-FECD-D2D8-FF19-3D0F40EC28ED}"/>
          </ac:spMkLst>
        </pc:spChg>
        <pc:picChg chg="add mod">
          <ac:chgData name="Người dùng Khách" userId="" providerId="Windows Live" clId="Web-{08640AD3-F43B-FECA-B623-8D8540A0B0F6}" dt="2025-11-08T14:54:37" v="200" actId="14100"/>
          <ac:picMkLst>
            <pc:docMk/>
            <pc:sldMk cId="3965618592" sldId="271"/>
            <ac:picMk id="3" creationId="{A34AC652-3CDB-BD89-A3FA-C868EA7BE133}"/>
          </ac:picMkLst>
        </pc:picChg>
        <pc:picChg chg="add mod">
          <ac:chgData name="Người dùng Khách" userId="" providerId="Windows Live" clId="Web-{08640AD3-F43B-FECA-B623-8D8540A0B0F6}" dt="2025-11-08T15:49:23.570" v="310" actId="1076"/>
          <ac:picMkLst>
            <pc:docMk/>
            <pc:sldMk cId="3965618592" sldId="271"/>
            <ac:picMk id="4" creationId="{3C6317E7-C837-B276-3ADB-8474BDE3E384}"/>
          </ac:picMkLst>
        </pc:picChg>
        <pc:picChg chg="mod">
          <ac:chgData name="Người dùng Khách" userId="" providerId="Windows Live" clId="Web-{08640AD3-F43B-FECA-B623-8D8540A0B0F6}" dt="2025-11-08T15:53:19.860" v="343" actId="1076"/>
          <ac:picMkLst>
            <pc:docMk/>
            <pc:sldMk cId="3965618592" sldId="271"/>
            <ac:picMk id="7" creationId="{C15AA69E-8F67-6E1E-2209-285CF631C3A2}"/>
          </ac:picMkLst>
        </pc:picChg>
        <pc:picChg chg="add mod">
          <ac:chgData name="Người dùng Khách" userId="" providerId="Windows Live" clId="Web-{08640AD3-F43B-FECA-B623-8D8540A0B0F6}" dt="2025-11-08T15:48:35.209" v="299" actId="1076"/>
          <ac:picMkLst>
            <pc:docMk/>
            <pc:sldMk cId="3965618592" sldId="271"/>
            <ac:picMk id="10" creationId="{19382F4A-2589-9BB4-B5B0-3C188F05D8F8}"/>
          </ac:picMkLst>
        </pc:picChg>
        <pc:picChg chg="add mod">
          <ac:chgData name="Người dùng Khách" userId="" providerId="Windows Live" clId="Web-{08640AD3-F43B-FECA-B623-8D8540A0B0F6}" dt="2025-11-08T15:56:32.333" v="349" actId="1076"/>
          <ac:picMkLst>
            <pc:docMk/>
            <pc:sldMk cId="3965618592" sldId="271"/>
            <ac:picMk id="11" creationId="{D4C81452-B84F-1CCB-18ED-C5DC719B8AA4}"/>
          </ac:picMkLst>
        </pc:picChg>
      </pc:sldChg>
    </pc:docChg>
  </pc:docChgLst>
  <pc:docChgLst>
    <pc:chgData name="Người dùng Khách" providerId="Windows Live" clId="Web-{BD42576C-17D9-7939-21A0-442481FADB09}"/>
    <pc:docChg chg="addSld delSld modSld sldOrd">
      <pc:chgData name="Người dùng Khách" userId="" providerId="Windows Live" clId="Web-{BD42576C-17D9-7939-21A0-442481FADB09}" dt="2025-11-10T02:49:25.145" v="737" actId="14100"/>
      <pc:docMkLst>
        <pc:docMk/>
      </pc:docMkLst>
      <pc:sldChg chg="delSp modSp ord">
        <pc:chgData name="Người dùng Khách" userId="" providerId="Windows Live" clId="Web-{BD42576C-17D9-7939-21A0-442481FADB09}" dt="2025-11-10T01:52:54.640" v="580" actId="20577"/>
        <pc:sldMkLst>
          <pc:docMk/>
          <pc:sldMk cId="665655422" sldId="262"/>
        </pc:sldMkLst>
        <pc:spChg chg="mod">
          <ac:chgData name="Người dùng Khách" userId="" providerId="Windows Live" clId="Web-{BD42576C-17D9-7939-21A0-442481FADB09}" dt="2025-11-10T01:35:41.557" v="466" actId="20577"/>
          <ac:spMkLst>
            <pc:docMk/>
            <pc:sldMk cId="665655422" sldId="262"/>
            <ac:spMk id="2" creationId="{CB764586-A4F2-4E7C-4305-7B88AD341F49}"/>
          </ac:spMkLst>
        </pc:spChg>
        <pc:spChg chg="mod">
          <ac:chgData name="Người dùng Khách" userId="" providerId="Windows Live" clId="Web-{BD42576C-17D9-7939-21A0-442481FADB09}" dt="2025-11-10T01:52:54.640" v="580" actId="20577"/>
          <ac:spMkLst>
            <pc:docMk/>
            <pc:sldMk cId="665655422" sldId="262"/>
            <ac:spMk id="4" creationId="{30C28F24-F90D-EF86-2ADC-E3028126A0E2}"/>
          </ac:spMkLst>
        </pc:spChg>
        <pc:spChg chg="mod">
          <ac:chgData name="Người dùng Khách" userId="" providerId="Windows Live" clId="Web-{BD42576C-17D9-7939-21A0-442481FADB09}" dt="2025-11-10T01:48:57.057" v="571" actId="20577"/>
          <ac:spMkLst>
            <pc:docMk/>
            <pc:sldMk cId="665655422" sldId="262"/>
            <ac:spMk id="5" creationId="{91E58C4E-D400-F7B0-693C-DDFC88C58679}"/>
          </ac:spMkLst>
        </pc:spChg>
      </pc:sldChg>
      <pc:sldChg chg="modSp">
        <pc:chgData name="Người dùng Khách" userId="" providerId="Windows Live" clId="Web-{BD42576C-17D9-7939-21A0-442481FADB09}" dt="2025-11-10T00:07:39.705" v="140" actId="20577"/>
        <pc:sldMkLst>
          <pc:docMk/>
          <pc:sldMk cId="1521355439" sldId="263"/>
        </pc:sldMkLst>
        <pc:spChg chg="mod">
          <ac:chgData name="Người dùng Khách" userId="" providerId="Windows Live" clId="Web-{BD42576C-17D9-7939-21A0-442481FADB09}" dt="2025-11-10T00:05:16.017" v="101" actId="1076"/>
          <ac:spMkLst>
            <pc:docMk/>
            <pc:sldMk cId="1521355439" sldId="263"/>
            <ac:spMk id="4" creationId="{F7E393DB-8409-015B-8166-E5578B0BBEEE}"/>
          </ac:spMkLst>
        </pc:spChg>
        <pc:spChg chg="mod">
          <ac:chgData name="Người dùng Khách" userId="" providerId="Windows Live" clId="Web-{BD42576C-17D9-7939-21A0-442481FADB09}" dt="2025-11-10T00:07:39.705" v="140" actId="20577"/>
          <ac:spMkLst>
            <pc:docMk/>
            <pc:sldMk cId="1521355439" sldId="263"/>
            <ac:spMk id="5" creationId="{5E322ECC-501E-14E3-03EA-404D2041DDF4}"/>
          </ac:spMkLst>
        </pc:spChg>
      </pc:sldChg>
      <pc:sldChg chg="modSp">
        <pc:chgData name="Người dùng Khách" userId="" providerId="Windows Live" clId="Web-{BD42576C-17D9-7939-21A0-442481FADB09}" dt="2025-11-10T00:07:21.940" v="138" actId="14100"/>
        <pc:sldMkLst>
          <pc:docMk/>
          <pc:sldMk cId="1620141251" sldId="264"/>
        </pc:sldMkLst>
        <pc:spChg chg="mod">
          <ac:chgData name="Người dùng Khách" userId="" providerId="Windows Live" clId="Web-{BD42576C-17D9-7939-21A0-442481FADB09}" dt="2025-11-10T00:07:21.940" v="138" actId="14100"/>
          <ac:spMkLst>
            <pc:docMk/>
            <pc:sldMk cId="1620141251" sldId="264"/>
            <ac:spMk id="4" creationId="{416863D8-DFD2-2429-6B85-D3E008C19929}"/>
          </ac:spMkLst>
        </pc:spChg>
        <pc:spChg chg="mod">
          <ac:chgData name="Người dùng Khách" userId="" providerId="Windows Live" clId="Web-{BD42576C-17D9-7939-21A0-442481FADB09}" dt="2025-11-10T00:06:57.549" v="128" actId="1076"/>
          <ac:spMkLst>
            <pc:docMk/>
            <pc:sldMk cId="1620141251" sldId="264"/>
            <ac:spMk id="5" creationId="{07A24C4B-9449-CAD8-2090-E55CB6B9DD66}"/>
          </ac:spMkLst>
        </pc:spChg>
        <pc:spChg chg="mod">
          <ac:chgData name="Người dùng Khách" userId="" providerId="Windows Live" clId="Web-{BD42576C-17D9-7939-21A0-442481FADB09}" dt="2025-11-10T00:06:57.549" v="134" actId="1076"/>
          <ac:spMkLst>
            <pc:docMk/>
            <pc:sldMk cId="1620141251" sldId="264"/>
            <ac:spMk id="6" creationId="{07E13590-977E-CAB6-93CC-42B5ED6FA005}"/>
          </ac:spMkLst>
        </pc:spChg>
        <pc:spChg chg="mod">
          <ac:chgData name="Người dùng Khách" userId="" providerId="Windows Live" clId="Web-{BD42576C-17D9-7939-21A0-442481FADB09}" dt="2025-11-10T00:06:57.549" v="133" actId="1076"/>
          <ac:spMkLst>
            <pc:docMk/>
            <pc:sldMk cId="1620141251" sldId="264"/>
            <ac:spMk id="7" creationId="{D71C2E77-5D7C-D8D0-1FC6-7D0054B6BFA3}"/>
          </ac:spMkLst>
        </pc:spChg>
        <pc:spChg chg="mod">
          <ac:chgData name="Người dùng Khách" userId="" providerId="Windows Live" clId="Web-{BD42576C-17D9-7939-21A0-442481FADB09}" dt="2025-11-10T00:07:05.268" v="135" actId="20577"/>
          <ac:spMkLst>
            <pc:docMk/>
            <pc:sldMk cId="1620141251" sldId="264"/>
            <ac:spMk id="9" creationId="{34962EFD-AB36-3DA0-C4A2-B7748F17B896}"/>
          </ac:spMkLst>
        </pc:spChg>
        <pc:spChg chg="mod">
          <ac:chgData name="Người dùng Khách" userId="" providerId="Windows Live" clId="Web-{BD42576C-17D9-7939-21A0-442481FADB09}" dt="2025-11-10T00:06:57.549" v="127" actId="1076"/>
          <ac:spMkLst>
            <pc:docMk/>
            <pc:sldMk cId="1620141251" sldId="264"/>
            <ac:spMk id="10" creationId="{EB0102E5-AA55-D3D3-2A8F-16ACEB13762B}"/>
          </ac:spMkLst>
        </pc:spChg>
        <pc:spChg chg="mod">
          <ac:chgData name="Người dùng Khách" userId="" providerId="Windows Live" clId="Web-{BD42576C-17D9-7939-21A0-442481FADB09}" dt="2025-11-10T00:07:05.299" v="136" actId="20577"/>
          <ac:spMkLst>
            <pc:docMk/>
            <pc:sldMk cId="1620141251" sldId="264"/>
            <ac:spMk id="11" creationId="{08975213-8645-AEC2-2EE6-DCF083A4347A}"/>
          </ac:spMkLst>
        </pc:spChg>
        <pc:spChg chg="mod">
          <ac:chgData name="Người dùng Khách" userId="" providerId="Windows Live" clId="Web-{BD42576C-17D9-7939-21A0-442481FADB09}" dt="2025-11-10T00:06:57.549" v="129" actId="1076"/>
          <ac:spMkLst>
            <pc:docMk/>
            <pc:sldMk cId="1620141251" sldId="264"/>
            <ac:spMk id="14" creationId="{0DF1690A-8729-B313-BAB0-8AF78EF90B22}"/>
          </ac:spMkLst>
        </pc:spChg>
        <pc:picChg chg="mod">
          <ac:chgData name="Người dùng Khách" userId="" providerId="Windows Live" clId="Web-{BD42576C-17D9-7939-21A0-442481FADB09}" dt="2025-11-10T00:07:11.565" v="137" actId="1076"/>
          <ac:picMkLst>
            <pc:docMk/>
            <pc:sldMk cId="1620141251" sldId="264"/>
            <ac:picMk id="8" creationId="{7263BB0C-3E60-2733-5E41-69DDA77ECF39}"/>
          </ac:picMkLst>
        </pc:picChg>
      </pc:sldChg>
      <pc:sldChg chg="addSp delSp modSp mod ord setBg">
        <pc:chgData name="Người dùng Khách" userId="" providerId="Windows Live" clId="Web-{BD42576C-17D9-7939-21A0-442481FADB09}" dt="2025-11-10T02:16:45.190" v="598" actId="1076"/>
        <pc:sldMkLst>
          <pc:docMk/>
          <pc:sldMk cId="2181392580" sldId="265"/>
        </pc:sldMkLst>
        <pc:spChg chg="mod">
          <ac:chgData name="Người dùng Khách" userId="" providerId="Windows Live" clId="Web-{BD42576C-17D9-7939-21A0-442481FADB09}" dt="2025-11-10T01:45:32.051" v="568" actId="20577"/>
          <ac:spMkLst>
            <pc:docMk/>
            <pc:sldMk cId="2181392580" sldId="265"/>
            <ac:spMk id="2" creationId="{73DF7C1E-F1BA-423F-28E7-6A89CCCC78D3}"/>
          </ac:spMkLst>
        </pc:spChg>
        <pc:spChg chg="del mod">
          <ac:chgData name="Người dùng Khách" userId="" providerId="Windows Live" clId="Web-{BD42576C-17D9-7939-21A0-442481FADB09}" dt="2025-11-10T01:44:52.862" v="549"/>
          <ac:spMkLst>
            <pc:docMk/>
            <pc:sldMk cId="2181392580" sldId="265"/>
            <ac:spMk id="3" creationId="{C185FA4E-DC29-0C6B-4259-0282E64D0F67}"/>
          </ac:spMkLst>
        </pc:spChg>
        <pc:spChg chg="mod">
          <ac:chgData name="Người dùng Khách" userId="" providerId="Windows Live" clId="Web-{BD42576C-17D9-7939-21A0-442481FADB09}" dt="2025-11-10T02:13:16.818" v="592" actId="14100"/>
          <ac:spMkLst>
            <pc:docMk/>
            <pc:sldMk cId="2181392580" sldId="265"/>
            <ac:spMk id="4" creationId="{FC032187-7A96-B964-97B8-4B927DCE74EB}"/>
          </ac:spMkLst>
        </pc:spChg>
        <pc:spChg chg="mod">
          <ac:chgData name="Người dùng Khách" userId="" providerId="Windows Live" clId="Web-{BD42576C-17D9-7939-21A0-442481FADB09}" dt="2025-11-10T02:13:26.974" v="593"/>
          <ac:spMkLst>
            <pc:docMk/>
            <pc:sldMk cId="2181392580" sldId="265"/>
            <ac:spMk id="5" creationId="{E30E2046-472C-90EC-F7E4-CEE1B6249EAB}"/>
          </ac:spMkLst>
        </pc:spChg>
        <pc:picChg chg="add del mod">
          <ac:chgData name="Người dùng Khách" userId="" providerId="Windows Live" clId="Web-{BD42576C-17D9-7939-21A0-442481FADB09}" dt="2025-11-10T02:16:45.190" v="598" actId="1076"/>
          <ac:picMkLst>
            <pc:docMk/>
            <pc:sldMk cId="2181392580" sldId="265"/>
            <ac:picMk id="6" creationId="{84BFC98D-1A28-6594-8617-2A2DE12BE44F}"/>
          </ac:picMkLst>
        </pc:picChg>
        <pc:picChg chg="add del">
          <ac:chgData name="Người dùng Khách" userId="" providerId="Windows Live" clId="Web-{BD42576C-17D9-7939-21A0-442481FADB09}" dt="2025-11-10T01:44:23.985" v="540"/>
          <ac:picMkLst>
            <pc:docMk/>
            <pc:sldMk cId="2181392580" sldId="265"/>
            <ac:picMk id="7" creationId="{ABED38E1-8FFD-68F6-B534-8A5BF52789E4}"/>
          </ac:picMkLst>
        </pc:picChg>
      </pc:sldChg>
      <pc:sldChg chg="modSp">
        <pc:chgData name="Người dùng Khách" userId="" providerId="Windows Live" clId="Web-{BD42576C-17D9-7939-21A0-442481FADB09}" dt="2025-11-10T00:04:56.048" v="100" actId="20577"/>
        <pc:sldMkLst>
          <pc:docMk/>
          <pc:sldMk cId="953508438" sldId="266"/>
        </pc:sldMkLst>
        <pc:spChg chg="mod">
          <ac:chgData name="Người dùng Khách" userId="" providerId="Windows Live" clId="Web-{BD42576C-17D9-7939-21A0-442481FADB09}" dt="2025-11-10T00:04:56.048" v="100" actId="20577"/>
          <ac:spMkLst>
            <pc:docMk/>
            <pc:sldMk cId="953508438" sldId="266"/>
            <ac:spMk id="3" creationId="{AFA674C8-F80C-D8A6-CF80-47192B61C698}"/>
          </ac:spMkLst>
        </pc:spChg>
        <pc:spChg chg="mod">
          <ac:chgData name="Người dùng Khách" userId="" providerId="Windows Live" clId="Web-{BD42576C-17D9-7939-21A0-442481FADB09}" dt="2025-11-10T00:03:26.126" v="89" actId="14100"/>
          <ac:spMkLst>
            <pc:docMk/>
            <pc:sldMk cId="953508438" sldId="266"/>
            <ac:spMk id="5" creationId="{77A602BD-10F3-F34A-F39C-0ACC19E748DA}"/>
          </ac:spMkLst>
        </pc:spChg>
        <pc:picChg chg="mod">
          <ac:chgData name="Người dùng Khách" userId="" providerId="Windows Live" clId="Web-{BD42576C-17D9-7939-21A0-442481FADB09}" dt="2025-11-10T00:03:38.735" v="91" actId="1076"/>
          <ac:picMkLst>
            <pc:docMk/>
            <pc:sldMk cId="953508438" sldId="266"/>
            <ac:picMk id="4" creationId="{F66A8CA0-B4DC-3D6C-E503-56715718C855}"/>
          </ac:picMkLst>
        </pc:picChg>
      </pc:sldChg>
      <pc:sldChg chg="modSp">
        <pc:chgData name="Người dùng Khách" userId="" providerId="Windows Live" clId="Web-{BD42576C-17D9-7939-21A0-442481FADB09}" dt="2025-11-09T23:42:07.719" v="8" actId="1076"/>
        <pc:sldMkLst>
          <pc:docMk/>
          <pc:sldMk cId="4108609708" sldId="274"/>
        </pc:sldMkLst>
        <pc:spChg chg="mod">
          <ac:chgData name="Người dùng Khách" userId="" providerId="Windows Live" clId="Web-{BD42576C-17D9-7939-21A0-442481FADB09}" dt="2025-11-09T23:41:42.469" v="2" actId="20577"/>
          <ac:spMkLst>
            <pc:docMk/>
            <pc:sldMk cId="4108609708" sldId="274"/>
            <ac:spMk id="3" creationId="{F9EDD572-F7BD-0A2B-52A2-EF96D82B4B13}"/>
          </ac:spMkLst>
        </pc:spChg>
        <pc:spChg chg="mod">
          <ac:chgData name="Người dùng Khách" userId="" providerId="Windows Live" clId="Web-{BD42576C-17D9-7939-21A0-442481FADB09}" dt="2025-11-09T23:42:07.719" v="7" actId="1076"/>
          <ac:spMkLst>
            <pc:docMk/>
            <pc:sldMk cId="4108609708" sldId="274"/>
            <ac:spMk id="4" creationId="{02F38DAF-0549-2364-C4C4-C6835FE8EB7F}"/>
          </ac:spMkLst>
        </pc:spChg>
        <pc:spChg chg="mod">
          <ac:chgData name="Người dùng Khách" userId="" providerId="Windows Live" clId="Web-{BD42576C-17D9-7939-21A0-442481FADB09}" dt="2025-11-09T23:42:07.719" v="8" actId="1076"/>
          <ac:spMkLst>
            <pc:docMk/>
            <pc:sldMk cId="4108609708" sldId="274"/>
            <ac:spMk id="5" creationId="{96062667-1BB3-C00F-AF92-5DDC433FE42E}"/>
          </ac:spMkLst>
        </pc:spChg>
      </pc:sldChg>
      <pc:sldChg chg="addSp delSp modSp">
        <pc:chgData name="Người dùng Khách" userId="" providerId="Windows Live" clId="Web-{BD42576C-17D9-7939-21A0-442481FADB09}" dt="2025-11-10T01:27:04.604" v="415" actId="20577"/>
        <pc:sldMkLst>
          <pc:docMk/>
          <pc:sldMk cId="3711944761" sldId="277"/>
        </pc:sldMkLst>
        <pc:spChg chg="mod">
          <ac:chgData name="Người dùng Khách" userId="" providerId="Windows Live" clId="Web-{BD42576C-17D9-7939-21A0-442481FADB09}" dt="2025-11-09T23:46:48.785" v="42" actId="1076"/>
          <ac:spMkLst>
            <pc:docMk/>
            <pc:sldMk cId="3711944761" sldId="277"/>
            <ac:spMk id="2" creationId="{B957DEA6-F62A-37B5-FA26-67CFE5B79AE7}"/>
          </ac:spMkLst>
        </pc:spChg>
        <pc:spChg chg="mod">
          <ac:chgData name="Người dùng Khách" userId="" providerId="Windows Live" clId="Web-{BD42576C-17D9-7939-21A0-442481FADB09}" dt="2025-11-10T01:27:04.604" v="415" actId="20577"/>
          <ac:spMkLst>
            <pc:docMk/>
            <pc:sldMk cId="3711944761" sldId="277"/>
            <ac:spMk id="3" creationId="{A8667DE2-2E4E-D625-E6C3-903823CD909B}"/>
          </ac:spMkLst>
        </pc:spChg>
        <pc:spChg chg="add del mod">
          <ac:chgData name="Người dùng Khách" userId="" providerId="Windows Live" clId="Web-{BD42576C-17D9-7939-21A0-442481FADB09}" dt="2025-11-10T01:25:58.240" v="396"/>
          <ac:spMkLst>
            <pc:docMk/>
            <pc:sldMk cId="3711944761" sldId="277"/>
            <ac:spMk id="5" creationId="{719B5CFB-4214-9A1A-B219-F735A2FB54F6}"/>
          </ac:spMkLst>
        </pc:spChg>
        <pc:picChg chg="add del mod">
          <ac:chgData name="Người dùng Khách" userId="" providerId="Windows Live" clId="Web-{BD42576C-17D9-7939-21A0-442481FADB09}" dt="2025-11-10T00:37:14.469" v="235"/>
          <ac:picMkLst>
            <pc:docMk/>
            <pc:sldMk cId="3711944761" sldId="277"/>
            <ac:picMk id="4" creationId="{31A5DDC4-97AD-1BB2-FA47-2AF98D1BF5DD}"/>
          </ac:picMkLst>
        </pc:picChg>
      </pc:sldChg>
      <pc:sldChg chg="add del replId">
        <pc:chgData name="Người dùng Khách" userId="" providerId="Windows Live" clId="Web-{BD42576C-17D9-7939-21A0-442481FADB09}" dt="2025-11-10T01:45:47.145" v="569"/>
        <pc:sldMkLst>
          <pc:docMk/>
          <pc:sldMk cId="2427734523" sldId="278"/>
        </pc:sldMkLst>
      </pc:sldChg>
      <pc:sldChg chg="modSp add replId">
        <pc:chgData name="Người dùng Khách" userId="" providerId="Windows Live" clId="Web-{BD42576C-17D9-7939-21A0-442481FADB09}" dt="2025-11-10T01:52:38.499" v="577" actId="20577"/>
        <pc:sldMkLst>
          <pc:docMk/>
          <pc:sldMk cId="1569484348" sldId="280"/>
        </pc:sldMkLst>
        <pc:spChg chg="mod">
          <ac:chgData name="Người dùng Khách" userId="" providerId="Windows Live" clId="Web-{BD42576C-17D9-7939-21A0-442481FADB09}" dt="2025-11-10T00:58:38.497" v="381" actId="1076"/>
          <ac:spMkLst>
            <pc:docMk/>
            <pc:sldMk cId="1569484348" sldId="280"/>
            <ac:spMk id="3" creationId="{F9B49762-5B6A-97F0-93B8-ABF050B19BA5}"/>
          </ac:spMkLst>
        </pc:spChg>
        <pc:spChg chg="mod">
          <ac:chgData name="Người dùng Khách" userId="" providerId="Windows Live" clId="Web-{BD42576C-17D9-7939-21A0-442481FADB09}" dt="2025-11-10T01:52:38.499" v="577" actId="20577"/>
          <ac:spMkLst>
            <pc:docMk/>
            <pc:sldMk cId="1569484348" sldId="280"/>
            <ac:spMk id="5" creationId="{9B0AEB21-F5DC-B6E6-F584-DB2F0E72639F}"/>
          </ac:spMkLst>
        </pc:spChg>
      </pc:sldChg>
      <pc:sldChg chg="modSp add del replId">
        <pc:chgData name="Người dùng Khách" userId="" providerId="Windows Live" clId="Web-{BD42576C-17D9-7939-21A0-442481FADB09}" dt="2025-11-10T01:32:13.475" v="450" actId="20577"/>
        <pc:sldMkLst>
          <pc:docMk/>
          <pc:sldMk cId="4110896108" sldId="281"/>
        </pc:sldMkLst>
        <pc:spChg chg="mod">
          <ac:chgData name="Người dùng Khách" userId="" providerId="Windows Live" clId="Web-{BD42576C-17D9-7939-21A0-442481FADB09}" dt="2025-11-10T01:32:13.475" v="450" actId="20577"/>
          <ac:spMkLst>
            <pc:docMk/>
            <pc:sldMk cId="4110896108" sldId="281"/>
            <ac:spMk id="5" creationId="{91BD95C5-D91F-B0D4-AA34-A63FA4424E6B}"/>
          </ac:spMkLst>
        </pc:spChg>
      </pc:sldChg>
      <pc:sldChg chg="modSp add del ord replId">
        <pc:chgData name="Người dùng Khách" userId="" providerId="Windows Live" clId="Web-{BD42576C-17D9-7939-21A0-442481FADB09}" dt="2025-11-10T01:24:38.061" v="393"/>
        <pc:sldMkLst>
          <pc:docMk/>
          <pc:sldMk cId="4236855683" sldId="281"/>
        </pc:sldMkLst>
        <pc:spChg chg="mod">
          <ac:chgData name="Người dùng Khách" userId="" providerId="Windows Live" clId="Web-{BD42576C-17D9-7939-21A0-442481FADB09}" dt="2025-11-10T01:00:12.534" v="389" actId="20577"/>
          <ac:spMkLst>
            <pc:docMk/>
            <pc:sldMk cId="4236855683" sldId="281"/>
            <ac:spMk id="3" creationId="{283B1B7C-F797-B83B-CFBC-B6D25B8F2872}"/>
          </ac:spMkLst>
        </pc:spChg>
      </pc:sldChg>
      <pc:sldChg chg="modSp add replId">
        <pc:chgData name="Người dùng Khách" userId="" providerId="Windows Live" clId="Web-{BD42576C-17D9-7939-21A0-442481FADB09}" dt="2025-11-10T01:59:28.435" v="585" actId="20577"/>
        <pc:sldMkLst>
          <pc:docMk/>
          <pc:sldMk cId="3520901651" sldId="282"/>
        </pc:sldMkLst>
        <pc:spChg chg="mod">
          <ac:chgData name="Người dùng Khách" userId="" providerId="Windows Live" clId="Web-{BD42576C-17D9-7939-21A0-442481FADB09}" dt="2025-11-10T01:35:52.994" v="480" actId="20577"/>
          <ac:spMkLst>
            <pc:docMk/>
            <pc:sldMk cId="3520901651" sldId="282"/>
            <ac:spMk id="2" creationId="{CE65FB15-C5A3-367B-DDFA-151A9C9E064C}"/>
          </ac:spMkLst>
        </pc:spChg>
        <pc:spChg chg="mod">
          <ac:chgData name="Người dùng Khách" userId="" providerId="Windows Live" clId="Web-{BD42576C-17D9-7939-21A0-442481FADB09}" dt="2025-11-10T01:59:28.435" v="585" actId="20577"/>
          <ac:spMkLst>
            <pc:docMk/>
            <pc:sldMk cId="3520901651" sldId="282"/>
            <ac:spMk id="4" creationId="{B9A6E18B-9FB1-7846-D740-B3256A7E2ADC}"/>
          </ac:spMkLst>
        </pc:spChg>
        <pc:spChg chg="mod">
          <ac:chgData name="Người dùng Khách" userId="" providerId="Windows Live" clId="Web-{BD42576C-17D9-7939-21A0-442481FADB09}" dt="2025-11-10T01:42:02.116" v="526" actId="20577"/>
          <ac:spMkLst>
            <pc:docMk/>
            <pc:sldMk cId="3520901651" sldId="282"/>
            <ac:spMk id="5" creationId="{37C643E5-2858-6932-D112-FB3D17B9D2C6}"/>
          </ac:spMkLst>
        </pc:spChg>
      </pc:sldChg>
      <pc:sldChg chg="modSp add replId">
        <pc:chgData name="Người dùng Khách" userId="" providerId="Windows Live" clId="Web-{BD42576C-17D9-7939-21A0-442481FADB09}" dt="2025-11-10T02:16:58.285" v="609" actId="20577"/>
        <pc:sldMkLst>
          <pc:docMk/>
          <pc:sldMk cId="2179935637" sldId="283"/>
        </pc:sldMkLst>
        <pc:spChg chg="mod">
          <ac:chgData name="Người dùng Khách" userId="" providerId="Windows Live" clId="Web-{BD42576C-17D9-7939-21A0-442481FADB09}" dt="2025-11-10T02:16:58.285" v="609" actId="20577"/>
          <ac:spMkLst>
            <pc:docMk/>
            <pc:sldMk cId="2179935637" sldId="283"/>
            <ac:spMk id="2" creationId="{35F521B8-3E71-13D2-D3CB-CB8D35356E07}"/>
          </ac:spMkLst>
        </pc:spChg>
      </pc:sldChg>
      <pc:sldChg chg="addSp modSp add replId">
        <pc:chgData name="Người dùng Khách" userId="" providerId="Windows Live" clId="Web-{BD42576C-17D9-7939-21A0-442481FADB09}" dt="2025-11-10T02:49:25.145" v="737" actId="14100"/>
        <pc:sldMkLst>
          <pc:docMk/>
          <pc:sldMk cId="2859851663" sldId="284"/>
        </pc:sldMkLst>
        <pc:spChg chg="mod">
          <ac:chgData name="Người dùng Khách" userId="" providerId="Windows Live" clId="Web-{BD42576C-17D9-7939-21A0-442481FADB09}" dt="2025-11-10T02:26:51.507" v="618" actId="20577"/>
          <ac:spMkLst>
            <pc:docMk/>
            <pc:sldMk cId="2859851663" sldId="284"/>
            <ac:spMk id="2" creationId="{EF94AA51-544C-CBCC-F65D-415F0FC9E489}"/>
          </ac:spMkLst>
        </pc:spChg>
        <pc:spChg chg="add mod">
          <ac:chgData name="Người dùng Khách" userId="" providerId="Windows Live" clId="Web-{BD42576C-17D9-7939-21A0-442481FADB09}" dt="2025-11-10T02:34:13.446" v="655" actId="14100"/>
          <ac:spMkLst>
            <pc:docMk/>
            <pc:sldMk cId="2859851663" sldId="284"/>
            <ac:spMk id="3" creationId="{C2E437DE-B23F-5A6A-06E2-B485B0931BF9}"/>
          </ac:spMkLst>
        </pc:spChg>
        <pc:spChg chg="mod">
          <ac:chgData name="Người dùng Khách" userId="" providerId="Windows Live" clId="Web-{BD42576C-17D9-7939-21A0-442481FADB09}" dt="2025-11-10T02:49:25.145" v="737" actId="14100"/>
          <ac:spMkLst>
            <pc:docMk/>
            <pc:sldMk cId="2859851663" sldId="284"/>
            <ac:spMk id="4" creationId="{294897E1-C83E-597D-C80E-95442AF577A5}"/>
          </ac:spMkLst>
        </pc:spChg>
        <pc:spChg chg="mod">
          <ac:chgData name="Người dùng Khách" userId="" providerId="Windows Live" clId="Web-{BD42576C-17D9-7939-21A0-442481FADB09}" dt="2025-11-10T02:49:19.691" v="736" actId="14100"/>
          <ac:spMkLst>
            <pc:docMk/>
            <pc:sldMk cId="2859851663" sldId="284"/>
            <ac:spMk id="5" creationId="{116CA3D4-0544-890D-2E99-CD92231F1F73}"/>
          </ac:spMkLst>
        </pc:spChg>
        <pc:spChg chg="add mod">
          <ac:chgData name="Người dùng Khách" userId="" providerId="Windows Live" clId="Web-{BD42576C-17D9-7939-21A0-442481FADB09}" dt="2025-11-10T02:34:13.477" v="656" actId="14100"/>
          <ac:spMkLst>
            <pc:docMk/>
            <pc:sldMk cId="2859851663" sldId="284"/>
            <ac:spMk id="6" creationId="{46449161-1AB8-7828-4476-68EFC9A1A99F}"/>
          </ac:spMkLst>
        </pc:spChg>
      </pc:sldChg>
    </pc:docChg>
  </pc:docChgLst>
  <pc:docChgLst>
    <pc:chgData name="Người dùng Khách" providerId="Windows Live" clId="Web-{D0A8DBFA-1AE2-0E45-2063-8802C18CA4F2}"/>
    <pc:docChg chg="modSld">
      <pc:chgData name="Người dùng Khách" userId="" providerId="Windows Live" clId="Web-{D0A8DBFA-1AE2-0E45-2063-8802C18CA4F2}" dt="2025-11-10T16:02:13.473" v="7" actId="14100"/>
      <pc:docMkLst>
        <pc:docMk/>
      </pc:docMkLst>
      <pc:sldChg chg="modSp">
        <pc:chgData name="Người dùng Khách" userId="" providerId="Windows Live" clId="Web-{D0A8DBFA-1AE2-0E45-2063-8802C18CA4F2}" dt="2025-11-10T16:02:13.473" v="7" actId="14100"/>
        <pc:sldMkLst>
          <pc:docMk/>
          <pc:sldMk cId="2014963187" sldId="292"/>
        </pc:sldMkLst>
        <pc:spChg chg="mod">
          <ac:chgData name="Người dùng Khách" userId="" providerId="Windows Live" clId="Web-{D0A8DBFA-1AE2-0E45-2063-8802C18CA4F2}" dt="2025-11-10T16:02:13.473" v="7" actId="14100"/>
          <ac:spMkLst>
            <pc:docMk/>
            <pc:sldMk cId="2014963187" sldId="292"/>
            <ac:spMk id="2" creationId="{AC97FA35-BBB8-7992-0FEF-EB4627E91047}"/>
          </ac:spMkLst>
        </pc:spChg>
        <pc:spChg chg="mod">
          <ac:chgData name="Người dùng Khách" userId="" providerId="Windows Live" clId="Web-{D0A8DBFA-1AE2-0E45-2063-8802C18CA4F2}" dt="2025-11-10T16:02:00.317" v="0" actId="14100"/>
          <ac:spMkLst>
            <pc:docMk/>
            <pc:sldMk cId="2014963187" sldId="292"/>
            <ac:spMk id="4" creationId="{00938EF3-4FC6-1675-9ABA-A2F116CB9889}"/>
          </ac:spMkLst>
        </pc:spChg>
      </pc:sldChg>
    </pc:docChg>
  </pc:docChgLst>
  <pc:docChgLst>
    <pc:chgData name="Người dùng Khách" providerId="Windows Live" clId="Web-{8FA60C19-6833-C061-A1D2-D6029C0EF1A7}"/>
    <pc:docChg chg="modSld sldOrd">
      <pc:chgData name="Người dùng Khách" userId="" providerId="Windows Live" clId="Web-{8FA60C19-6833-C061-A1D2-D6029C0EF1A7}" dt="2025-11-08T13:38:08.613" v="5" actId="1076"/>
      <pc:docMkLst>
        <pc:docMk/>
      </pc:docMkLst>
      <pc:sldChg chg="modSp">
        <pc:chgData name="Người dùng Khách" userId="" providerId="Windows Live" clId="Web-{8FA60C19-6833-C061-A1D2-D6029C0EF1A7}" dt="2025-11-08T13:37:24.441" v="2" actId="20577"/>
        <pc:sldMkLst>
          <pc:docMk/>
          <pc:sldMk cId="169948877" sldId="257"/>
        </pc:sldMkLst>
        <pc:spChg chg="mod">
          <ac:chgData name="Người dùng Khách" userId="" providerId="Windows Live" clId="Web-{8FA60C19-6833-C061-A1D2-D6029C0EF1A7}" dt="2025-11-08T13:37:24.441" v="2" actId="20577"/>
          <ac:spMkLst>
            <pc:docMk/>
            <pc:sldMk cId="169948877" sldId="257"/>
            <ac:spMk id="5" creationId="{D56F77BC-B3FA-B49F-7896-32667CB3AE46}"/>
          </ac:spMkLst>
        </pc:spChg>
      </pc:sldChg>
      <pc:sldChg chg="modSp">
        <pc:chgData name="Người dùng Khách" userId="" providerId="Windows Live" clId="Web-{8FA60C19-6833-C061-A1D2-D6029C0EF1A7}" dt="2025-11-08T13:38:08.613" v="5" actId="1076"/>
        <pc:sldMkLst>
          <pc:docMk/>
          <pc:sldMk cId="1792338029" sldId="260"/>
        </pc:sldMkLst>
      </pc:sldChg>
      <pc:sldChg chg="ord">
        <pc:chgData name="Người dùng Khách" userId="" providerId="Windows Live" clId="Web-{8FA60C19-6833-C061-A1D2-D6029C0EF1A7}" dt="2025-11-08T13:37:03.582" v="0"/>
        <pc:sldMkLst>
          <pc:docMk/>
          <pc:sldMk cId="1521355439" sldId="263"/>
        </pc:sldMkLst>
      </pc:sldChg>
    </pc:docChg>
  </pc:docChgLst>
  <pc:docChgLst>
    <pc:chgData name="Người dùng Khách" providerId="Windows Live" clId="Web-{A4693DA1-C4C1-1E61-8D31-50714CFCA3F3}"/>
    <pc:docChg chg="modSld">
      <pc:chgData name="Người dùng Khách" userId="" providerId="Windows Live" clId="Web-{A4693DA1-C4C1-1E61-8D31-50714CFCA3F3}" dt="2025-11-08T10:51:40.944" v="26" actId="1076"/>
      <pc:docMkLst>
        <pc:docMk/>
      </pc:docMkLst>
      <pc:sldChg chg="modSp">
        <pc:chgData name="Người dùng Khách" userId="" providerId="Windows Live" clId="Web-{A4693DA1-C4C1-1E61-8D31-50714CFCA3F3}" dt="2025-11-08T10:51:40.944" v="26" actId="1076"/>
        <pc:sldMkLst>
          <pc:docMk/>
          <pc:sldMk cId="898059120" sldId="259"/>
        </pc:sldMkLst>
        <pc:spChg chg="mod">
          <ac:chgData name="Người dùng Khách" userId="" providerId="Windows Live" clId="Web-{A4693DA1-C4C1-1E61-8D31-50714CFCA3F3}" dt="2025-11-08T10:51:29.896" v="24" actId="20577"/>
          <ac:spMkLst>
            <pc:docMk/>
            <pc:sldMk cId="898059120" sldId="259"/>
            <ac:spMk id="10" creationId="{21F9F028-B4DD-2B1C-4893-64ECC7FE82FA}"/>
          </ac:spMkLst>
        </pc:spChg>
        <pc:spChg chg="mod">
          <ac:chgData name="Người dùng Khách" userId="" providerId="Windows Live" clId="Web-{A4693DA1-C4C1-1E61-8D31-50714CFCA3F3}" dt="2025-11-08T10:51:36.834" v="25" actId="1076"/>
          <ac:spMkLst>
            <pc:docMk/>
            <pc:sldMk cId="898059120" sldId="259"/>
            <ac:spMk id="12" creationId="{983FA38E-64BE-C67B-0600-C1EA4A948E05}"/>
          </ac:spMkLst>
        </pc:spChg>
        <pc:spChg chg="mod">
          <ac:chgData name="Người dùng Khách" userId="" providerId="Windows Live" clId="Web-{A4693DA1-C4C1-1E61-8D31-50714CFCA3F3}" dt="2025-11-08T10:51:14.974" v="16" actId="20577"/>
          <ac:spMkLst>
            <pc:docMk/>
            <pc:sldMk cId="898059120" sldId="259"/>
            <ac:spMk id="14" creationId="{2A1E8414-28BC-E092-EC8C-03C0341C83F0}"/>
          </ac:spMkLst>
        </pc:spChg>
        <pc:spChg chg="mod">
          <ac:chgData name="Người dùng Khách" userId="" providerId="Windows Live" clId="Web-{A4693DA1-C4C1-1E61-8D31-50714CFCA3F3}" dt="2025-11-08T10:51:40.944" v="26" actId="1076"/>
          <ac:spMkLst>
            <pc:docMk/>
            <pc:sldMk cId="898059120" sldId="259"/>
            <ac:spMk id="17" creationId="{1AAD995E-513F-4962-D9B0-F2532AF9AE5E}"/>
          </ac:spMkLst>
        </pc:spChg>
        <pc:picChg chg="mod">
          <ac:chgData name="Người dùng Khách" userId="" providerId="Windows Live" clId="Web-{A4693DA1-C4C1-1E61-8D31-50714CFCA3F3}" dt="2025-11-08T10:42:55.622" v="1" actId="1076"/>
          <ac:picMkLst>
            <pc:docMk/>
            <pc:sldMk cId="898059120" sldId="259"/>
            <ac:picMk id="18" creationId="{43660DD5-657F-0C58-1787-4A061E5CB94C}"/>
          </ac:picMkLst>
        </pc:picChg>
      </pc:sldChg>
      <pc:sldChg chg="modSp">
        <pc:chgData name="Người dùng Khách" userId="" providerId="Windows Live" clId="Web-{A4693DA1-C4C1-1E61-8D31-50714CFCA3F3}" dt="2025-11-08T10:44:45.267" v="8"/>
        <pc:sldMkLst>
          <pc:docMk/>
          <pc:sldMk cId="953508438" sldId="266"/>
        </pc:sldMkLst>
        <pc:spChg chg="mod">
          <ac:chgData name="Người dùng Khách" userId="" providerId="Windows Live" clId="Web-{A4693DA1-C4C1-1E61-8D31-50714CFCA3F3}" dt="2025-11-08T10:44:45.267" v="8"/>
          <ac:spMkLst>
            <pc:docMk/>
            <pc:sldMk cId="953508438" sldId="266"/>
            <ac:spMk id="5" creationId="{77A602BD-10F3-F34A-F39C-0ACC19E748DA}"/>
          </ac:spMkLst>
        </pc:spChg>
      </pc:sldChg>
    </pc:docChg>
  </pc:docChgLst>
  <pc:docChgLst>
    <pc:chgData name="levodinhphuc2021@gmail.com" userId="e43a5c05263ded51" providerId="Windows Live" clId="Web-{366EE00D-CF9F-4951-943E-FBD1BFDE3E2E}"/>
    <pc:docChg chg="addSld delSld modSld">
      <pc:chgData name="levodinhphuc2021@gmail.com" userId="e43a5c05263ded51" providerId="Windows Live" clId="Web-{366EE00D-CF9F-4951-943E-FBD1BFDE3E2E}" dt="2025-11-05T04:38:11.882" v="23"/>
      <pc:docMkLst>
        <pc:docMk/>
      </pc:docMkLst>
      <pc:sldChg chg="new">
        <pc:chgData name="levodinhphuc2021@gmail.com" userId="e43a5c05263ded51" providerId="Windows Live" clId="Web-{366EE00D-CF9F-4951-943E-FBD1BFDE3E2E}" dt="2025-11-04T14:54:39.796" v="0"/>
        <pc:sldMkLst>
          <pc:docMk/>
          <pc:sldMk cId="169948877" sldId="257"/>
        </pc:sldMkLst>
      </pc:sldChg>
      <pc:sldChg chg="new">
        <pc:chgData name="levodinhphuc2021@gmail.com" userId="e43a5c05263ded51" providerId="Windows Live" clId="Web-{366EE00D-CF9F-4951-943E-FBD1BFDE3E2E}" dt="2025-11-04T14:54:40.671" v="1"/>
        <pc:sldMkLst>
          <pc:docMk/>
          <pc:sldMk cId="242288225" sldId="258"/>
        </pc:sldMkLst>
      </pc:sldChg>
      <pc:sldChg chg="addSp delSp modSp new mod modClrScheme chgLayout">
        <pc:chgData name="levodinhphuc2021@gmail.com" userId="e43a5c05263ded51" providerId="Windows Live" clId="Web-{366EE00D-CF9F-4951-943E-FBD1BFDE3E2E}" dt="2025-11-05T04:38:11.882" v="23"/>
        <pc:sldMkLst>
          <pc:docMk/>
          <pc:sldMk cId="898059120" sldId="259"/>
        </pc:sldMkLst>
        <pc:spChg chg="add mod">
          <ac:chgData name="levodinhphuc2021@gmail.com" userId="e43a5c05263ded51" providerId="Windows Live" clId="Web-{366EE00D-CF9F-4951-943E-FBD1BFDE3E2E}" dt="2025-11-05T04:38:11.882" v="23"/>
          <ac:spMkLst>
            <pc:docMk/>
            <pc:sldMk cId="898059120" sldId="259"/>
            <ac:spMk id="7" creationId="{54E02B88-6CF4-9C42-96BA-518F8FF10A85}"/>
          </ac:spMkLst>
        </pc:spChg>
      </pc:sldChg>
    </pc:docChg>
  </pc:docChgLst>
  <pc:docChgLst>
    <pc:chgData name="Guest User" providerId="Windows Live" clId="Web-{50F4133A-AB19-9EDF-31C8-197263474295}"/>
    <pc:docChg chg="modSld">
      <pc:chgData name="Guest User" userId="" providerId="Windows Live" clId="Web-{50F4133A-AB19-9EDF-31C8-197263474295}" dt="2025-11-09T11:11:39.600" v="7" actId="14100"/>
      <pc:docMkLst>
        <pc:docMk/>
      </pc:docMkLst>
      <pc:sldChg chg="modSp">
        <pc:chgData name="Guest User" userId="" providerId="Windows Live" clId="Web-{50F4133A-AB19-9EDF-31C8-197263474295}" dt="2025-11-09T11:11:39.600" v="7" actId="14100"/>
        <pc:sldMkLst>
          <pc:docMk/>
          <pc:sldMk cId="1620141251" sldId="264"/>
        </pc:sldMkLst>
        <pc:spChg chg="mod">
          <ac:chgData name="Guest User" userId="" providerId="Windows Live" clId="Web-{50F4133A-AB19-9EDF-31C8-197263474295}" dt="2025-11-09T11:11:39.600" v="7" actId="14100"/>
          <ac:spMkLst>
            <pc:docMk/>
            <pc:sldMk cId="1620141251" sldId="264"/>
            <ac:spMk id="7" creationId="{D71C2E77-5D7C-D8D0-1FC6-7D0054B6BFA3}"/>
          </ac:spMkLst>
        </pc:spChg>
        <pc:picChg chg="mod">
          <ac:chgData name="Guest User" userId="" providerId="Windows Live" clId="Web-{50F4133A-AB19-9EDF-31C8-197263474295}" dt="2025-11-09T11:11:34.538" v="6" actId="1076"/>
          <ac:picMkLst>
            <pc:docMk/>
            <pc:sldMk cId="1620141251" sldId="264"/>
            <ac:picMk id="8" creationId="{7263BB0C-3E60-2733-5E41-69DDA77ECF39}"/>
          </ac:picMkLst>
        </pc:picChg>
      </pc:sldChg>
    </pc:docChg>
  </pc:docChgLst>
  <pc:docChgLst>
    <pc:chgData name="Người dùng Khách" providerId="Windows Live" clId="Web-{D8418577-1074-4D76-AB62-A5F43180921F}"/>
    <pc:docChg chg="delSld modSld sldOrd">
      <pc:chgData name="Người dùng Khách" userId="" providerId="Windows Live" clId="Web-{D8418577-1074-4D76-AB62-A5F43180921F}" dt="2025-11-10T01:51:46.046" v="163" actId="14100"/>
      <pc:docMkLst>
        <pc:docMk/>
      </pc:docMkLst>
      <pc:sldChg chg="modSp">
        <pc:chgData name="Người dùng Khách" userId="" providerId="Windows Live" clId="Web-{D8418577-1074-4D76-AB62-A5F43180921F}" dt="2025-11-10T01:51:46.046" v="163" actId="14100"/>
        <pc:sldMkLst>
          <pc:docMk/>
          <pc:sldMk cId="1792338029" sldId="260"/>
        </pc:sldMkLst>
        <pc:spChg chg="mod">
          <ac:chgData name="Người dùng Khách" userId="" providerId="Windows Live" clId="Web-{D8418577-1074-4D76-AB62-A5F43180921F}" dt="2025-11-10T01:50:15.468" v="159" actId="14100"/>
          <ac:spMkLst>
            <pc:docMk/>
            <pc:sldMk cId="1792338029" sldId="260"/>
            <ac:spMk id="3" creationId="{A7FDAEE2-6527-4CAC-4A9C-FABA80EB4DE0}"/>
          </ac:spMkLst>
        </pc:spChg>
        <pc:spChg chg="mod">
          <ac:chgData name="Người dùng Khách" userId="" providerId="Windows Live" clId="Web-{D8418577-1074-4D76-AB62-A5F43180921F}" dt="2025-11-10T01:51:46.046" v="163" actId="14100"/>
          <ac:spMkLst>
            <pc:docMk/>
            <pc:sldMk cId="1792338029" sldId="260"/>
            <ac:spMk id="4" creationId="{6EE97816-890B-6BAA-CB32-8AC9B5E0F93C}"/>
          </ac:spMkLst>
        </pc:spChg>
      </pc:sldChg>
      <pc:sldChg chg="addSp modSp">
        <pc:chgData name="Người dùng Khách" userId="" providerId="Windows Live" clId="Web-{D8418577-1074-4D76-AB62-A5F43180921F}" dt="2025-11-10T01:39:43.886" v="146" actId="14100"/>
        <pc:sldMkLst>
          <pc:docMk/>
          <pc:sldMk cId="665655422" sldId="262"/>
        </pc:sldMkLst>
        <pc:spChg chg="mod">
          <ac:chgData name="Người dùng Khách" userId="" providerId="Windows Live" clId="Web-{D8418577-1074-4D76-AB62-A5F43180921F}" dt="2025-11-10T01:39:43.886" v="146" actId="14100"/>
          <ac:spMkLst>
            <pc:docMk/>
            <pc:sldMk cId="665655422" sldId="262"/>
            <ac:spMk id="4" creationId="{30C28F24-F90D-EF86-2ADC-E3028126A0E2}"/>
          </ac:spMkLst>
        </pc:spChg>
        <pc:spChg chg="mod">
          <ac:chgData name="Người dùng Khách" userId="" providerId="Windows Live" clId="Web-{D8418577-1074-4D76-AB62-A5F43180921F}" dt="2025-11-10T01:30:08.117" v="129" actId="14100"/>
          <ac:spMkLst>
            <pc:docMk/>
            <pc:sldMk cId="665655422" sldId="262"/>
            <ac:spMk id="5" creationId="{91E58C4E-D400-F7B0-693C-DDFC88C58679}"/>
          </ac:spMkLst>
        </pc:spChg>
      </pc:sldChg>
      <pc:sldChg chg="modSp">
        <pc:chgData name="Người dùng Khách" userId="" providerId="Windows Live" clId="Web-{D8418577-1074-4D76-AB62-A5F43180921F}" dt="2025-11-10T01:50:40.061" v="162" actId="14100"/>
        <pc:sldMkLst>
          <pc:docMk/>
          <pc:sldMk cId="1521355439" sldId="263"/>
        </pc:sldMkLst>
        <pc:spChg chg="mod">
          <ac:chgData name="Người dùng Khách" userId="" providerId="Windows Live" clId="Web-{D8418577-1074-4D76-AB62-A5F43180921F}" dt="2025-11-10T01:50:02.858" v="158" actId="14100"/>
          <ac:spMkLst>
            <pc:docMk/>
            <pc:sldMk cId="1521355439" sldId="263"/>
            <ac:spMk id="4" creationId="{F7E393DB-8409-015B-8166-E5578B0BBEEE}"/>
          </ac:spMkLst>
        </pc:spChg>
        <pc:spChg chg="mod">
          <ac:chgData name="Người dùng Khách" userId="" providerId="Windows Live" clId="Web-{D8418577-1074-4D76-AB62-A5F43180921F}" dt="2025-11-10T01:50:40.061" v="162" actId="14100"/>
          <ac:spMkLst>
            <pc:docMk/>
            <pc:sldMk cId="1521355439" sldId="263"/>
            <ac:spMk id="5" creationId="{5E322ECC-501E-14E3-03EA-404D2041DDF4}"/>
          </ac:spMkLst>
        </pc:spChg>
      </pc:sldChg>
      <pc:sldChg chg="modSp">
        <pc:chgData name="Người dùng Khách" userId="" providerId="Windows Live" clId="Web-{D8418577-1074-4D76-AB62-A5F43180921F}" dt="2025-11-10T01:46:36.356" v="157" actId="14100"/>
        <pc:sldMkLst>
          <pc:docMk/>
          <pc:sldMk cId="2181392580" sldId="265"/>
        </pc:sldMkLst>
        <pc:spChg chg="mod">
          <ac:chgData name="Người dùng Khách" userId="" providerId="Windows Live" clId="Web-{D8418577-1074-4D76-AB62-A5F43180921F}" dt="2025-11-10T01:20:13.818" v="126" actId="14100"/>
          <ac:spMkLst>
            <pc:docMk/>
            <pc:sldMk cId="2181392580" sldId="265"/>
            <ac:spMk id="4" creationId="{FC032187-7A96-B964-97B8-4B927DCE74EB}"/>
          </ac:spMkLst>
        </pc:spChg>
        <pc:spChg chg="mod">
          <ac:chgData name="Người dùng Khách" userId="" providerId="Windows Live" clId="Web-{D8418577-1074-4D76-AB62-A5F43180921F}" dt="2025-11-10T01:46:36.356" v="157" actId="14100"/>
          <ac:spMkLst>
            <pc:docMk/>
            <pc:sldMk cId="2181392580" sldId="265"/>
            <ac:spMk id="5" creationId="{E30E2046-472C-90EC-F7E4-CEE1B6249EAB}"/>
          </ac:spMkLst>
        </pc:spChg>
        <pc:picChg chg="mod">
          <ac:chgData name="Người dùng Khách" userId="" providerId="Windows Live" clId="Web-{D8418577-1074-4D76-AB62-A5F43180921F}" dt="2025-11-10T01:46:31.278" v="156" actId="1076"/>
          <ac:picMkLst>
            <pc:docMk/>
            <pc:sldMk cId="2181392580" sldId="265"/>
            <ac:picMk id="6" creationId="{84BFC98D-1A28-6594-8617-2A2DE12BE44F}"/>
          </ac:picMkLst>
        </pc:picChg>
      </pc:sldChg>
      <pc:sldChg chg="modSp">
        <pc:chgData name="Người dùng Khách" userId="" providerId="Windows Live" clId="Web-{D8418577-1074-4D76-AB62-A5F43180921F}" dt="2025-11-10T01:45:53.246" v="148"/>
        <pc:sldMkLst>
          <pc:docMk/>
          <pc:sldMk cId="953508438" sldId="266"/>
        </pc:sldMkLst>
        <pc:spChg chg="mod">
          <ac:chgData name="Người dùng Khách" userId="" providerId="Windows Live" clId="Web-{D8418577-1074-4D76-AB62-A5F43180921F}" dt="2025-11-10T01:45:53.246" v="148"/>
          <ac:spMkLst>
            <pc:docMk/>
            <pc:sldMk cId="953508438" sldId="266"/>
            <ac:spMk id="3" creationId="{AFA674C8-F80C-D8A6-CF80-47192B61C698}"/>
          </ac:spMkLst>
        </pc:spChg>
      </pc:sldChg>
      <pc:sldChg chg="modSp">
        <pc:chgData name="Người dùng Khách" userId="" providerId="Windows Live" clId="Web-{D8418577-1074-4D76-AB62-A5F43180921F}" dt="2025-11-09T17:35:44.310" v="114" actId="20577"/>
        <pc:sldMkLst>
          <pc:docMk/>
          <pc:sldMk cId="3545424363" sldId="269"/>
        </pc:sldMkLst>
      </pc:sldChg>
      <pc:sldChg chg="modSp">
        <pc:chgData name="Người dùng Khách" userId="" providerId="Windows Live" clId="Web-{D8418577-1074-4D76-AB62-A5F43180921F}" dt="2025-11-09T17:12:40.758" v="20" actId="1076"/>
        <pc:sldMkLst>
          <pc:docMk/>
          <pc:sldMk cId="1448042315" sldId="276"/>
        </pc:sldMkLst>
      </pc:sldChg>
      <pc:sldChg chg="del">
        <pc:chgData name="Người dùng Khách" userId="" providerId="Windows Live" clId="Web-{D8418577-1074-4D76-AB62-A5F43180921F}" dt="2025-11-10T01:14:13.878" v="120"/>
        <pc:sldMkLst>
          <pc:docMk/>
          <pc:sldMk cId="515261107" sldId="279"/>
        </pc:sldMkLst>
      </pc:sldChg>
      <pc:sldChg chg="modSp ord">
        <pc:chgData name="Người dùng Khách" userId="" providerId="Windows Live" clId="Web-{D8418577-1074-4D76-AB62-A5F43180921F}" dt="2025-11-10T01:18:05.208" v="125"/>
        <pc:sldMkLst>
          <pc:docMk/>
          <pc:sldMk cId="4236855683" sldId="281"/>
        </pc:sldMkLst>
        <pc:spChg chg="mod">
          <ac:chgData name="Người dùng Khách" userId="" providerId="Windows Live" clId="Web-{D8418577-1074-4D76-AB62-A5F43180921F}" dt="2025-11-10T01:17:42.536" v="123" actId="20577"/>
          <ac:spMkLst>
            <pc:docMk/>
            <pc:sldMk cId="4236855683" sldId="281"/>
            <ac:spMk id="3" creationId="{283B1B7C-F797-B83B-CFBC-B6D25B8F2872}"/>
          </ac:spMkLst>
        </pc:spChg>
      </pc:sldChg>
      <pc:sldChg chg="modSp">
        <pc:chgData name="Người dùng Khách" userId="" providerId="Windows Live" clId="Web-{D8418577-1074-4D76-AB62-A5F43180921F}" dt="2025-11-10T01:39:30.839" v="145" actId="20577"/>
        <pc:sldMkLst>
          <pc:docMk/>
          <pc:sldMk cId="3520901651" sldId="282"/>
        </pc:sldMkLst>
        <pc:spChg chg="mod">
          <ac:chgData name="Người dùng Khách" userId="" providerId="Windows Live" clId="Web-{D8418577-1074-4D76-AB62-A5F43180921F}" dt="2025-11-10T01:39:22.277" v="143" actId="14100"/>
          <ac:spMkLst>
            <pc:docMk/>
            <pc:sldMk cId="3520901651" sldId="282"/>
            <ac:spMk id="4" creationId="{B9A6E18B-9FB1-7846-D740-B3256A7E2ADC}"/>
          </ac:spMkLst>
        </pc:spChg>
        <pc:spChg chg="mod">
          <ac:chgData name="Người dùng Khách" userId="" providerId="Windows Live" clId="Web-{D8418577-1074-4D76-AB62-A5F43180921F}" dt="2025-11-10T01:39:30.839" v="145" actId="20577"/>
          <ac:spMkLst>
            <pc:docMk/>
            <pc:sldMk cId="3520901651" sldId="282"/>
            <ac:spMk id="5" creationId="{37C643E5-2858-6932-D112-FB3D17B9D2C6}"/>
          </ac:spMkLst>
        </pc:spChg>
      </pc:sldChg>
    </pc:docChg>
  </pc:docChgLst>
  <pc:docChgLst>
    <pc:chgData name="Người dùng Khách" providerId="Windows Live" clId="Web-{53FA5657-976F-901E-91CC-0D522C462188}"/>
    <pc:docChg chg="addSld delSld modSld">
      <pc:chgData name="Người dùng Khách" userId="" providerId="Windows Live" clId="Web-{53FA5657-976F-901E-91CC-0D522C462188}" dt="2025-11-08T18:22:55.902" v="801" actId="1076"/>
      <pc:docMkLst>
        <pc:docMk/>
      </pc:docMkLst>
      <pc:sldChg chg="addSp delSp modSp">
        <pc:chgData name="Người dùng Khách" userId="" providerId="Windows Live" clId="Web-{53FA5657-976F-901E-91CC-0D522C462188}" dt="2025-11-08T18:04:55.681" v="708" actId="1076"/>
        <pc:sldMkLst>
          <pc:docMk/>
          <pc:sldMk cId="169948877" sldId="257"/>
        </pc:sldMkLst>
        <pc:spChg chg="mod">
          <ac:chgData name="Người dùng Khách" userId="" providerId="Windows Live" clId="Web-{53FA5657-976F-901E-91CC-0D522C462188}" dt="2025-11-08T18:04:55.681" v="708" actId="1076"/>
          <ac:spMkLst>
            <pc:docMk/>
            <pc:sldMk cId="169948877" sldId="257"/>
            <ac:spMk id="2" creationId="{9ECA5216-FA23-D335-1FE6-3200BEF9C4D1}"/>
          </ac:spMkLst>
        </pc:spChg>
        <pc:spChg chg="mod">
          <ac:chgData name="Người dùng Khách" userId="" providerId="Windows Live" clId="Web-{53FA5657-976F-901E-91CC-0D522C462188}" dt="2025-11-08T18:04:30.165" v="700" actId="1076"/>
          <ac:spMkLst>
            <pc:docMk/>
            <pc:sldMk cId="169948877" sldId="257"/>
            <ac:spMk id="3" creationId="{3E56DE61-7258-5841-BC20-6A7D40D4A8C3}"/>
          </ac:spMkLst>
        </pc:spChg>
        <pc:spChg chg="add del mod">
          <ac:chgData name="Người dùng Khách" userId="" providerId="Windows Live" clId="Web-{53FA5657-976F-901E-91CC-0D522C462188}" dt="2025-11-08T18:04:30.196" v="704" actId="1076"/>
          <ac:spMkLst>
            <pc:docMk/>
            <pc:sldMk cId="169948877" sldId="257"/>
            <ac:spMk id="4" creationId="{B4ED5C1B-858B-E1B2-3B4B-108CC623AF5C}"/>
          </ac:spMkLst>
        </pc:spChg>
        <pc:spChg chg="mod">
          <ac:chgData name="Người dùng Khách" userId="" providerId="Windows Live" clId="Web-{53FA5657-976F-901E-91CC-0D522C462188}" dt="2025-11-08T18:04:30.180" v="701" actId="1076"/>
          <ac:spMkLst>
            <pc:docMk/>
            <pc:sldMk cId="169948877" sldId="257"/>
            <ac:spMk id="5" creationId="{D56F77BC-B3FA-B49F-7896-32667CB3AE46}"/>
          </ac:spMkLst>
        </pc:spChg>
        <pc:spChg chg="mod">
          <ac:chgData name="Người dùng Khách" userId="" providerId="Windows Live" clId="Web-{53FA5657-976F-901E-91CC-0D522C462188}" dt="2025-11-08T18:04:30.180" v="702" actId="1076"/>
          <ac:spMkLst>
            <pc:docMk/>
            <pc:sldMk cId="169948877" sldId="257"/>
            <ac:spMk id="9" creationId="{571BCC3E-51A1-1035-44CA-E09D6F6DCD30}"/>
          </ac:spMkLst>
        </pc:spChg>
        <pc:spChg chg="mod">
          <ac:chgData name="Người dùng Khách" userId="" providerId="Windows Live" clId="Web-{53FA5657-976F-901E-91CC-0D522C462188}" dt="2025-11-08T18:04:30.196" v="703" actId="1076"/>
          <ac:spMkLst>
            <pc:docMk/>
            <pc:sldMk cId="169948877" sldId="257"/>
            <ac:spMk id="10" creationId="{A6E30270-785D-3080-0CE7-2A1E54126695}"/>
          </ac:spMkLst>
        </pc:spChg>
      </pc:sldChg>
      <pc:sldChg chg="addSp modSp">
        <pc:chgData name="Người dùng Khách" userId="" providerId="Windows Live" clId="Web-{53FA5657-976F-901E-91CC-0D522C462188}" dt="2025-11-08T18:14:20.509" v="726" actId="1076"/>
        <pc:sldMkLst>
          <pc:docMk/>
          <pc:sldMk cId="242288225" sldId="258"/>
        </pc:sldMkLst>
        <pc:spChg chg="add mod">
          <ac:chgData name="Người dùng Khách" userId="" providerId="Windows Live" clId="Web-{53FA5657-976F-901E-91CC-0D522C462188}" dt="2025-11-08T18:14:20.509" v="726" actId="1076"/>
          <ac:spMkLst>
            <pc:docMk/>
            <pc:sldMk cId="242288225" sldId="258"/>
            <ac:spMk id="3" creationId="{C0A8C0AE-A838-3BD0-0CC5-BBEBE4A7ACE1}"/>
          </ac:spMkLst>
        </pc:spChg>
      </pc:sldChg>
      <pc:sldChg chg="addSp delSp modSp">
        <pc:chgData name="Người dùng Khách" userId="" providerId="Windows Live" clId="Web-{53FA5657-976F-901E-91CC-0D522C462188}" dt="2025-11-08T17:16:03.452" v="382" actId="1076"/>
        <pc:sldMkLst>
          <pc:docMk/>
          <pc:sldMk cId="898059120" sldId="259"/>
        </pc:sldMkLst>
        <pc:spChg chg="mod">
          <ac:chgData name="Người dùng Khách" userId="" providerId="Windows Live" clId="Web-{53FA5657-976F-901E-91CC-0D522C462188}" dt="2025-11-08T17:16:03.452" v="382" actId="1076"/>
          <ac:spMkLst>
            <pc:docMk/>
            <pc:sldMk cId="898059120" sldId="259"/>
            <ac:spMk id="7" creationId="{54E02B88-6CF4-9C42-96BA-518F8FF10A85}"/>
          </ac:spMkLst>
        </pc:spChg>
        <pc:spChg chg="mod">
          <ac:chgData name="Người dùng Khách" userId="" providerId="Windows Live" clId="Web-{53FA5657-976F-901E-91CC-0D522C462188}" dt="2025-11-08T16:27:15.686" v="358"/>
          <ac:spMkLst>
            <pc:docMk/>
            <pc:sldMk cId="898059120" sldId="259"/>
            <ac:spMk id="10" creationId="{21F9F028-B4DD-2B1C-4893-64ECC7FE82FA}"/>
          </ac:spMkLst>
        </pc:spChg>
        <pc:spChg chg="mod">
          <ac:chgData name="Người dùng Khách" userId="" providerId="Windows Live" clId="Web-{53FA5657-976F-901E-91CC-0D522C462188}" dt="2025-11-08T16:27:15.686" v="359"/>
          <ac:spMkLst>
            <pc:docMk/>
            <pc:sldMk cId="898059120" sldId="259"/>
            <ac:spMk id="12" creationId="{983FA38E-64BE-C67B-0600-C1EA4A948E05}"/>
          </ac:spMkLst>
        </pc:spChg>
        <pc:spChg chg="mod">
          <ac:chgData name="Người dùng Khách" userId="" providerId="Windows Live" clId="Web-{53FA5657-976F-901E-91CC-0D522C462188}" dt="2025-11-08T16:27:15.686" v="360"/>
          <ac:spMkLst>
            <pc:docMk/>
            <pc:sldMk cId="898059120" sldId="259"/>
            <ac:spMk id="14" creationId="{2A1E8414-28BC-E092-EC8C-03C0341C83F0}"/>
          </ac:spMkLst>
        </pc:spChg>
        <pc:spChg chg="mod">
          <ac:chgData name="Người dùng Khách" userId="" providerId="Windows Live" clId="Web-{53FA5657-976F-901E-91CC-0D522C462188}" dt="2025-11-08T16:27:15.717" v="361"/>
          <ac:spMkLst>
            <pc:docMk/>
            <pc:sldMk cId="898059120" sldId="259"/>
            <ac:spMk id="17" creationId="{1AAD995E-513F-4962-D9B0-F2532AF9AE5E}"/>
          </ac:spMkLst>
        </pc:spChg>
        <pc:picChg chg="mod">
          <ac:chgData name="Người dùng Khách" userId="" providerId="Windows Live" clId="Web-{53FA5657-976F-901E-91CC-0D522C462188}" dt="2025-11-08T16:14:17.993" v="291" actId="1076"/>
          <ac:picMkLst>
            <pc:docMk/>
            <pc:sldMk cId="898059120" sldId="259"/>
            <ac:picMk id="13" creationId="{C7307565-2173-6B94-D5C3-EB34E7E3606C}"/>
          </ac:picMkLst>
        </pc:picChg>
        <pc:picChg chg="mod">
          <ac:chgData name="Người dùng Khách" userId="" providerId="Windows Live" clId="Web-{53FA5657-976F-901E-91CC-0D522C462188}" dt="2025-11-08T16:14:18.008" v="292" actId="1076"/>
          <ac:picMkLst>
            <pc:docMk/>
            <pc:sldMk cId="898059120" sldId="259"/>
            <ac:picMk id="15" creationId="{2AB587CA-7D57-8883-1818-3DABF3718B18}"/>
          </ac:picMkLst>
        </pc:picChg>
        <pc:picChg chg="mod">
          <ac:chgData name="Người dùng Khách" userId="" providerId="Windows Live" clId="Web-{53FA5657-976F-901E-91CC-0D522C462188}" dt="2025-11-08T16:14:18.008" v="293" actId="1076"/>
          <ac:picMkLst>
            <pc:docMk/>
            <pc:sldMk cId="898059120" sldId="259"/>
            <ac:picMk id="16" creationId="{8BA6DB7C-B2D2-5B60-60C5-A2B57D372210}"/>
          </ac:picMkLst>
        </pc:picChg>
        <pc:picChg chg="mod">
          <ac:chgData name="Người dùng Khách" userId="" providerId="Windows Live" clId="Web-{53FA5657-976F-901E-91CC-0D522C462188}" dt="2025-11-08T16:19:45.931" v="336" actId="1076"/>
          <ac:picMkLst>
            <pc:docMk/>
            <pc:sldMk cId="898059120" sldId="259"/>
            <ac:picMk id="18" creationId="{43660DD5-657F-0C58-1787-4A061E5CB94C}"/>
          </ac:picMkLst>
        </pc:picChg>
        <pc:inkChg chg="add">
          <ac:chgData name="Người dùng Khách" userId="" providerId="Windows Live" clId="Web-{53FA5657-976F-901E-91CC-0D522C462188}" dt="2025-11-08T16:26:40.185" v="352"/>
          <ac:inkMkLst>
            <pc:docMk/>
            <pc:sldMk cId="898059120" sldId="259"/>
            <ac:inkMk id="20" creationId="{4DFF343D-8EAA-80FC-2636-4492D80E284E}"/>
          </ac:inkMkLst>
        </pc:inkChg>
        <pc:inkChg chg="add">
          <ac:chgData name="Người dùng Khách" userId="" providerId="Windows Live" clId="Web-{53FA5657-976F-901E-91CC-0D522C462188}" dt="2025-11-08T16:26:40.967" v="353"/>
          <ac:inkMkLst>
            <pc:docMk/>
            <pc:sldMk cId="898059120" sldId="259"/>
            <ac:inkMk id="21" creationId="{85842E85-8815-FCAB-A199-3F848B3776B1}"/>
          </ac:inkMkLst>
        </pc:inkChg>
      </pc:sldChg>
      <pc:sldChg chg="addSp delSp modSp">
        <pc:chgData name="Người dùng Khách" userId="" providerId="Windows Live" clId="Web-{53FA5657-976F-901E-91CC-0D522C462188}" dt="2025-11-08T18:22:55.902" v="801" actId="1076"/>
        <pc:sldMkLst>
          <pc:docMk/>
          <pc:sldMk cId="3545424363" sldId="269"/>
        </pc:sldMkLst>
      </pc:sldChg>
      <pc:sldChg chg="modSp">
        <pc:chgData name="Người dùng Khách" userId="" providerId="Windows Live" clId="Web-{53FA5657-976F-901E-91CC-0D522C462188}" dt="2025-11-08T18:13:22.898" v="709" actId="1076"/>
        <pc:sldMkLst>
          <pc:docMk/>
          <pc:sldMk cId="2907399524" sldId="270"/>
        </pc:sldMkLst>
        <pc:spChg chg="mod">
          <ac:chgData name="Người dùng Khách" userId="" providerId="Windows Live" clId="Web-{53FA5657-976F-901E-91CC-0D522C462188}" dt="2025-11-08T18:13:22.898" v="709" actId="1076"/>
          <ac:spMkLst>
            <pc:docMk/>
            <pc:sldMk cId="2907399524" sldId="270"/>
            <ac:spMk id="2" creationId="{34F1043C-36BE-9E21-91FA-04A992505E5A}"/>
          </ac:spMkLst>
        </pc:spChg>
        <pc:spChg chg="mod">
          <ac:chgData name="Người dùng Khách" userId="" providerId="Windows Live" clId="Web-{53FA5657-976F-901E-91CC-0D522C462188}" dt="2025-11-08T17:23:12.539" v="395" actId="14100"/>
          <ac:spMkLst>
            <pc:docMk/>
            <pc:sldMk cId="2907399524" sldId="270"/>
            <ac:spMk id="3" creationId="{64AFB64E-2AF8-AB73-930B-21FA6AAB7AFA}"/>
          </ac:spMkLst>
        </pc:spChg>
        <pc:spChg chg="mod">
          <ac:chgData name="Người dùng Khách" userId="" providerId="Windows Live" clId="Web-{53FA5657-976F-901E-91CC-0D522C462188}" dt="2025-11-08T16:29:59.221" v="367" actId="20577"/>
          <ac:spMkLst>
            <pc:docMk/>
            <pc:sldMk cId="2907399524" sldId="270"/>
            <ac:spMk id="10" creationId="{093E43BB-7D5E-3CB2-761A-8D41C3C7F417}"/>
          </ac:spMkLst>
        </pc:spChg>
      </pc:sldChg>
      <pc:sldChg chg="addSp delSp modSp">
        <pc:chgData name="Người dùng Khách" userId="" providerId="Windows Live" clId="Web-{53FA5657-976F-901E-91CC-0D522C462188}" dt="2025-11-08T16:05:21.760" v="272" actId="1076"/>
        <pc:sldMkLst>
          <pc:docMk/>
          <pc:sldMk cId="3965618592" sldId="271"/>
        </pc:sldMkLst>
        <pc:spChg chg="mod">
          <ac:chgData name="Người dùng Khách" userId="" providerId="Windows Live" clId="Web-{53FA5657-976F-901E-91CC-0D522C462188}" dt="2025-11-08T16:05:15.338" v="269" actId="1076"/>
          <ac:spMkLst>
            <pc:docMk/>
            <pc:sldMk cId="3965618592" sldId="271"/>
            <ac:spMk id="2" creationId="{A70B2BC5-6ED5-BABA-A164-6420A539103F}"/>
          </ac:spMkLst>
        </pc:spChg>
        <pc:spChg chg="mod">
          <ac:chgData name="Người dùng Khách" userId="" providerId="Windows Live" clId="Web-{53FA5657-976F-901E-91CC-0D522C462188}" dt="2025-11-08T16:03:41.708" v="268" actId="20577"/>
          <ac:spMkLst>
            <pc:docMk/>
            <pc:sldMk cId="3965618592" sldId="271"/>
            <ac:spMk id="5" creationId="{6AEE9630-913E-0E38-AA57-609814E67950}"/>
          </ac:spMkLst>
        </pc:spChg>
        <pc:spChg chg="mod">
          <ac:chgData name="Người dùng Khách" userId="" providerId="Windows Live" clId="Web-{53FA5657-976F-901E-91CC-0D522C462188}" dt="2025-11-08T16:05:15.353" v="270" actId="1076"/>
          <ac:spMkLst>
            <pc:docMk/>
            <pc:sldMk cId="3965618592" sldId="271"/>
            <ac:spMk id="6" creationId="{6442D571-9FA7-3D2D-76D2-2793035ADE72}"/>
          </ac:spMkLst>
        </pc:spChg>
        <pc:spChg chg="mod">
          <ac:chgData name="Người dùng Khách" userId="" providerId="Windows Live" clId="Web-{53FA5657-976F-901E-91CC-0D522C462188}" dt="2025-11-08T15:47:24.296" v="155" actId="20577"/>
          <ac:spMkLst>
            <pc:docMk/>
            <pc:sldMk cId="3965618592" sldId="271"/>
            <ac:spMk id="8" creationId="{091097AA-181D-0CBB-2B5D-FEF3DE81D425}"/>
          </ac:spMkLst>
        </pc:spChg>
        <pc:spChg chg="add del mod">
          <ac:chgData name="Người dùng Khách" userId="" providerId="Windows Live" clId="Web-{53FA5657-976F-901E-91CC-0D522C462188}" dt="2025-11-08T16:03:33.536" v="264" actId="20577"/>
          <ac:spMkLst>
            <pc:docMk/>
            <pc:sldMk cId="3965618592" sldId="271"/>
            <ac:spMk id="9" creationId="{9D0BCB9A-FECD-D2D8-FF19-3D0F40EC28ED}"/>
          </ac:spMkLst>
        </pc:spChg>
        <pc:picChg chg="mod">
          <ac:chgData name="Người dùng Khách" userId="" providerId="Windows Live" clId="Web-{53FA5657-976F-901E-91CC-0D522C462188}" dt="2025-11-08T16:05:21.760" v="272" actId="1076"/>
          <ac:picMkLst>
            <pc:docMk/>
            <pc:sldMk cId="3965618592" sldId="271"/>
            <ac:picMk id="4" creationId="{3C6317E7-C837-B276-3ADB-8474BDE3E384}"/>
          </ac:picMkLst>
        </pc:picChg>
        <pc:picChg chg="mod">
          <ac:chgData name="Người dùng Khách" userId="" providerId="Windows Live" clId="Web-{53FA5657-976F-901E-91CC-0D522C462188}" dt="2025-11-08T16:03:36.598" v="265" actId="1076"/>
          <ac:picMkLst>
            <pc:docMk/>
            <pc:sldMk cId="3965618592" sldId="271"/>
            <ac:picMk id="7" creationId="{C15AA69E-8F67-6E1E-2209-285CF631C3A2}"/>
          </ac:picMkLst>
        </pc:picChg>
        <pc:picChg chg="mod">
          <ac:chgData name="Người dùng Khách" userId="" providerId="Windows Live" clId="Web-{53FA5657-976F-901E-91CC-0D522C462188}" dt="2025-11-08T16:05:18.119" v="271" actId="1076"/>
          <ac:picMkLst>
            <pc:docMk/>
            <pc:sldMk cId="3965618592" sldId="271"/>
            <ac:picMk id="10" creationId="{19382F4A-2589-9BB4-B5B0-3C188F05D8F8}"/>
          </ac:picMkLst>
        </pc:picChg>
        <pc:picChg chg="mod">
          <ac:chgData name="Người dùng Khách" userId="" providerId="Windows Live" clId="Web-{53FA5657-976F-901E-91CC-0D522C462188}" dt="2025-11-08T16:03:25.020" v="260" actId="1076"/>
          <ac:picMkLst>
            <pc:docMk/>
            <pc:sldMk cId="3965618592" sldId="271"/>
            <ac:picMk id="11" creationId="{D4C81452-B84F-1CCB-18ED-C5DC719B8AA4}"/>
          </ac:picMkLst>
        </pc:picChg>
      </pc:sldChg>
      <pc:sldChg chg="addSp delSp modSp add replId">
        <pc:chgData name="Người dùng Khách" userId="" providerId="Windows Live" clId="Web-{53FA5657-976F-901E-91CC-0D522C462188}" dt="2025-11-08T18:02:10.343" v="699" actId="1076"/>
        <pc:sldMkLst>
          <pc:docMk/>
          <pc:sldMk cId="985606290" sldId="272"/>
        </pc:sldMkLst>
        <pc:spChg chg="mod">
          <ac:chgData name="Người dùng Khách" userId="" providerId="Windows Live" clId="Web-{53FA5657-976F-901E-91CC-0D522C462188}" dt="2025-11-08T17:35:58.813" v="404" actId="1076"/>
          <ac:spMkLst>
            <pc:docMk/>
            <pc:sldMk cId="985606290" sldId="272"/>
            <ac:spMk id="10" creationId="{1CB0FA15-0BDB-B807-974F-E4BF6D7190F6}"/>
          </ac:spMkLst>
        </pc:spChg>
        <pc:spChg chg="add mod">
          <ac:chgData name="Người dùng Khách" userId="" providerId="Windows Live" clId="Web-{53FA5657-976F-901E-91CC-0D522C462188}" dt="2025-11-08T18:02:10.343" v="699" actId="1076"/>
          <ac:spMkLst>
            <pc:docMk/>
            <pc:sldMk cId="985606290" sldId="272"/>
            <ac:spMk id="16" creationId="{0C809EA4-7BD4-5940-EF3C-CD9C3854807F}"/>
          </ac:spMkLst>
        </pc:spChg>
        <pc:spChg chg="add mod">
          <ac:chgData name="Người dùng Khách" userId="" providerId="Windows Live" clId="Web-{53FA5657-976F-901E-91CC-0D522C462188}" dt="2025-11-08T18:00:57.631" v="691" actId="1076"/>
          <ac:spMkLst>
            <pc:docMk/>
            <pc:sldMk cId="985606290" sldId="272"/>
            <ac:spMk id="17" creationId="{E96F335E-C8C9-EB2C-4C8C-687659DE8F70}"/>
          </ac:spMkLst>
        </pc:spChg>
        <pc:spChg chg="add mod">
          <ac:chgData name="Người dùng Khách" userId="" providerId="Windows Live" clId="Web-{53FA5657-976F-901E-91CC-0D522C462188}" dt="2025-11-08T18:01:59.936" v="696"/>
          <ac:spMkLst>
            <pc:docMk/>
            <pc:sldMk cId="985606290" sldId="272"/>
            <ac:spMk id="18" creationId="{1D0C6C29-0897-93DD-CEA3-3FEF45E486B6}"/>
          </ac:spMkLst>
        </pc:spChg>
        <pc:spChg chg="add mod">
          <ac:chgData name="Người dùng Khách" userId="" providerId="Windows Live" clId="Web-{53FA5657-976F-901E-91CC-0D522C462188}" dt="2025-11-08T18:01:59.936" v="697"/>
          <ac:spMkLst>
            <pc:docMk/>
            <pc:sldMk cId="985606290" sldId="272"/>
            <ac:spMk id="19" creationId="{73F08F0E-FB79-D7FB-DADA-3DD73F8A76DA}"/>
          </ac:spMkLst>
        </pc:spChg>
        <pc:spChg chg="add mod">
          <ac:chgData name="Người dùng Khách" userId="" providerId="Windows Live" clId="Web-{53FA5657-976F-901E-91CC-0D522C462188}" dt="2025-11-08T18:02:00.139" v="698"/>
          <ac:spMkLst>
            <pc:docMk/>
            <pc:sldMk cId="985606290" sldId="272"/>
            <ac:spMk id="20" creationId="{6F87E8BD-3BB9-C352-9E0A-B807E4A79E75}"/>
          </ac:spMkLst>
        </pc:spChg>
        <pc:spChg chg="add mod">
          <ac:chgData name="Người dùng Khách" userId="" providerId="Windows Live" clId="Web-{53FA5657-976F-901E-91CC-0D522C462188}" dt="2025-11-08T18:01:04.007" v="692" actId="1076"/>
          <ac:spMkLst>
            <pc:docMk/>
            <pc:sldMk cId="985606290" sldId="272"/>
            <ac:spMk id="21" creationId="{C5C2830A-6167-C1F2-DB05-6A5D120CEBE7}"/>
          </ac:spMkLst>
        </pc:spChg>
        <pc:spChg chg="add mod">
          <ac:chgData name="Người dùng Khách" userId="" providerId="Windows Live" clId="Web-{53FA5657-976F-901E-91CC-0D522C462188}" dt="2025-11-08T18:01:29.245" v="693" actId="1076"/>
          <ac:spMkLst>
            <pc:docMk/>
            <pc:sldMk cId="985606290" sldId="272"/>
            <ac:spMk id="22" creationId="{2B6878D7-20A3-B898-C012-34EBCB0A87AD}"/>
          </ac:spMkLst>
        </pc:spChg>
        <pc:spChg chg="add mod">
          <ac:chgData name="Người dùng Khách" userId="" providerId="Windows Live" clId="Web-{53FA5657-976F-901E-91CC-0D522C462188}" dt="2025-11-08T18:01:37.230" v="694" actId="1076"/>
          <ac:spMkLst>
            <pc:docMk/>
            <pc:sldMk cId="985606290" sldId="272"/>
            <ac:spMk id="23" creationId="{C59274A4-CA1F-AAE9-D3B1-083FDB9AAAB9}"/>
          </ac:spMkLst>
        </pc:spChg>
        <pc:picChg chg="add mod">
          <ac:chgData name="Người dùng Khách" userId="" providerId="Windows Live" clId="Web-{53FA5657-976F-901E-91CC-0D522C462188}" dt="2025-11-08T18:00:50.630" v="680" actId="1076"/>
          <ac:picMkLst>
            <pc:docMk/>
            <pc:sldMk cId="985606290" sldId="272"/>
            <ac:picMk id="8" creationId="{483B3003-C46A-AFC4-6612-6479623E8D45}"/>
          </ac:picMkLst>
        </pc:picChg>
        <pc:picChg chg="add mod">
          <ac:chgData name="Người dùng Khách" userId="" providerId="Windows Live" clId="Web-{53FA5657-976F-901E-91CC-0D522C462188}" dt="2025-11-08T18:00:50.692" v="681" actId="1076"/>
          <ac:picMkLst>
            <pc:docMk/>
            <pc:sldMk cId="985606290" sldId="272"/>
            <ac:picMk id="11" creationId="{AC23470B-B796-F835-9E72-B700CF33C795}"/>
          </ac:picMkLst>
        </pc:picChg>
        <pc:picChg chg="add mod">
          <ac:chgData name="Người dùng Khách" userId="" providerId="Windows Live" clId="Web-{53FA5657-976F-901E-91CC-0D522C462188}" dt="2025-11-08T18:00:50.739" v="682" actId="1076"/>
          <ac:picMkLst>
            <pc:docMk/>
            <pc:sldMk cId="985606290" sldId="272"/>
            <ac:picMk id="12" creationId="{E52EC185-86C3-470F-9F70-B2FD160267B8}"/>
          </ac:picMkLst>
        </pc:picChg>
        <pc:picChg chg="add mod">
          <ac:chgData name="Người dùng Khách" userId="" providerId="Windows Live" clId="Web-{53FA5657-976F-901E-91CC-0D522C462188}" dt="2025-11-08T18:00:50.802" v="683" actId="1076"/>
          <ac:picMkLst>
            <pc:docMk/>
            <pc:sldMk cId="985606290" sldId="272"/>
            <ac:picMk id="13" creationId="{29FC4AE4-6443-1411-BDF1-121EF93A792C}"/>
          </ac:picMkLst>
        </pc:picChg>
      </pc:sldChg>
      <pc:sldChg chg="addSp delSp modSp add replId">
        <pc:chgData name="Người dùng Khách" userId="" providerId="Windows Live" clId="Web-{53FA5657-976F-901E-91CC-0D522C462188}" dt="2025-11-08T18:20:53.377" v="797"/>
        <pc:sldMkLst>
          <pc:docMk/>
          <pc:sldMk cId="753835358" sldId="273"/>
        </pc:sldMkLst>
        <pc:spChg chg="mod">
          <ac:chgData name="Người dùng Khách" userId="" providerId="Windows Live" clId="Web-{53FA5657-976F-901E-91CC-0D522C462188}" dt="2025-11-08T18:19:52.861" v="795" actId="1076"/>
          <ac:spMkLst>
            <pc:docMk/>
            <pc:sldMk cId="753835358" sldId="273"/>
            <ac:spMk id="3" creationId="{79353913-F8D6-4B1E-5400-B26A0471D1ED}"/>
          </ac:spMkLst>
        </pc:spChg>
        <pc:spChg chg="mod">
          <ac:chgData name="Người dùng Khách" userId="" providerId="Windows Live" clId="Web-{53FA5657-976F-901E-91CC-0D522C462188}" dt="2025-11-08T18:19:52.799" v="792" actId="1076"/>
          <ac:spMkLst>
            <pc:docMk/>
            <pc:sldMk cId="753835358" sldId="273"/>
            <ac:spMk id="4" creationId="{5DF5E96E-5596-7B19-4EB1-8EFBD71D6975}"/>
          </ac:spMkLst>
        </pc:spChg>
        <pc:spChg chg="mod">
          <ac:chgData name="Người dùng Khách" userId="" providerId="Windows Live" clId="Web-{53FA5657-976F-901E-91CC-0D522C462188}" dt="2025-11-08T18:19:52.814" v="793" actId="1076"/>
          <ac:spMkLst>
            <pc:docMk/>
            <pc:sldMk cId="753835358" sldId="273"/>
            <ac:spMk id="5" creationId="{F9D341C4-BB92-091B-A614-1E3B17F354C4}"/>
          </ac:spMkLst>
        </pc:spChg>
        <pc:spChg chg="mod">
          <ac:chgData name="Người dùng Khách" userId="" providerId="Windows Live" clId="Web-{53FA5657-976F-901E-91CC-0D522C462188}" dt="2025-11-08T18:19:52.846" v="794" actId="1076"/>
          <ac:spMkLst>
            <pc:docMk/>
            <pc:sldMk cId="753835358" sldId="273"/>
            <ac:spMk id="6" creationId="{E29698E9-FC99-E3E4-059A-2ABC81B5E449}"/>
          </ac:spMkLst>
        </pc:spChg>
      </pc:sldChg>
    </pc:docChg>
  </pc:docChgLst>
  <pc:docChgLst>
    <pc:chgData name="levodinhphuc2021@gmail.com" userId="e43a5c05263ded51" providerId="Windows Live" clId="Web-{BF5D7A14-A92B-499E-822E-8A39709DA21F}"/>
    <pc:docChg chg="modSld">
      <pc:chgData name="levodinhphuc2021@gmail.com" userId="e43a5c05263ded51" providerId="Windows Live" clId="Web-{BF5D7A14-A92B-499E-822E-8A39709DA21F}" dt="2025-11-07T11:59:15.478" v="9" actId="14100"/>
      <pc:docMkLst>
        <pc:docMk/>
      </pc:docMkLst>
    </pc:docChg>
  </pc:docChgLst>
  <pc:docChgLst>
    <pc:chgData name="Người dùng Khách" providerId="Windows Live" clId="Web-{05F7205D-6F30-455C-718A-E8BA4B92049F}"/>
    <pc:docChg chg="addSld delSld modSld">
      <pc:chgData name="Người dùng Khách" userId="" providerId="Windows Live" clId="Web-{05F7205D-6F30-455C-718A-E8BA4B92049F}" dt="2025-11-05T07:52:22.960" v="45"/>
      <pc:docMkLst>
        <pc:docMk/>
      </pc:docMkLst>
      <pc:sldChg chg="modSp">
        <pc:chgData name="Người dùng Khách" userId="" providerId="Windows Live" clId="Web-{05F7205D-6F30-455C-718A-E8BA4B92049F}" dt="2025-11-05T07:52:22.522" v="44" actId="20577"/>
        <pc:sldMkLst>
          <pc:docMk/>
          <pc:sldMk cId="169948877" sldId="257"/>
        </pc:sldMkLst>
        <pc:spChg chg="mod">
          <ac:chgData name="Người dùng Khách" userId="" providerId="Windows Live" clId="Web-{05F7205D-6F30-455C-718A-E8BA4B92049F}" dt="2025-11-05T07:52:22.522" v="44" actId="20577"/>
          <ac:spMkLst>
            <pc:docMk/>
            <pc:sldMk cId="169948877" sldId="257"/>
            <ac:spMk id="2" creationId="{9ECA5216-FA23-D335-1FE6-3200BEF9C4D1}"/>
          </ac:spMkLst>
        </pc:spChg>
        <pc:spChg chg="mod">
          <ac:chgData name="Người dùng Khách" userId="" providerId="Windows Live" clId="Web-{05F7205D-6F30-455C-718A-E8BA4B92049F}" dt="2025-11-05T07:37:25.876" v="35" actId="1076"/>
          <ac:spMkLst>
            <pc:docMk/>
            <pc:sldMk cId="169948877" sldId="257"/>
            <ac:spMk id="3" creationId="{3E56DE61-7258-5841-BC20-6A7D40D4A8C3}"/>
          </ac:spMkLst>
        </pc:spChg>
        <pc:spChg chg="mod">
          <ac:chgData name="Người dùng Khách" userId="" providerId="Windows Live" clId="Web-{05F7205D-6F30-455C-718A-E8BA4B92049F}" dt="2025-11-05T07:25:33.917" v="4" actId="20577"/>
          <ac:spMkLst>
            <pc:docMk/>
            <pc:sldMk cId="169948877" sldId="257"/>
            <ac:spMk id="9" creationId="{571BCC3E-51A1-1035-44CA-E09D6F6DCD30}"/>
          </ac:spMkLst>
        </pc:spChg>
      </pc:sldChg>
      <pc:sldChg chg="modSp">
        <pc:chgData name="Người dùng Khách" userId="" providerId="Windows Live" clId="Web-{05F7205D-6F30-455C-718A-E8BA4B92049F}" dt="2025-11-05T07:33:45.326" v="7" actId="1076"/>
        <pc:sldMkLst>
          <pc:docMk/>
          <pc:sldMk cId="898059120" sldId="259"/>
        </pc:sldMkLst>
        <pc:spChg chg="mod">
          <ac:chgData name="Người dùng Khách" userId="" providerId="Windows Live" clId="Web-{05F7205D-6F30-455C-718A-E8BA4B92049F}" dt="2025-11-05T07:33:32.638" v="5" actId="20577"/>
          <ac:spMkLst>
            <pc:docMk/>
            <pc:sldMk cId="898059120" sldId="259"/>
            <ac:spMk id="14" creationId="{2A1E8414-28BC-E092-EC8C-03C0341C83F0}"/>
          </ac:spMkLst>
        </pc:spChg>
        <pc:spChg chg="mod">
          <ac:chgData name="Người dùng Khách" userId="" providerId="Windows Live" clId="Web-{05F7205D-6F30-455C-718A-E8BA4B92049F}" dt="2025-11-05T07:33:45.326" v="7" actId="1076"/>
          <ac:spMkLst>
            <pc:docMk/>
            <pc:sldMk cId="898059120" sldId="259"/>
            <ac:spMk id="17" creationId="{1AAD995E-513F-4962-D9B0-F2532AF9AE5E}"/>
          </ac:spMkLst>
        </pc:spChg>
      </pc:sldChg>
      <pc:sldChg chg="add replId">
        <pc:chgData name="Người dùng Khách" userId="" providerId="Windows Live" clId="Web-{05F7205D-6F30-455C-718A-E8BA4B92049F}" dt="2025-11-05T07:43:02.458" v="37"/>
        <pc:sldMkLst>
          <pc:docMk/>
          <pc:sldMk cId="665655422" sldId="262"/>
        </pc:sldMkLst>
      </pc:sldChg>
      <pc:sldChg chg="add replId">
        <pc:chgData name="Người dùng Khách" userId="" providerId="Windows Live" clId="Web-{05F7205D-6F30-455C-718A-E8BA4B92049F}" dt="2025-11-05T07:43:03.333" v="38"/>
        <pc:sldMkLst>
          <pc:docMk/>
          <pc:sldMk cId="1521355439" sldId="263"/>
        </pc:sldMkLst>
      </pc:sldChg>
      <pc:sldChg chg="add replId">
        <pc:chgData name="Người dùng Khách" userId="" providerId="Windows Live" clId="Web-{05F7205D-6F30-455C-718A-E8BA4B92049F}" dt="2025-11-05T07:43:05.255" v="39"/>
        <pc:sldMkLst>
          <pc:docMk/>
          <pc:sldMk cId="1620141251" sldId="264"/>
        </pc:sldMkLst>
      </pc:sldChg>
    </pc:docChg>
  </pc:docChgLst>
  <pc:docChgLst>
    <pc:chgData name="Người dùng Khách" providerId="Windows Live" clId="Web-{D0CAC7D7-204C-96C2-7055-CA9450CA56B0}"/>
    <pc:docChg chg="modSld">
      <pc:chgData name="Người dùng Khách" userId="" providerId="Windows Live" clId="Web-{D0CAC7D7-204C-96C2-7055-CA9450CA56B0}" dt="2025-11-09T11:26:46.313" v="146" actId="1076"/>
      <pc:docMkLst>
        <pc:docMk/>
      </pc:docMkLst>
      <pc:sldChg chg="modSp">
        <pc:chgData name="Người dùng Khách" userId="" providerId="Windows Live" clId="Web-{D0CAC7D7-204C-96C2-7055-CA9450CA56B0}" dt="2025-11-09T11:13:51.746" v="1" actId="14100"/>
        <pc:sldMkLst>
          <pc:docMk/>
          <pc:sldMk cId="665655422" sldId="262"/>
        </pc:sldMkLst>
        <pc:spChg chg="mod">
          <ac:chgData name="Người dùng Khách" userId="" providerId="Windows Live" clId="Web-{D0CAC7D7-204C-96C2-7055-CA9450CA56B0}" dt="2025-11-09T11:13:51.746" v="1" actId="14100"/>
          <ac:spMkLst>
            <pc:docMk/>
            <pc:sldMk cId="665655422" sldId="262"/>
            <ac:spMk id="5" creationId="{91E58C4E-D400-F7B0-693C-DDFC88C58679}"/>
          </ac:spMkLst>
        </pc:spChg>
      </pc:sldChg>
      <pc:sldChg chg="modSp">
        <pc:chgData name="Người dùng Khách" userId="" providerId="Windows Live" clId="Web-{D0CAC7D7-204C-96C2-7055-CA9450CA56B0}" dt="2025-11-09T11:13:44.121" v="0" actId="14100"/>
        <pc:sldMkLst>
          <pc:docMk/>
          <pc:sldMk cId="1521355439" sldId="263"/>
        </pc:sldMkLst>
        <pc:spChg chg="mod">
          <ac:chgData name="Người dùng Khách" userId="" providerId="Windows Live" clId="Web-{D0CAC7D7-204C-96C2-7055-CA9450CA56B0}" dt="2025-11-09T11:13:44.121" v="0" actId="14100"/>
          <ac:spMkLst>
            <pc:docMk/>
            <pc:sldMk cId="1521355439" sldId="263"/>
            <ac:spMk id="5" creationId="{5E322ECC-501E-14E3-03EA-404D2041DDF4}"/>
          </ac:spMkLst>
        </pc:spChg>
      </pc:sldChg>
      <pc:sldChg chg="addSp delSp modSp">
        <pc:chgData name="Người dùng Khách" userId="" providerId="Windows Live" clId="Web-{D0CAC7D7-204C-96C2-7055-CA9450CA56B0}" dt="2025-11-09T11:24:16.444" v="144" actId="14100"/>
        <pc:sldMkLst>
          <pc:docMk/>
          <pc:sldMk cId="1620141251" sldId="264"/>
        </pc:sldMkLst>
        <pc:spChg chg="add mod">
          <ac:chgData name="Người dùng Khách" userId="" providerId="Windows Live" clId="Web-{D0CAC7D7-204C-96C2-7055-CA9450CA56B0}" dt="2025-11-09T11:20:38.028" v="89" actId="14100"/>
          <ac:spMkLst>
            <pc:docMk/>
            <pc:sldMk cId="1620141251" sldId="264"/>
            <ac:spMk id="4" creationId="{416863D8-DFD2-2429-6B85-D3E008C19929}"/>
          </ac:spMkLst>
        </pc:spChg>
        <pc:spChg chg="mod">
          <ac:chgData name="Người dùng Khách" userId="" providerId="Windows Live" clId="Web-{D0CAC7D7-204C-96C2-7055-CA9450CA56B0}" dt="2025-11-09T11:17:02.975" v="28" actId="14100"/>
          <ac:spMkLst>
            <pc:docMk/>
            <pc:sldMk cId="1620141251" sldId="264"/>
            <ac:spMk id="6" creationId="{07E13590-977E-CAB6-93CC-42B5ED6FA005}"/>
          </ac:spMkLst>
        </pc:spChg>
        <pc:spChg chg="mod">
          <ac:chgData name="Người dùng Khách" userId="" providerId="Windows Live" clId="Web-{D0CAC7D7-204C-96C2-7055-CA9450CA56B0}" dt="2025-11-09T11:24:16.444" v="144" actId="14100"/>
          <ac:spMkLst>
            <pc:docMk/>
            <pc:sldMk cId="1620141251" sldId="264"/>
            <ac:spMk id="7" creationId="{D71C2E77-5D7C-D8D0-1FC6-7D0054B6BFA3}"/>
          </ac:spMkLst>
        </pc:spChg>
        <pc:spChg chg="add mod">
          <ac:chgData name="Người dùng Khách" userId="" providerId="Windows Live" clId="Web-{D0CAC7D7-204C-96C2-7055-CA9450CA56B0}" dt="2025-11-09T11:20:41.059" v="91" actId="14100"/>
          <ac:spMkLst>
            <pc:docMk/>
            <pc:sldMk cId="1620141251" sldId="264"/>
            <ac:spMk id="9" creationId="{34962EFD-AB36-3DA0-C4A2-B7748F17B896}"/>
          </ac:spMkLst>
        </pc:spChg>
        <pc:spChg chg="add mod">
          <ac:chgData name="Người dùng Khách" userId="" providerId="Windows Live" clId="Web-{D0CAC7D7-204C-96C2-7055-CA9450CA56B0}" dt="2025-11-09T11:22:24.502" v="117"/>
          <ac:spMkLst>
            <pc:docMk/>
            <pc:sldMk cId="1620141251" sldId="264"/>
            <ac:spMk id="11" creationId="{08975213-8645-AEC2-2EE6-DCF083A4347A}"/>
          </ac:spMkLst>
        </pc:spChg>
        <pc:spChg chg="add mod">
          <ac:chgData name="Người dùng Khách" userId="" providerId="Windows Live" clId="Web-{D0CAC7D7-204C-96C2-7055-CA9450CA56B0}" dt="2025-11-09T11:23:43.005" v="142"/>
          <ac:spMkLst>
            <pc:docMk/>
            <pc:sldMk cId="1620141251" sldId="264"/>
            <ac:spMk id="14" creationId="{0DF1690A-8729-B313-BAB0-8AF78EF90B22}"/>
          </ac:spMkLst>
        </pc:spChg>
        <pc:picChg chg="mod">
          <ac:chgData name="Người dùng Khách" userId="" providerId="Windows Live" clId="Web-{D0CAC7D7-204C-96C2-7055-CA9450CA56B0}" dt="2025-11-09T11:24:08.147" v="143" actId="1076"/>
          <ac:picMkLst>
            <pc:docMk/>
            <pc:sldMk cId="1620141251" sldId="264"/>
            <ac:picMk id="8" creationId="{7263BB0C-3E60-2733-5E41-69DDA77ECF39}"/>
          </ac:picMkLst>
        </pc:picChg>
      </pc:sldChg>
      <pc:sldChg chg="modSp">
        <pc:chgData name="Người dùng Khách" userId="" providerId="Windows Live" clId="Web-{D0CAC7D7-204C-96C2-7055-CA9450CA56B0}" dt="2025-11-09T11:26:46.313" v="146" actId="1076"/>
        <pc:sldMkLst>
          <pc:docMk/>
          <pc:sldMk cId="953508438" sldId="266"/>
        </pc:sldMkLst>
        <pc:spChg chg="mod">
          <ac:chgData name="Người dùng Khách" userId="" providerId="Windows Live" clId="Web-{D0CAC7D7-204C-96C2-7055-CA9450CA56B0}" dt="2025-11-09T11:26:46.313" v="146" actId="1076"/>
          <ac:spMkLst>
            <pc:docMk/>
            <pc:sldMk cId="953508438" sldId="266"/>
            <ac:spMk id="3" creationId="{AFA674C8-F80C-D8A6-CF80-47192B61C698}"/>
          </ac:spMkLst>
        </pc:spChg>
      </pc:sldChg>
    </pc:docChg>
  </pc:docChgLst>
  <pc:docChgLst>
    <pc:chgData name="Người dùng Khách" providerId="Windows Live" clId="Web-{56793379-2F0D-5A72-332D-4B7B0874F36B}"/>
    <pc:docChg chg="modSld sldOrd">
      <pc:chgData name="Người dùng Khách" userId="" providerId="Windows Live" clId="Web-{56793379-2F0D-5A72-332D-4B7B0874F36B}" dt="2025-11-07T12:12:18.371" v="232" actId="20577"/>
      <pc:docMkLst>
        <pc:docMk/>
      </pc:docMkLst>
      <pc:sldChg chg="ord">
        <pc:chgData name="Người dùng Khách" userId="" providerId="Windows Live" clId="Web-{56793379-2F0D-5A72-332D-4B7B0874F36B}" dt="2025-11-07T08:49:46.797" v="23"/>
        <pc:sldMkLst>
          <pc:docMk/>
          <pc:sldMk cId="1792338029" sldId="260"/>
        </pc:sldMkLst>
      </pc:sldChg>
    </pc:docChg>
  </pc:docChgLst>
  <pc:docChgLst>
    <pc:chgData name="Guest User" providerId="Windows Live" clId="Web-{EC760D26-D59A-5CA0-EDA4-1363092BA6FC}"/>
    <pc:docChg chg="addSld modSld sldOrd">
      <pc:chgData name="Guest User" userId="" providerId="Windows Live" clId="Web-{EC760D26-D59A-5CA0-EDA4-1363092BA6FC}" dt="2025-11-10T15:55:57.090" v="134" actId="14100"/>
      <pc:docMkLst>
        <pc:docMk/>
      </pc:docMkLst>
      <pc:sldChg chg="addSp delSp modSp mod ord setBg">
        <pc:chgData name="Guest User" userId="" providerId="Windows Live" clId="Web-{EC760D26-D59A-5CA0-EDA4-1363092BA6FC}" dt="2025-11-10T15:55:57.090" v="134" actId="14100"/>
        <pc:sldMkLst>
          <pc:docMk/>
          <pc:sldMk cId="4218107499" sldId="268"/>
        </pc:sldMkLst>
        <pc:spChg chg="mod">
          <ac:chgData name="Guest User" userId="" providerId="Windows Live" clId="Web-{EC760D26-D59A-5CA0-EDA4-1363092BA6FC}" dt="2025-11-10T15:14:13.201" v="18" actId="20577"/>
          <ac:spMkLst>
            <pc:docMk/>
            <pc:sldMk cId="4218107499" sldId="268"/>
            <ac:spMk id="2" creationId="{7D6F7527-C46E-ECC6-AD12-2E051CAC4F24}"/>
          </ac:spMkLst>
        </pc:spChg>
        <pc:spChg chg="mod">
          <ac:chgData name="Guest User" userId="" providerId="Windows Live" clId="Web-{EC760D26-D59A-5CA0-EDA4-1363092BA6FC}" dt="2025-11-10T15:36:53.365" v="126" actId="14100"/>
          <ac:spMkLst>
            <pc:docMk/>
            <pc:sldMk cId="4218107499" sldId="268"/>
            <ac:spMk id="3" creationId="{2D2A7A37-DDEB-570C-1462-A6DA6E881BD2}"/>
          </ac:spMkLst>
        </pc:spChg>
        <pc:spChg chg="del mod">
          <ac:chgData name="Guest User" userId="" providerId="Windows Live" clId="Web-{EC760D26-D59A-5CA0-EDA4-1363092BA6FC}" dt="2025-11-10T15:21:20.724" v="23"/>
          <ac:spMkLst>
            <pc:docMk/>
            <pc:sldMk cId="4218107499" sldId="268"/>
            <ac:spMk id="3" creationId="{E2B80918-1952-9DA5-637F-D61369889C56}"/>
          </ac:spMkLst>
        </pc:spChg>
        <pc:spChg chg="mod">
          <ac:chgData name="Guest User" userId="" providerId="Windows Live" clId="Web-{EC760D26-D59A-5CA0-EDA4-1363092BA6FC}" dt="2025-11-10T15:34:57.626" v="96" actId="14100"/>
          <ac:spMkLst>
            <pc:docMk/>
            <pc:sldMk cId="4218107499" sldId="268"/>
            <ac:spMk id="4" creationId="{691E0A0D-2E18-FF18-DF6B-E50AFCE65E70}"/>
          </ac:spMkLst>
        </pc:spChg>
        <pc:spChg chg="add mod">
          <ac:chgData name="Guest User" userId="" providerId="Windows Live" clId="Web-{EC760D26-D59A-5CA0-EDA4-1363092BA6FC}" dt="2025-11-10T15:36:29.333" v="122" actId="20577"/>
          <ac:spMkLst>
            <pc:docMk/>
            <pc:sldMk cId="4218107499" sldId="268"/>
            <ac:spMk id="5" creationId="{E16CF747-2C65-8872-AA32-FD455138D885}"/>
          </ac:spMkLst>
        </pc:spChg>
        <pc:spChg chg="add mod">
          <ac:chgData name="Guest User" userId="" providerId="Windows Live" clId="Web-{EC760D26-D59A-5CA0-EDA4-1363092BA6FC}" dt="2025-11-10T15:34:51.813" v="94" actId="14100"/>
          <ac:spMkLst>
            <pc:docMk/>
            <pc:sldMk cId="4218107499" sldId="268"/>
            <ac:spMk id="6" creationId="{34BC514A-1A43-5B41-AED7-EED178E5FB2F}"/>
          </ac:spMkLst>
        </pc:spChg>
        <pc:spChg chg="add mod">
          <ac:chgData name="Guest User" userId="" providerId="Windows Live" clId="Web-{EC760D26-D59A-5CA0-EDA4-1363092BA6FC}" dt="2025-11-10T15:35:28.159" v="104" actId="14100"/>
          <ac:spMkLst>
            <pc:docMk/>
            <pc:sldMk cId="4218107499" sldId="268"/>
            <ac:spMk id="7" creationId="{7D2A3DC9-943B-BD90-0308-2FF50DF460E8}"/>
          </ac:spMkLst>
        </pc:spChg>
        <pc:spChg chg="add mod">
          <ac:chgData name="Guest User" userId="" providerId="Windows Live" clId="Web-{EC760D26-D59A-5CA0-EDA4-1363092BA6FC}" dt="2025-11-10T15:36:46.318" v="124" actId="14100"/>
          <ac:spMkLst>
            <pc:docMk/>
            <pc:sldMk cId="4218107499" sldId="268"/>
            <ac:spMk id="8" creationId="{0A998E75-E4A3-96E9-0E03-30D713B335F6}"/>
          </ac:spMkLst>
        </pc:spChg>
        <pc:spChg chg="mod">
          <ac:chgData name="Guest User" userId="" providerId="Windows Live" clId="Web-{EC760D26-D59A-5CA0-EDA4-1363092BA6FC}" dt="2025-11-10T15:55:57.090" v="134" actId="14100"/>
          <ac:spMkLst>
            <pc:docMk/>
            <pc:sldMk cId="4218107499" sldId="268"/>
            <ac:spMk id="11" creationId="{0146B3D6-7BF3-BA2D-2578-E8D6F097F475}"/>
          </ac:spMkLst>
        </pc:spChg>
        <pc:spChg chg="add mod">
          <ac:chgData name="Guest User" userId="" providerId="Windows Live" clId="Web-{EC760D26-D59A-5CA0-EDA4-1363092BA6FC}" dt="2025-11-10T15:55:51.543" v="132" actId="14100"/>
          <ac:spMkLst>
            <pc:docMk/>
            <pc:sldMk cId="4218107499" sldId="268"/>
            <ac:spMk id="12" creationId="{476C6754-A473-17F7-5A80-5445F5EA078B}"/>
          </ac:spMkLst>
        </pc:spChg>
      </pc:sldChg>
      <pc:sldChg chg="modSp">
        <pc:chgData name="Guest User" userId="" providerId="Windows Live" clId="Web-{EC760D26-D59A-5CA0-EDA4-1363092BA6FC}" dt="2025-11-10T15:14:40.876" v="20" actId="14100"/>
        <pc:sldMkLst>
          <pc:docMk/>
          <pc:sldMk cId="3476065875" sldId="291"/>
        </pc:sldMkLst>
        <pc:spChg chg="mod">
          <ac:chgData name="Guest User" userId="" providerId="Windows Live" clId="Web-{EC760D26-D59A-5CA0-EDA4-1363092BA6FC}" dt="2025-11-10T15:14:40.876" v="20" actId="14100"/>
          <ac:spMkLst>
            <pc:docMk/>
            <pc:sldMk cId="3476065875" sldId="291"/>
            <ac:spMk id="5" creationId="{A22E24A0-D586-092C-FAEE-49E7F7DCC510}"/>
          </ac:spMkLst>
        </pc:spChg>
      </pc:sldChg>
      <pc:sldChg chg="new mod setBg">
        <pc:chgData name="Guest User" userId="" providerId="Windows Live" clId="Web-{EC760D26-D59A-5CA0-EDA4-1363092BA6FC}" dt="2025-11-10T15:28:25.278" v="61"/>
        <pc:sldMkLst>
          <pc:docMk/>
          <pc:sldMk cId="2014963187" sldId="292"/>
        </pc:sldMkLst>
      </pc:sldChg>
    </pc:docChg>
  </pc:docChgLst>
  <pc:docChgLst>
    <pc:chgData name="Người dùng Khách" providerId="Windows Live" clId="Web-{9624FD3F-06BB-CA5B-3A9C-BAA9E25F2920}"/>
    <pc:docChg chg="addSld modSld sldOrd">
      <pc:chgData name="Người dùng Khách" userId="" providerId="Windows Live" clId="Web-{9624FD3F-06BB-CA5B-3A9C-BAA9E25F2920}" dt="2025-11-09T16:54:14.334" v="164" actId="14100"/>
      <pc:docMkLst>
        <pc:docMk/>
      </pc:docMkLst>
      <pc:sldChg chg="modSp">
        <pc:chgData name="Người dùng Khách" userId="" providerId="Windows Live" clId="Web-{9624FD3F-06BB-CA5B-3A9C-BAA9E25F2920}" dt="2025-11-09T16:54:14.334" v="164" actId="14100"/>
        <pc:sldMkLst>
          <pc:docMk/>
          <pc:sldMk cId="665655422" sldId="262"/>
        </pc:sldMkLst>
        <pc:spChg chg="mod">
          <ac:chgData name="Người dùng Khách" userId="" providerId="Windows Live" clId="Web-{9624FD3F-06BB-CA5B-3A9C-BAA9E25F2920}" dt="2025-11-09T16:49:13.917" v="148" actId="14100"/>
          <ac:spMkLst>
            <pc:docMk/>
            <pc:sldMk cId="665655422" sldId="262"/>
            <ac:spMk id="4" creationId="{30C28F24-F90D-EF86-2ADC-E3028126A0E2}"/>
          </ac:spMkLst>
        </pc:spChg>
        <pc:spChg chg="mod">
          <ac:chgData name="Người dùng Khách" userId="" providerId="Windows Live" clId="Web-{9624FD3F-06BB-CA5B-3A9C-BAA9E25F2920}" dt="2025-11-09T16:54:14.334" v="164" actId="14100"/>
          <ac:spMkLst>
            <pc:docMk/>
            <pc:sldMk cId="665655422" sldId="262"/>
            <ac:spMk id="5" creationId="{91E58C4E-D400-F7B0-693C-DDFC88C58679}"/>
          </ac:spMkLst>
        </pc:spChg>
      </pc:sldChg>
      <pc:sldChg chg="ord">
        <pc:chgData name="Người dùng Khách" userId="" providerId="Windows Live" clId="Web-{9624FD3F-06BB-CA5B-3A9C-BAA9E25F2920}" dt="2025-11-09T16:47:03.267" v="145"/>
        <pc:sldMkLst>
          <pc:docMk/>
          <pc:sldMk cId="2181392580" sldId="265"/>
        </pc:sldMkLst>
      </pc:sldChg>
      <pc:sldChg chg="ord">
        <pc:chgData name="Người dùng Khách" userId="" providerId="Windows Live" clId="Web-{9624FD3F-06BB-CA5B-3A9C-BAA9E25F2920}" dt="2025-11-09T16:34:21.754" v="2"/>
        <pc:sldMkLst>
          <pc:docMk/>
          <pc:sldMk cId="2907399524" sldId="270"/>
        </pc:sldMkLst>
      </pc:sldChg>
      <pc:sldChg chg="addSp delSp modSp new mod setBg">
        <pc:chgData name="Người dùng Khách" userId="" providerId="Windows Live" clId="Web-{9624FD3F-06BB-CA5B-3A9C-BAA9E25F2920}" dt="2025-11-09T16:45:57.448" v="140" actId="14100"/>
        <pc:sldMkLst>
          <pc:docMk/>
          <pc:sldMk cId="4108609708" sldId="274"/>
        </pc:sldMkLst>
        <pc:spChg chg="mod">
          <ac:chgData name="Người dùng Khách" userId="" providerId="Windows Live" clId="Web-{9624FD3F-06BB-CA5B-3A9C-BAA9E25F2920}" dt="2025-11-09T16:43:23.209" v="109" actId="20577"/>
          <ac:spMkLst>
            <pc:docMk/>
            <pc:sldMk cId="4108609708" sldId="274"/>
            <ac:spMk id="3" creationId="{F9EDD572-F7BD-0A2B-52A2-EF96D82B4B13}"/>
          </ac:spMkLst>
        </pc:spChg>
        <pc:spChg chg="add mod">
          <ac:chgData name="Người dùng Khách" userId="" providerId="Windows Live" clId="Web-{9624FD3F-06BB-CA5B-3A9C-BAA9E25F2920}" dt="2025-11-09T16:44:38.632" v="116" actId="14100"/>
          <ac:spMkLst>
            <pc:docMk/>
            <pc:sldMk cId="4108609708" sldId="274"/>
            <ac:spMk id="4" creationId="{02F38DAF-0549-2364-C4C4-C6835FE8EB7F}"/>
          </ac:spMkLst>
        </pc:spChg>
        <pc:spChg chg="add mod">
          <ac:chgData name="Người dùng Khách" userId="" providerId="Windows Live" clId="Web-{9624FD3F-06BB-CA5B-3A9C-BAA9E25F2920}" dt="2025-11-09T16:45:57.448" v="140" actId="14100"/>
          <ac:spMkLst>
            <pc:docMk/>
            <pc:sldMk cId="4108609708" sldId="274"/>
            <ac:spMk id="5" creationId="{96062667-1BB3-C00F-AF92-5DDC433FE42E}"/>
          </ac:spMkLst>
        </pc:spChg>
      </pc:sldChg>
      <pc:sldChg chg="modSp new mod setBg">
        <pc:chgData name="Người dùng Khách" userId="" providerId="Windows Live" clId="Web-{9624FD3F-06BB-CA5B-3A9C-BAA9E25F2920}" dt="2025-11-09T16:54:06.600" v="163" actId="14100"/>
        <pc:sldMkLst>
          <pc:docMk/>
          <pc:sldMk cId="3711944761" sldId="277"/>
        </pc:sldMkLst>
        <pc:spChg chg="mod">
          <ac:chgData name="Người dùng Khách" userId="" providerId="Windows Live" clId="Web-{9624FD3F-06BB-CA5B-3A9C-BAA9E25F2920}" dt="2025-11-09T16:54:03.256" v="162" actId="20577"/>
          <ac:spMkLst>
            <pc:docMk/>
            <pc:sldMk cId="3711944761" sldId="277"/>
            <ac:spMk id="2" creationId="{B957DEA6-F62A-37B5-FA26-67CFE5B79AE7}"/>
          </ac:spMkLst>
        </pc:spChg>
        <pc:spChg chg="mod">
          <ac:chgData name="Người dùng Khách" userId="" providerId="Windows Live" clId="Web-{9624FD3F-06BB-CA5B-3A9C-BAA9E25F2920}" dt="2025-11-09T16:54:06.600" v="163" actId="14100"/>
          <ac:spMkLst>
            <pc:docMk/>
            <pc:sldMk cId="3711944761" sldId="277"/>
            <ac:spMk id="3" creationId="{A8667DE2-2E4E-D625-E6C3-903823CD909B}"/>
          </ac:spMkLst>
        </pc:spChg>
      </pc:sldChg>
    </pc:docChg>
  </pc:docChgLst>
  <pc:docChgLst>
    <pc:chgData name="Người dùng Khách" providerId="Windows Live" clId="Web-{3A084735-FB93-5920-30D6-820F8DBCDBD2}"/>
    <pc:docChg chg="addSld modSld sldOrd">
      <pc:chgData name="Người dùng Khách" userId="" providerId="Windows Live" clId="Web-{3A084735-FB93-5920-30D6-820F8DBCDBD2}" dt="2025-11-10T19:47:39.136" v="328" actId="20577"/>
      <pc:docMkLst>
        <pc:docMk/>
      </pc:docMkLst>
      <pc:sldChg chg="modSp">
        <pc:chgData name="Người dùng Khách" userId="" providerId="Windows Live" clId="Web-{3A084735-FB93-5920-30D6-820F8DBCDBD2}" dt="2025-11-10T19:38:55.306" v="304" actId="20577"/>
        <pc:sldMkLst>
          <pc:docMk/>
          <pc:sldMk cId="665655422" sldId="262"/>
        </pc:sldMkLst>
        <pc:spChg chg="mod">
          <ac:chgData name="Người dùng Khách" userId="" providerId="Windows Live" clId="Web-{3A084735-FB93-5920-30D6-820F8DBCDBD2}" dt="2025-11-10T19:38:55.306" v="304" actId="20577"/>
          <ac:spMkLst>
            <pc:docMk/>
            <pc:sldMk cId="665655422" sldId="262"/>
            <ac:spMk id="4" creationId="{30C28F24-F90D-EF86-2ADC-E3028126A0E2}"/>
          </ac:spMkLst>
        </pc:spChg>
      </pc:sldChg>
      <pc:sldChg chg="modSp">
        <pc:chgData name="Người dùng Khách" userId="" providerId="Windows Live" clId="Web-{3A084735-FB93-5920-30D6-820F8DBCDBD2}" dt="2025-11-10T19:37:08.008" v="300" actId="20577"/>
        <pc:sldMkLst>
          <pc:docMk/>
          <pc:sldMk cId="4218107499" sldId="268"/>
        </pc:sldMkLst>
        <pc:spChg chg="mod">
          <ac:chgData name="Người dùng Khách" userId="" providerId="Windows Live" clId="Web-{3A084735-FB93-5920-30D6-820F8DBCDBD2}" dt="2025-11-10T19:37:08.008" v="300" actId="20577"/>
          <ac:spMkLst>
            <pc:docMk/>
            <pc:sldMk cId="4218107499" sldId="268"/>
            <ac:spMk id="2" creationId="{7D6F7527-C46E-ECC6-AD12-2E051CAC4F24}"/>
          </ac:spMkLst>
        </pc:spChg>
      </pc:sldChg>
      <pc:sldChg chg="addSp delSp">
        <pc:chgData name="Người dùng Khách" userId="" providerId="Windows Live" clId="Web-{3A084735-FB93-5920-30D6-820F8DBCDBD2}" dt="2025-11-10T19:22:34.508" v="115"/>
        <pc:sldMkLst>
          <pc:docMk/>
          <pc:sldMk cId="3545424363" sldId="269"/>
        </pc:sldMkLst>
        <pc:picChg chg="add del">
          <ac:chgData name="Người dùng Khách" userId="" providerId="Windows Live" clId="Web-{3A084735-FB93-5920-30D6-820F8DBCDBD2}" dt="2025-11-10T19:22:34.508" v="115"/>
          <ac:picMkLst>
            <pc:docMk/>
            <pc:sldMk cId="3545424363" sldId="269"/>
            <ac:picMk id="3" creationId="{3A862A03-B5EB-A015-5D04-AF52138B055A}"/>
          </ac:picMkLst>
        </pc:picChg>
        <pc:picChg chg="add del">
          <ac:chgData name="Người dùng Khách" userId="" providerId="Windows Live" clId="Web-{3A084735-FB93-5920-30D6-820F8DBCDBD2}" dt="2025-11-10T19:22:15.101" v="113"/>
          <ac:picMkLst>
            <pc:docMk/>
            <pc:sldMk cId="3545424363" sldId="269"/>
            <ac:picMk id="6" creationId="{946F4FB4-D6A8-190B-4909-DC1B060D2D28}"/>
          </ac:picMkLst>
        </pc:picChg>
      </pc:sldChg>
      <pc:sldChg chg="addSp delSp modSp">
        <pc:chgData name="Người dùng Khách" userId="" providerId="Windows Live" clId="Web-{3A084735-FB93-5920-30D6-820F8DBCDBD2}" dt="2025-11-10T19:18:43.349" v="66"/>
        <pc:sldMkLst>
          <pc:docMk/>
          <pc:sldMk cId="1448042315" sldId="276"/>
        </pc:sldMkLst>
        <pc:picChg chg="add mod ord">
          <ac:chgData name="Người dùng Khách" userId="" providerId="Windows Live" clId="Web-{3A084735-FB93-5920-30D6-820F8DBCDBD2}" dt="2025-11-10T19:18:43.349" v="66"/>
          <ac:picMkLst>
            <pc:docMk/>
            <pc:sldMk cId="1448042315" sldId="276"/>
            <ac:picMk id="3" creationId="{1FE4F598-4B5B-C475-63F0-F3C074B59D89}"/>
          </ac:picMkLst>
        </pc:picChg>
        <pc:picChg chg="del">
          <ac:chgData name="Người dùng Khách" userId="" providerId="Windows Live" clId="Web-{3A084735-FB93-5920-30D6-820F8DBCDBD2}" dt="2025-11-10T19:18:39.959" v="65"/>
          <ac:picMkLst>
            <pc:docMk/>
            <pc:sldMk cId="1448042315" sldId="276"/>
            <ac:picMk id="11" creationId="{9BE01C25-A357-9F4C-DCDE-C80CE8BA3F2F}"/>
          </ac:picMkLst>
        </pc:picChg>
      </pc:sldChg>
      <pc:sldChg chg="modSp">
        <pc:chgData name="Người dùng Khách" userId="" providerId="Windows Live" clId="Web-{3A084735-FB93-5920-30D6-820F8DBCDBD2}" dt="2025-11-10T19:37:15.055" v="302" actId="20577"/>
        <pc:sldMkLst>
          <pc:docMk/>
          <pc:sldMk cId="2014963187" sldId="292"/>
        </pc:sldMkLst>
        <pc:spChg chg="mod">
          <ac:chgData name="Người dùng Khách" userId="" providerId="Windows Live" clId="Web-{3A084735-FB93-5920-30D6-820F8DBCDBD2}" dt="2025-11-10T19:37:15.055" v="302" actId="20577"/>
          <ac:spMkLst>
            <pc:docMk/>
            <pc:sldMk cId="2014963187" sldId="292"/>
            <ac:spMk id="2" creationId="{AC97FA35-BBB8-7992-0FEF-EB4627E91047}"/>
          </ac:spMkLst>
        </pc:spChg>
      </pc:sldChg>
      <pc:sldChg chg="modSp">
        <pc:chgData name="Người dùng Khách" userId="" providerId="Windows Live" clId="Web-{3A084735-FB93-5920-30D6-820F8DBCDBD2}" dt="2025-11-10T19:19:00.115" v="67" actId="1076"/>
        <pc:sldMkLst>
          <pc:docMk/>
          <pc:sldMk cId="3316790400" sldId="297"/>
        </pc:sldMkLst>
        <pc:picChg chg="mod">
          <ac:chgData name="Người dùng Khách" userId="" providerId="Windows Live" clId="Web-{3A084735-FB93-5920-30D6-820F8DBCDBD2}" dt="2025-11-10T19:19:00.115" v="67" actId="1076"/>
          <ac:picMkLst>
            <pc:docMk/>
            <pc:sldMk cId="3316790400" sldId="297"/>
            <ac:picMk id="5" creationId="{60805566-C581-6BAC-B963-3692890AACA6}"/>
          </ac:picMkLst>
        </pc:picChg>
      </pc:sldChg>
      <pc:sldChg chg="addSp delSp">
        <pc:chgData name="Người dùng Khách" userId="" providerId="Windows Live" clId="Web-{3A084735-FB93-5920-30D6-820F8DBCDBD2}" dt="2025-11-10T19:15:13.705" v="15"/>
        <pc:sldMkLst>
          <pc:docMk/>
          <pc:sldMk cId="663385681" sldId="300"/>
        </pc:sldMkLst>
        <pc:picChg chg="add del">
          <ac:chgData name="Người dùng Khách" userId="" providerId="Windows Live" clId="Web-{3A084735-FB93-5920-30D6-820F8DBCDBD2}" dt="2025-11-10T19:15:13.705" v="15"/>
          <ac:picMkLst>
            <pc:docMk/>
            <pc:sldMk cId="663385681" sldId="300"/>
            <ac:picMk id="5" creationId="{494C5860-13BE-163A-F460-E2B63B2A9291}"/>
          </ac:picMkLst>
        </pc:picChg>
      </pc:sldChg>
      <pc:sldChg chg="modSp">
        <pc:chgData name="Người dùng Khách" userId="" providerId="Windows Live" clId="Web-{3A084735-FB93-5920-30D6-820F8DBCDBD2}" dt="2025-11-10T19:19:05.631" v="69" actId="1076"/>
        <pc:sldMkLst>
          <pc:docMk/>
          <pc:sldMk cId="842827357" sldId="301"/>
        </pc:sldMkLst>
        <pc:picChg chg="mod">
          <ac:chgData name="Người dùng Khách" userId="" providerId="Windows Live" clId="Web-{3A084735-FB93-5920-30D6-820F8DBCDBD2}" dt="2025-11-10T19:19:05.631" v="69" actId="1076"/>
          <ac:picMkLst>
            <pc:docMk/>
            <pc:sldMk cId="842827357" sldId="301"/>
            <ac:picMk id="3" creationId="{20E25B19-8184-79A1-76D7-6E59580FD24E}"/>
          </ac:picMkLst>
        </pc:picChg>
      </pc:sldChg>
      <pc:sldChg chg="modSp">
        <pc:chgData name="Người dùng Khách" userId="" providerId="Windows Live" clId="Web-{3A084735-FB93-5920-30D6-820F8DBCDBD2}" dt="2025-11-10T19:16:16.550" v="59" actId="20577"/>
        <pc:sldMkLst>
          <pc:docMk/>
          <pc:sldMk cId="1338438833" sldId="302"/>
        </pc:sldMkLst>
        <pc:spChg chg="mod">
          <ac:chgData name="Người dùng Khách" userId="" providerId="Windows Live" clId="Web-{3A084735-FB93-5920-30D6-820F8DBCDBD2}" dt="2025-11-10T19:16:16.550" v="59" actId="20577"/>
          <ac:spMkLst>
            <pc:docMk/>
            <pc:sldMk cId="1338438833" sldId="302"/>
            <ac:spMk id="4" creationId="{EE13483C-AECD-52C6-B9D6-8ABC3596ED3E}"/>
          </ac:spMkLst>
        </pc:spChg>
      </pc:sldChg>
      <pc:sldChg chg="addSp delSp modSp">
        <pc:chgData name="Người dùng Khách" userId="" providerId="Windows Live" clId="Web-{3A084735-FB93-5920-30D6-820F8DBCDBD2}" dt="2025-11-10T19:15:43.909" v="24"/>
        <pc:sldMkLst>
          <pc:docMk/>
          <pc:sldMk cId="386038490" sldId="303"/>
        </pc:sldMkLst>
        <pc:picChg chg="add del mod ord">
          <ac:chgData name="Người dùng Khách" userId="" providerId="Windows Live" clId="Web-{3A084735-FB93-5920-30D6-820F8DBCDBD2}" dt="2025-11-10T19:15:03.283" v="12"/>
          <ac:picMkLst>
            <pc:docMk/>
            <pc:sldMk cId="386038490" sldId="303"/>
            <ac:picMk id="3" creationId="{E2C0ADA3-0A38-9E9E-C36C-0C85FAED2DCD}"/>
          </ac:picMkLst>
        </pc:picChg>
        <pc:picChg chg="del">
          <ac:chgData name="Người dùng Khách" userId="" providerId="Windows Live" clId="Web-{3A084735-FB93-5920-30D6-820F8DBCDBD2}" dt="2025-11-10T19:14:25.814" v="7"/>
          <ac:picMkLst>
            <pc:docMk/>
            <pc:sldMk cId="386038490" sldId="303"/>
            <ac:picMk id="5" creationId="{9429338B-40AA-C42D-0DA0-BB72BB70D1CF}"/>
          </ac:picMkLst>
        </pc:picChg>
        <pc:picChg chg="add mod">
          <ac:chgData name="Người dùng Khách" userId="" providerId="Windows Live" clId="Web-{3A084735-FB93-5920-30D6-820F8DBCDBD2}" dt="2025-11-10T19:15:43.909" v="24"/>
          <ac:picMkLst>
            <pc:docMk/>
            <pc:sldMk cId="386038490" sldId="303"/>
            <ac:picMk id="6" creationId="{B46C1136-F44A-09BA-7832-A3CF0E0B22A9}"/>
          </ac:picMkLst>
        </pc:picChg>
        <pc:picChg chg="add del mod">
          <ac:chgData name="Người dùng Khách" userId="" providerId="Windows Live" clId="Web-{3A084735-FB93-5920-30D6-820F8DBCDBD2}" dt="2025-11-10T19:15:36.893" v="22"/>
          <ac:picMkLst>
            <pc:docMk/>
            <pc:sldMk cId="386038490" sldId="303"/>
            <ac:picMk id="7" creationId="{2A58FAE3-9F8F-D556-2B33-C4A6EF31EFB9}"/>
          </ac:picMkLst>
        </pc:picChg>
      </pc:sldChg>
      <pc:sldChg chg="delSp modSp add replId">
        <pc:chgData name="Người dùng Khách" userId="" providerId="Windows Live" clId="Web-{3A084735-FB93-5920-30D6-820F8DBCDBD2}" dt="2025-11-10T19:16:01.441" v="50" actId="20577"/>
        <pc:sldMkLst>
          <pc:docMk/>
          <pc:sldMk cId="2088393582" sldId="304"/>
        </pc:sldMkLst>
        <pc:spChg chg="mod">
          <ac:chgData name="Người dùng Khách" userId="" providerId="Windows Live" clId="Web-{3A084735-FB93-5920-30D6-820F8DBCDBD2}" dt="2025-11-10T19:16:01.441" v="50" actId="20577"/>
          <ac:spMkLst>
            <pc:docMk/>
            <pc:sldMk cId="2088393582" sldId="304"/>
            <ac:spMk id="4" creationId="{D2B033FD-387E-08E7-2D72-DFF6C3C920AE}"/>
          </ac:spMkLst>
        </pc:spChg>
        <pc:picChg chg="del">
          <ac:chgData name="Người dùng Khách" userId="" providerId="Windows Live" clId="Web-{3A084735-FB93-5920-30D6-820F8DBCDBD2}" dt="2025-11-10T19:15:48.503" v="25"/>
          <ac:picMkLst>
            <pc:docMk/>
            <pc:sldMk cId="2088393582" sldId="304"/>
            <ac:picMk id="6" creationId="{DCCA2A0A-786A-3DDC-D01C-FC440DE57992}"/>
          </ac:picMkLst>
        </pc:picChg>
      </pc:sldChg>
      <pc:sldChg chg="addSp delSp modSp add replId">
        <pc:chgData name="Người dùng Khách" userId="" providerId="Windows Live" clId="Web-{3A084735-FB93-5920-30D6-820F8DBCDBD2}" dt="2025-11-10T19:24:42.954" v="142" actId="14100"/>
        <pc:sldMkLst>
          <pc:docMk/>
          <pc:sldMk cId="24761792" sldId="305"/>
        </pc:sldMkLst>
        <pc:spChg chg="mod">
          <ac:chgData name="Người dùng Khách" userId="" providerId="Windows Live" clId="Web-{3A084735-FB93-5920-30D6-820F8DBCDBD2}" dt="2025-11-10T19:20:40.976" v="107" actId="20577"/>
          <ac:spMkLst>
            <pc:docMk/>
            <pc:sldMk cId="24761792" sldId="305"/>
            <ac:spMk id="4" creationId="{1D5D4258-A807-CE46-9E1A-8702937B1D5D}"/>
          </ac:spMkLst>
        </pc:spChg>
        <pc:picChg chg="del">
          <ac:chgData name="Người dùng Khách" userId="" providerId="Windows Live" clId="Web-{3A084735-FB93-5920-30D6-820F8DBCDBD2}" dt="2025-11-10T19:22:40.117" v="117"/>
          <ac:picMkLst>
            <pc:docMk/>
            <pc:sldMk cId="24761792" sldId="305"/>
            <ac:picMk id="3" creationId="{A56F5786-BDFB-A60D-84C7-593D55DA4196}"/>
          </ac:picMkLst>
        </pc:picChg>
        <pc:picChg chg="add del mod">
          <ac:chgData name="Người dùng Khách" userId="" providerId="Windows Live" clId="Web-{3A084735-FB93-5920-30D6-820F8DBCDBD2}" dt="2025-11-10T19:21:57.414" v="109"/>
          <ac:picMkLst>
            <pc:docMk/>
            <pc:sldMk cId="24761792" sldId="305"/>
            <ac:picMk id="5" creationId="{D3DBA2BD-E6B8-B352-1FD8-BE7BAEA6C916}"/>
          </ac:picMkLst>
        </pc:picChg>
        <pc:picChg chg="add del mod">
          <ac:chgData name="Người dùng Khách" userId="" providerId="Windows Live" clId="Web-{3A084735-FB93-5920-30D6-820F8DBCDBD2}" dt="2025-11-10T19:22:07.914" v="111"/>
          <ac:picMkLst>
            <pc:docMk/>
            <pc:sldMk cId="24761792" sldId="305"/>
            <ac:picMk id="6" creationId="{FFFDE386-0D67-BEBA-B4E1-545F27AF561F}"/>
          </ac:picMkLst>
        </pc:picChg>
        <pc:picChg chg="add mod">
          <ac:chgData name="Người dùng Khách" userId="" providerId="Windows Live" clId="Web-{3A084735-FB93-5920-30D6-820F8DBCDBD2}" dt="2025-11-10T19:24:42.954" v="142" actId="14100"/>
          <ac:picMkLst>
            <pc:docMk/>
            <pc:sldMk cId="24761792" sldId="305"/>
            <ac:picMk id="7" creationId="{B65F40DC-DD47-34F9-B6E3-25E071603E57}"/>
          </ac:picMkLst>
        </pc:picChg>
        <pc:picChg chg="add mod">
          <ac:chgData name="Người dùng Khách" userId="" providerId="Windows Live" clId="Web-{3A084735-FB93-5920-30D6-820F8DBCDBD2}" dt="2025-11-10T19:24:38.657" v="141"/>
          <ac:picMkLst>
            <pc:docMk/>
            <pc:sldMk cId="24761792" sldId="305"/>
            <ac:picMk id="8" creationId="{516AFC81-4557-CC40-2082-36A258AEB29D}"/>
          </ac:picMkLst>
        </pc:picChg>
      </pc:sldChg>
      <pc:sldChg chg="addSp delSp modSp add ord replId">
        <pc:chgData name="Người dùng Khách" userId="" providerId="Windows Live" clId="Web-{3A084735-FB93-5920-30D6-820F8DBCDBD2}" dt="2025-11-10T19:26:57.166" v="172"/>
        <pc:sldMkLst>
          <pc:docMk/>
          <pc:sldMk cId="648273176" sldId="306"/>
        </pc:sldMkLst>
        <pc:spChg chg="mod">
          <ac:chgData name="Người dùng Khách" userId="" providerId="Windows Live" clId="Web-{3A084735-FB93-5920-30D6-820F8DBCDBD2}" dt="2025-11-10T19:25:11.160" v="165" actId="20577"/>
          <ac:spMkLst>
            <pc:docMk/>
            <pc:sldMk cId="648273176" sldId="306"/>
            <ac:spMk id="4" creationId="{84815355-D345-DA4E-0097-4F0F7C81A69C}"/>
          </ac:spMkLst>
        </pc:spChg>
        <pc:picChg chg="del">
          <ac:chgData name="Người dùng Khách" userId="" providerId="Windows Live" clId="Web-{3A084735-FB93-5920-30D6-820F8DBCDBD2}" dt="2025-11-10T19:26:54.244" v="171"/>
          <ac:picMkLst>
            <pc:docMk/>
            <pc:sldMk cId="648273176" sldId="306"/>
            <ac:picMk id="3" creationId="{FB2DA5F7-33D5-00B1-77E0-1F1E9F8E4161}"/>
          </ac:picMkLst>
        </pc:picChg>
        <pc:picChg chg="add mod ord">
          <ac:chgData name="Người dùng Khách" userId="" providerId="Windows Live" clId="Web-{3A084735-FB93-5920-30D6-820F8DBCDBD2}" dt="2025-11-10T19:26:57.166" v="172"/>
          <ac:picMkLst>
            <pc:docMk/>
            <pc:sldMk cId="648273176" sldId="306"/>
            <ac:picMk id="5" creationId="{93CA953D-8DF6-E519-32B4-0640A4A17314}"/>
          </ac:picMkLst>
        </pc:picChg>
      </pc:sldChg>
      <pc:sldChg chg="addSp modSp add replId">
        <pc:chgData name="Người dùng Khách" userId="" providerId="Windows Live" clId="Web-{3A084735-FB93-5920-30D6-820F8DBCDBD2}" dt="2025-11-10T19:42:21.318" v="311" actId="20577"/>
        <pc:sldMkLst>
          <pc:docMk/>
          <pc:sldMk cId="539541572" sldId="307"/>
        </pc:sldMkLst>
        <pc:spChg chg="mod">
          <ac:chgData name="Người dùng Khách" userId="" providerId="Windows Live" clId="Web-{3A084735-FB93-5920-30D6-820F8DBCDBD2}" dt="2025-11-10T19:42:21.318" v="311" actId="20577"/>
          <ac:spMkLst>
            <pc:docMk/>
            <pc:sldMk cId="539541572" sldId="307"/>
            <ac:spMk id="4" creationId="{827A4242-EDF7-7190-BBF0-BAE421D0B8D0}"/>
          </ac:spMkLst>
        </pc:spChg>
        <pc:picChg chg="add mod">
          <ac:chgData name="Người dùng Khách" userId="" providerId="Windows Live" clId="Web-{3A084735-FB93-5920-30D6-820F8DBCDBD2}" dt="2025-11-10T19:30:17.892" v="224" actId="1076"/>
          <ac:picMkLst>
            <pc:docMk/>
            <pc:sldMk cId="539541572" sldId="307"/>
            <ac:picMk id="3" creationId="{EE6C03E7-D5B7-0710-83BF-4599FF04FF8F}"/>
          </ac:picMkLst>
        </pc:picChg>
        <pc:picChg chg="mod">
          <ac:chgData name="Người dùng Khách" userId="" providerId="Windows Live" clId="Web-{3A084735-FB93-5920-30D6-820F8DBCDBD2}" dt="2025-11-10T19:30:12.626" v="223" actId="1076"/>
          <ac:picMkLst>
            <pc:docMk/>
            <pc:sldMk cId="539541572" sldId="307"/>
            <ac:picMk id="5" creationId="{706CB29D-8BF2-20A1-3E67-87DE5A1BFC4A}"/>
          </ac:picMkLst>
        </pc:picChg>
      </pc:sldChg>
      <pc:sldChg chg="addSp delSp modSp add ord replId">
        <pc:chgData name="Người dùng Khách" userId="" providerId="Windows Live" clId="Web-{3A084735-FB93-5920-30D6-820F8DBCDBD2}" dt="2025-11-10T19:34:00.209" v="255" actId="1076"/>
        <pc:sldMkLst>
          <pc:docMk/>
          <pc:sldMk cId="3322766719" sldId="308"/>
        </pc:sldMkLst>
        <pc:spChg chg="mod">
          <ac:chgData name="Người dùng Khách" userId="" providerId="Windows Live" clId="Web-{3A084735-FB93-5920-30D6-820F8DBCDBD2}" dt="2025-11-10T19:30:43.471" v="236" actId="20577"/>
          <ac:spMkLst>
            <pc:docMk/>
            <pc:sldMk cId="3322766719" sldId="308"/>
            <ac:spMk id="4" creationId="{438672F3-9D4B-10D2-59E8-39F59E7475FC}"/>
          </ac:spMkLst>
        </pc:spChg>
        <pc:picChg chg="add del mod">
          <ac:chgData name="Người dùng Khách" userId="" providerId="Windows Live" clId="Web-{3A084735-FB93-5920-30D6-820F8DBCDBD2}" dt="2025-11-10T19:32:33.801" v="239"/>
          <ac:picMkLst>
            <pc:docMk/>
            <pc:sldMk cId="3322766719" sldId="308"/>
            <ac:picMk id="3" creationId="{12BA79A1-CB7D-7D3B-082B-37C4E944A51A}"/>
          </ac:picMkLst>
        </pc:picChg>
        <pc:picChg chg="del">
          <ac:chgData name="Người dùng Khách" userId="" providerId="Windows Live" clId="Web-{3A084735-FB93-5920-30D6-820F8DBCDBD2}" dt="2025-11-10T19:33:00.349" v="245"/>
          <ac:picMkLst>
            <pc:docMk/>
            <pc:sldMk cId="3322766719" sldId="308"/>
            <ac:picMk id="5" creationId="{BA773360-04DD-C6D0-B76E-E91DCB7A11DD}"/>
          </ac:picMkLst>
        </pc:picChg>
        <pc:picChg chg="add mod ord">
          <ac:chgData name="Người dùng Khách" userId="" providerId="Windows Live" clId="Web-{3A084735-FB93-5920-30D6-820F8DBCDBD2}" dt="2025-11-10T19:34:00.209" v="255" actId="1076"/>
          <ac:picMkLst>
            <pc:docMk/>
            <pc:sldMk cId="3322766719" sldId="308"/>
            <ac:picMk id="6" creationId="{8AC1085A-B6AA-C92F-E292-BADDF26F600C}"/>
          </ac:picMkLst>
        </pc:picChg>
      </pc:sldChg>
      <pc:sldChg chg="delSp modSp add replId">
        <pc:chgData name="Người dùng Khách" userId="" providerId="Windows Live" clId="Web-{3A084735-FB93-5920-30D6-820F8DBCDBD2}" dt="2025-11-10T19:34:55.132" v="272" actId="14100"/>
        <pc:sldMkLst>
          <pc:docMk/>
          <pc:sldMk cId="105651908" sldId="309"/>
        </pc:sldMkLst>
        <pc:spChg chg="mod">
          <ac:chgData name="Người dùng Khách" userId="" providerId="Windows Live" clId="Web-{3A084735-FB93-5920-30D6-820F8DBCDBD2}" dt="2025-11-10T19:34:55.132" v="272" actId="14100"/>
          <ac:spMkLst>
            <pc:docMk/>
            <pc:sldMk cId="105651908" sldId="309"/>
            <ac:spMk id="4" creationId="{9B5B03FD-7B32-3A5C-FB6C-1A4F17385088}"/>
          </ac:spMkLst>
        </pc:spChg>
        <pc:picChg chg="mod ord">
          <ac:chgData name="Người dùng Khách" userId="" providerId="Windows Live" clId="Web-{3A084735-FB93-5920-30D6-820F8DBCDBD2}" dt="2025-11-10T19:33:49.006" v="254" actId="1076"/>
          <ac:picMkLst>
            <pc:docMk/>
            <pc:sldMk cId="105651908" sldId="309"/>
            <ac:picMk id="3" creationId="{EE0658C7-4278-BB45-8BDF-67A2387BA8F0}"/>
          </ac:picMkLst>
        </pc:picChg>
        <pc:picChg chg="del">
          <ac:chgData name="Người dùng Khách" userId="" providerId="Windows Live" clId="Web-{3A084735-FB93-5920-30D6-820F8DBCDBD2}" dt="2025-11-10T19:33:29.865" v="251"/>
          <ac:picMkLst>
            <pc:docMk/>
            <pc:sldMk cId="105651908" sldId="309"/>
            <ac:picMk id="5" creationId="{79FEFBA6-CBE9-0E38-F910-88554BE75F8D}"/>
          </ac:picMkLst>
        </pc:picChg>
      </pc:sldChg>
      <pc:sldChg chg="addSp delSp modSp add replId">
        <pc:chgData name="Người dùng Khách" userId="" providerId="Windows Live" clId="Web-{3A084735-FB93-5920-30D6-820F8DBCDBD2}" dt="2025-11-10T19:36:45.477" v="295"/>
        <pc:sldMkLst>
          <pc:docMk/>
          <pc:sldMk cId="4245595338" sldId="310"/>
        </pc:sldMkLst>
        <pc:spChg chg="mod">
          <ac:chgData name="Người dùng Khách" userId="" providerId="Windows Live" clId="Web-{3A084735-FB93-5920-30D6-820F8DBCDBD2}" dt="2025-11-10T19:36:18.617" v="288" actId="20577"/>
          <ac:spMkLst>
            <pc:docMk/>
            <pc:sldMk cId="4245595338" sldId="310"/>
            <ac:spMk id="4" creationId="{0F129A2C-EE73-114F-D2E0-561F54917FCA}"/>
          </ac:spMkLst>
        </pc:spChg>
        <pc:picChg chg="del">
          <ac:chgData name="Người dùng Khách" userId="" providerId="Windows Live" clId="Web-{3A084735-FB93-5920-30D6-820F8DBCDBD2}" dt="2025-11-10T19:36:45.477" v="295"/>
          <ac:picMkLst>
            <pc:docMk/>
            <pc:sldMk cId="4245595338" sldId="310"/>
            <ac:picMk id="3" creationId="{8A530FC0-66D4-F110-3969-43846509452A}"/>
          </ac:picMkLst>
        </pc:picChg>
        <pc:picChg chg="add mod ord">
          <ac:chgData name="Người dùng Khách" userId="" providerId="Windows Live" clId="Web-{3A084735-FB93-5920-30D6-820F8DBCDBD2}" dt="2025-11-10T19:36:42.118" v="294"/>
          <ac:picMkLst>
            <pc:docMk/>
            <pc:sldMk cId="4245595338" sldId="310"/>
            <ac:picMk id="5" creationId="{814A5887-2526-68E8-4914-AA6572245D2B}"/>
          </ac:picMkLst>
        </pc:picChg>
      </pc:sldChg>
      <pc:sldChg chg="delSp modSp add replId">
        <pc:chgData name="Người dùng Khách" userId="" providerId="Windows Live" clId="Web-{3A084735-FB93-5920-30D6-820F8DBCDBD2}" dt="2025-11-10T19:47:39.136" v="328" actId="20577"/>
        <pc:sldMkLst>
          <pc:docMk/>
          <pc:sldMk cId="1663103743" sldId="311"/>
        </pc:sldMkLst>
        <pc:spChg chg="mod">
          <ac:chgData name="Người dùng Khách" userId="" providerId="Windows Live" clId="Web-{3A084735-FB93-5920-30D6-820F8DBCDBD2}" dt="2025-11-10T19:47:39.136" v="328" actId="20577"/>
          <ac:spMkLst>
            <pc:docMk/>
            <pc:sldMk cId="1663103743" sldId="311"/>
            <ac:spMk id="2" creationId="{3D723FB7-CE35-9D5A-3A95-4CB0E2F6CB77}"/>
          </ac:spMkLst>
        </pc:spChg>
        <pc:spChg chg="del mod">
          <ac:chgData name="Người dùng Khách" userId="" providerId="Windows Live" clId="Web-{3A084735-FB93-5920-30D6-820F8DBCDBD2}" dt="2025-11-10T19:44:08.637" v="314"/>
          <ac:spMkLst>
            <pc:docMk/>
            <pc:sldMk cId="1663103743" sldId="311"/>
            <ac:spMk id="4" creationId="{77D8C565-EDA1-69B1-9052-E2975398FF33}"/>
          </ac:spMkLst>
        </pc:spChg>
      </pc:sldChg>
    </pc:docChg>
  </pc:docChgLst>
  <pc:docChgLst>
    <pc:chgData name="Người dùng Khách" providerId="Windows Live" clId="Web-{89642F98-00BF-9D04-BAA2-6DA1B0C4F95B}"/>
    <pc:docChg chg="addSld delSld modSld sldOrd">
      <pc:chgData name="Người dùng Khách" userId="" providerId="Windows Live" clId="Web-{89642F98-00BF-9D04-BAA2-6DA1B0C4F95B}" dt="2025-11-10T04:11:06.765" v="581"/>
      <pc:docMkLst>
        <pc:docMk/>
      </pc:docMkLst>
      <pc:sldChg chg="modSp">
        <pc:chgData name="Người dùng Khách" userId="" providerId="Windows Live" clId="Web-{89642F98-00BF-9D04-BAA2-6DA1B0C4F95B}" dt="2025-11-10T03:36:06.367" v="301" actId="20577"/>
        <pc:sldMkLst>
          <pc:docMk/>
          <pc:sldMk cId="1792338029" sldId="260"/>
        </pc:sldMkLst>
        <pc:spChg chg="mod">
          <ac:chgData name="Người dùng Khách" userId="" providerId="Windows Live" clId="Web-{89642F98-00BF-9D04-BAA2-6DA1B0C4F95B}" dt="2025-11-10T03:36:06.367" v="301" actId="20577"/>
          <ac:spMkLst>
            <pc:docMk/>
            <pc:sldMk cId="1792338029" sldId="260"/>
            <ac:spMk id="2" creationId="{30F59185-8DD8-8C7E-4A72-546112F8900B}"/>
          </ac:spMkLst>
        </pc:spChg>
      </pc:sldChg>
      <pc:sldChg chg="modSp">
        <pc:chgData name="Người dùng Khách" userId="" providerId="Windows Live" clId="Web-{89642F98-00BF-9D04-BAA2-6DA1B0C4F95B}" dt="2025-11-10T04:10:45.608" v="579" actId="20577"/>
        <pc:sldMkLst>
          <pc:docMk/>
          <pc:sldMk cId="665655422" sldId="262"/>
        </pc:sldMkLst>
        <pc:spChg chg="mod">
          <ac:chgData name="Người dùng Khách" userId="" providerId="Windows Live" clId="Web-{89642F98-00BF-9D04-BAA2-6DA1B0C4F95B}" dt="2025-11-10T04:10:45.608" v="579" actId="20577"/>
          <ac:spMkLst>
            <pc:docMk/>
            <pc:sldMk cId="665655422" sldId="262"/>
            <ac:spMk id="2" creationId="{CB764586-A4F2-4E7C-4305-7B88AD341F49}"/>
          </ac:spMkLst>
        </pc:spChg>
        <pc:spChg chg="mod">
          <ac:chgData name="Người dùng Khách" userId="" providerId="Windows Live" clId="Web-{89642F98-00BF-9D04-BAA2-6DA1B0C4F95B}" dt="2025-11-10T03:17:10.773" v="240" actId="20577"/>
          <ac:spMkLst>
            <pc:docMk/>
            <pc:sldMk cId="665655422" sldId="262"/>
            <ac:spMk id="5" creationId="{91E58C4E-D400-F7B0-693C-DDFC88C58679}"/>
          </ac:spMkLst>
        </pc:spChg>
      </pc:sldChg>
      <pc:sldChg chg="modSp ord">
        <pc:chgData name="Người dùng Khách" userId="" providerId="Windows Live" clId="Web-{89642F98-00BF-9D04-BAA2-6DA1B0C4F95B}" dt="2025-11-10T03:38:03.088" v="311"/>
        <pc:sldMkLst>
          <pc:docMk/>
          <pc:sldMk cId="1521355439" sldId="263"/>
        </pc:sldMkLst>
        <pc:spChg chg="mod">
          <ac:chgData name="Người dùng Khách" userId="" providerId="Windows Live" clId="Web-{89642F98-00BF-9D04-BAA2-6DA1B0C4F95B}" dt="2025-11-10T03:36:13.649" v="304" actId="20577"/>
          <ac:spMkLst>
            <pc:docMk/>
            <pc:sldMk cId="1521355439" sldId="263"/>
            <ac:spMk id="2" creationId="{16237201-BBEA-F544-F1A4-01B976DCF118}"/>
          </ac:spMkLst>
        </pc:spChg>
      </pc:sldChg>
      <pc:sldChg chg="modSp ord">
        <pc:chgData name="Người dùng Khách" userId="" providerId="Windows Live" clId="Web-{89642F98-00BF-9D04-BAA2-6DA1B0C4F95B}" dt="2025-11-10T03:38:07.245" v="312"/>
        <pc:sldMkLst>
          <pc:docMk/>
          <pc:sldMk cId="1620141251" sldId="264"/>
        </pc:sldMkLst>
        <pc:spChg chg="mod">
          <ac:chgData name="Người dùng Khách" userId="" providerId="Windows Live" clId="Web-{89642F98-00BF-9D04-BAA2-6DA1B0C4F95B}" dt="2025-11-10T03:36:09.821" v="302" actId="20577"/>
          <ac:spMkLst>
            <pc:docMk/>
            <pc:sldMk cId="1620141251" sldId="264"/>
            <ac:spMk id="3" creationId="{C84A3D7E-9FCC-5E8D-8F2E-6ACAB25A8437}"/>
          </ac:spMkLst>
        </pc:spChg>
      </pc:sldChg>
      <pc:sldChg chg="delSp modSp">
        <pc:chgData name="Người dùng Khách" userId="" providerId="Windows Live" clId="Web-{89642F98-00BF-9D04-BAA2-6DA1B0C4F95B}" dt="2025-11-10T04:10:29.747" v="576" actId="20577"/>
        <pc:sldMkLst>
          <pc:docMk/>
          <pc:sldMk cId="2181392580" sldId="265"/>
        </pc:sldMkLst>
        <pc:spChg chg="mod">
          <ac:chgData name="Người dùng Khách" userId="" providerId="Windows Live" clId="Web-{89642F98-00BF-9D04-BAA2-6DA1B0C4F95B}" dt="2025-11-10T04:10:29.747" v="576" actId="20577"/>
          <ac:spMkLst>
            <pc:docMk/>
            <pc:sldMk cId="2181392580" sldId="265"/>
            <ac:spMk id="2" creationId="{73DF7C1E-F1BA-423F-28E7-6A89CCCC78D3}"/>
          </ac:spMkLst>
        </pc:spChg>
        <pc:spChg chg="mod">
          <ac:chgData name="Người dùng Khách" userId="" providerId="Windows Live" clId="Web-{89642F98-00BF-9D04-BAA2-6DA1B0C4F95B}" dt="2025-11-10T03:57:27.986" v="543" actId="14100"/>
          <ac:spMkLst>
            <pc:docMk/>
            <pc:sldMk cId="2181392580" sldId="265"/>
            <ac:spMk id="4" creationId="{FC032187-7A96-B964-97B8-4B927DCE74EB}"/>
          </ac:spMkLst>
        </pc:spChg>
        <pc:spChg chg="mod">
          <ac:chgData name="Người dùng Khách" userId="" providerId="Windows Live" clId="Web-{89642F98-00BF-9D04-BAA2-6DA1B0C4F95B}" dt="2025-11-10T03:57:48.345" v="553" actId="20577"/>
          <ac:spMkLst>
            <pc:docMk/>
            <pc:sldMk cId="2181392580" sldId="265"/>
            <ac:spMk id="5" creationId="{E30E2046-472C-90EC-F7E4-CEE1B6249EAB}"/>
          </ac:spMkLst>
        </pc:spChg>
        <pc:picChg chg="del">
          <ac:chgData name="Người dùng Khách" userId="" providerId="Windows Live" clId="Web-{89642F98-00BF-9D04-BAA2-6DA1B0C4F95B}" dt="2025-11-10T03:28:40.824" v="263"/>
          <ac:picMkLst>
            <pc:docMk/>
            <pc:sldMk cId="2181392580" sldId="265"/>
            <ac:picMk id="6" creationId="{84BFC98D-1A28-6594-8617-2A2DE12BE44F}"/>
          </ac:picMkLst>
        </pc:picChg>
      </pc:sldChg>
      <pc:sldChg chg="modSp ord">
        <pc:chgData name="Người dùng Khách" userId="" providerId="Windows Live" clId="Web-{89642F98-00BF-9D04-BAA2-6DA1B0C4F95B}" dt="2025-11-10T03:38:01.588" v="309"/>
        <pc:sldMkLst>
          <pc:docMk/>
          <pc:sldMk cId="4108609708" sldId="274"/>
        </pc:sldMkLst>
        <pc:spChg chg="mod">
          <ac:chgData name="Người dùng Khách" userId="" providerId="Windows Live" clId="Web-{89642F98-00BF-9D04-BAA2-6DA1B0C4F95B}" dt="2025-11-10T02:50:59.583" v="0" actId="1076"/>
          <ac:spMkLst>
            <pc:docMk/>
            <pc:sldMk cId="4108609708" sldId="274"/>
            <ac:spMk id="4" creationId="{02F38DAF-0549-2364-C4C4-C6835FE8EB7F}"/>
          </ac:spMkLst>
        </pc:spChg>
      </pc:sldChg>
      <pc:sldChg chg="modSp">
        <pc:chgData name="Người dùng Khách" userId="" providerId="Windows Live" clId="Web-{89642F98-00BF-9D04-BAA2-6DA1B0C4F95B}" dt="2025-11-10T03:18:18.056" v="246" actId="1076"/>
        <pc:sldMkLst>
          <pc:docMk/>
          <pc:sldMk cId="1448042315" sldId="276"/>
        </pc:sldMkLst>
        <pc:picChg chg="mod">
          <ac:chgData name="Người dùng Khách" userId="" providerId="Windows Live" clId="Web-{89642F98-00BF-9D04-BAA2-6DA1B0C4F95B}" dt="2025-11-10T03:18:18.056" v="246" actId="1076"/>
          <ac:picMkLst>
            <pc:docMk/>
            <pc:sldMk cId="1448042315" sldId="276"/>
            <ac:picMk id="3" creationId="{73E7F7D6-9D30-365C-B105-B9B66929632E}"/>
          </ac:picMkLst>
        </pc:picChg>
      </pc:sldChg>
      <pc:sldChg chg="modSp ord">
        <pc:chgData name="Người dùng Khách" userId="" providerId="Windows Live" clId="Web-{89642F98-00BF-9D04-BAA2-6DA1B0C4F95B}" dt="2025-11-10T03:56:39.329" v="541" actId="20577"/>
        <pc:sldMkLst>
          <pc:docMk/>
          <pc:sldMk cId="3711944761" sldId="277"/>
        </pc:sldMkLst>
        <pc:spChg chg="mod">
          <ac:chgData name="Người dùng Khách" userId="" providerId="Windows Live" clId="Web-{89642F98-00BF-9D04-BAA2-6DA1B0C4F95B}" dt="2025-11-10T03:56:39.329" v="541" actId="20577"/>
          <ac:spMkLst>
            <pc:docMk/>
            <pc:sldMk cId="3711944761" sldId="277"/>
            <ac:spMk id="3" creationId="{A8667DE2-2E4E-D625-E6C3-903823CD909B}"/>
          </ac:spMkLst>
        </pc:spChg>
      </pc:sldChg>
      <pc:sldChg chg="modSp del">
        <pc:chgData name="Người dùng Khách" userId="" providerId="Windows Live" clId="Web-{89642F98-00BF-9D04-BAA2-6DA1B0C4F95B}" dt="2025-11-10T03:59:26.017" v="556"/>
        <pc:sldMkLst>
          <pc:docMk/>
          <pc:sldMk cId="1569484348" sldId="280"/>
        </pc:sldMkLst>
        <pc:spChg chg="mod">
          <ac:chgData name="Người dùng Khách" userId="" providerId="Windows Live" clId="Web-{89642F98-00BF-9D04-BAA2-6DA1B0C4F95B}" dt="2025-11-10T03:38:24.042" v="314" actId="20577"/>
          <ac:spMkLst>
            <pc:docMk/>
            <pc:sldMk cId="1569484348" sldId="280"/>
            <ac:spMk id="2" creationId="{42B1AE42-6912-79DF-4FD2-B9E62B5D6F78}"/>
          </ac:spMkLst>
        </pc:spChg>
        <pc:spChg chg="mod">
          <ac:chgData name="Người dùng Khách" userId="" providerId="Windows Live" clId="Web-{89642F98-00BF-9D04-BAA2-6DA1B0C4F95B}" dt="2025-11-10T03:16:29.288" v="233" actId="20577"/>
          <ac:spMkLst>
            <pc:docMk/>
            <pc:sldMk cId="1569484348" sldId="280"/>
            <ac:spMk id="3" creationId="{F9B49762-5B6A-97F0-93B8-ABF050B19BA5}"/>
          </ac:spMkLst>
        </pc:spChg>
        <pc:spChg chg="mod">
          <ac:chgData name="Người dùng Khách" userId="" providerId="Windows Live" clId="Web-{89642F98-00BF-9D04-BAA2-6DA1B0C4F95B}" dt="2025-11-10T03:19:21.542" v="250" actId="1076"/>
          <ac:spMkLst>
            <pc:docMk/>
            <pc:sldMk cId="1569484348" sldId="280"/>
            <ac:spMk id="5" creationId="{9B0AEB21-F5DC-B6E6-F584-DB2F0E72639F}"/>
          </ac:spMkLst>
        </pc:spChg>
      </pc:sldChg>
      <pc:sldChg chg="modSp">
        <pc:chgData name="Người dùng Khách" userId="" providerId="Windows Live" clId="Web-{89642F98-00BF-9D04-BAA2-6DA1B0C4F95B}" dt="2025-11-10T04:10:48.108" v="580" actId="20577"/>
        <pc:sldMkLst>
          <pc:docMk/>
          <pc:sldMk cId="4110896108" sldId="281"/>
        </pc:sldMkLst>
        <pc:spChg chg="mod">
          <ac:chgData name="Người dùng Khách" userId="" providerId="Windows Live" clId="Web-{89642F98-00BF-9D04-BAA2-6DA1B0C4F95B}" dt="2025-11-10T04:10:48.108" v="580" actId="20577"/>
          <ac:spMkLst>
            <pc:docMk/>
            <pc:sldMk cId="4110896108" sldId="281"/>
            <ac:spMk id="2" creationId="{22D35C6D-4A71-6308-45C6-C1FC09217197}"/>
          </ac:spMkLst>
        </pc:spChg>
      </pc:sldChg>
      <pc:sldChg chg="modSp">
        <pc:chgData name="Người dùng Khách" userId="" providerId="Windows Live" clId="Web-{89642F98-00BF-9D04-BAA2-6DA1B0C4F95B}" dt="2025-11-10T04:10:40.045" v="578" actId="20577"/>
        <pc:sldMkLst>
          <pc:docMk/>
          <pc:sldMk cId="3520901651" sldId="282"/>
        </pc:sldMkLst>
        <pc:spChg chg="mod">
          <ac:chgData name="Người dùng Khách" userId="" providerId="Windows Live" clId="Web-{89642F98-00BF-9D04-BAA2-6DA1B0C4F95B}" dt="2025-11-10T04:10:40.045" v="578" actId="20577"/>
          <ac:spMkLst>
            <pc:docMk/>
            <pc:sldMk cId="3520901651" sldId="282"/>
            <ac:spMk id="2" creationId="{CE65FB15-C5A3-367B-DDFA-151A9C9E064C}"/>
          </ac:spMkLst>
        </pc:spChg>
      </pc:sldChg>
      <pc:sldChg chg="modSp">
        <pc:chgData name="Người dùng Khách" userId="" providerId="Windows Live" clId="Web-{89642F98-00BF-9D04-BAA2-6DA1B0C4F95B}" dt="2025-11-10T03:13:15.252" v="202" actId="20577"/>
        <pc:sldMkLst>
          <pc:docMk/>
          <pc:sldMk cId="2179935637" sldId="283"/>
        </pc:sldMkLst>
        <pc:spChg chg="mod">
          <ac:chgData name="Người dùng Khách" userId="" providerId="Windows Live" clId="Web-{89642F98-00BF-9D04-BAA2-6DA1B0C4F95B}" dt="2025-11-10T03:13:15.252" v="202" actId="20577"/>
          <ac:spMkLst>
            <pc:docMk/>
            <pc:sldMk cId="2179935637" sldId="283"/>
            <ac:spMk id="2" creationId="{35F521B8-3E71-13D2-D3CB-CB8D35356E07}"/>
          </ac:spMkLst>
        </pc:spChg>
      </pc:sldChg>
      <pc:sldChg chg="modSp">
        <pc:chgData name="Người dùng Khách" userId="" providerId="Windows Live" clId="Web-{89642F98-00BF-9D04-BAA2-6DA1B0C4F95B}" dt="2025-11-10T04:10:33.029" v="577" actId="20577"/>
        <pc:sldMkLst>
          <pc:docMk/>
          <pc:sldMk cId="2859851663" sldId="284"/>
        </pc:sldMkLst>
        <pc:spChg chg="mod">
          <ac:chgData name="Người dùng Khách" userId="" providerId="Windows Live" clId="Web-{89642F98-00BF-9D04-BAA2-6DA1B0C4F95B}" dt="2025-11-10T04:10:33.029" v="577" actId="20577"/>
          <ac:spMkLst>
            <pc:docMk/>
            <pc:sldMk cId="2859851663" sldId="284"/>
            <ac:spMk id="2" creationId="{EF94AA51-544C-CBCC-F65D-415F0FC9E489}"/>
          </ac:spMkLst>
        </pc:spChg>
        <pc:spChg chg="mod">
          <ac:chgData name="Người dùng Khách" userId="" providerId="Windows Live" clId="Web-{89642F98-00BF-9D04-BAA2-6DA1B0C4F95B}" dt="2025-11-10T03:10:20.495" v="196" actId="20577"/>
          <ac:spMkLst>
            <pc:docMk/>
            <pc:sldMk cId="2859851663" sldId="284"/>
            <ac:spMk id="5" creationId="{116CA3D4-0544-890D-2E99-CD92231F1F73}"/>
          </ac:spMkLst>
        </pc:spChg>
        <pc:spChg chg="mod">
          <ac:chgData name="Người dùng Khách" userId="" providerId="Windows Live" clId="Web-{89642F98-00BF-9D04-BAA2-6DA1B0C4F95B}" dt="2025-11-10T03:19:11.401" v="249" actId="20577"/>
          <ac:spMkLst>
            <pc:docMk/>
            <pc:sldMk cId="2859851663" sldId="284"/>
            <ac:spMk id="6" creationId="{46449161-1AB8-7828-4476-68EFC9A1A99F}"/>
          </ac:spMkLst>
        </pc:spChg>
      </pc:sldChg>
      <pc:sldChg chg="modSp add del replId">
        <pc:chgData name="Người dùng Khách" userId="" providerId="Windows Live" clId="Web-{89642F98-00BF-9D04-BAA2-6DA1B0C4F95B}" dt="2025-11-10T04:11:06.765" v="581"/>
        <pc:sldMkLst>
          <pc:docMk/>
          <pc:sldMk cId="3607058746" sldId="285"/>
        </pc:sldMkLst>
        <pc:spChg chg="mod">
          <ac:chgData name="Người dùng Khách" userId="" providerId="Windows Live" clId="Web-{89642F98-00BF-9D04-BAA2-6DA1B0C4F95B}" dt="2025-11-10T04:10:26.904" v="575" actId="20577"/>
          <ac:spMkLst>
            <pc:docMk/>
            <pc:sldMk cId="3607058746" sldId="285"/>
            <ac:spMk id="2" creationId="{42CF44CE-5400-00DE-6021-9FB74E82488D}"/>
          </ac:spMkLst>
        </pc:spChg>
      </pc:sldChg>
    </pc:docChg>
  </pc:docChgLst>
  <pc:docChgLst>
    <pc:chgData name="Người dùng Khách" providerId="Windows Live" clId="Web-{53A1B02A-E185-A27D-2B6D-A5EB9DEF79DD}"/>
    <pc:docChg chg="modSld">
      <pc:chgData name="Người dùng Khách" userId="" providerId="Windows Live" clId="Web-{53A1B02A-E185-A27D-2B6D-A5EB9DEF79DD}" dt="2025-11-08T08:13:17.345" v="0" actId="14100"/>
      <pc:docMkLst>
        <pc:docMk/>
      </pc:docMkLst>
      <pc:sldChg chg="modSp">
        <pc:chgData name="Người dùng Khách" userId="" providerId="Windows Live" clId="Web-{53A1B02A-E185-A27D-2B6D-A5EB9DEF79DD}" dt="2025-11-08T08:13:17.345" v="0" actId="14100"/>
        <pc:sldMkLst>
          <pc:docMk/>
          <pc:sldMk cId="169948877" sldId="257"/>
        </pc:sldMkLst>
        <pc:spChg chg="mod">
          <ac:chgData name="Người dùng Khách" userId="" providerId="Windows Live" clId="Web-{53A1B02A-E185-A27D-2B6D-A5EB9DEF79DD}" dt="2025-11-08T08:13:17.345" v="0" actId="14100"/>
          <ac:spMkLst>
            <pc:docMk/>
            <pc:sldMk cId="169948877" sldId="257"/>
            <ac:spMk id="2" creationId="{9ECA5216-FA23-D335-1FE6-3200BEF9C4D1}"/>
          </ac:spMkLst>
        </pc:spChg>
      </pc:sldChg>
    </pc:docChg>
  </pc:docChgLst>
  <pc:docChgLst>
    <pc:chgData name="Người dùng Khách" providerId="Windows Live" clId="Web-{D213F2EA-8FB5-6DB0-8360-CE111289ED66}"/>
    <pc:docChg chg="mod modSld sldOrd addMainMaster delMainMaster">
      <pc:chgData name="Người dùng Khách" userId="" providerId="Windows Live" clId="Web-{D213F2EA-8FB5-6DB0-8360-CE111289ED66}" dt="2025-11-09T09:43:04.096" v="415"/>
      <pc:docMkLst>
        <pc:docMk/>
      </pc:docMkLst>
      <pc:sldChg chg="modSp mod modClrScheme chgLayout">
        <pc:chgData name="Người dùng Khách" userId="" providerId="Windows Live" clId="Web-{D213F2EA-8FB5-6DB0-8360-CE111289ED66}" dt="2025-11-09T09:43:04.096" v="415"/>
        <pc:sldMkLst>
          <pc:docMk/>
          <pc:sldMk cId="169948877" sldId="257"/>
        </pc:sldMkLst>
        <pc:spChg chg="mod ord">
          <ac:chgData name="Người dùng Khách" userId="" providerId="Windows Live" clId="Web-{D213F2EA-8FB5-6DB0-8360-CE111289ED66}" dt="2025-11-09T09:43:04.096" v="415"/>
          <ac:spMkLst>
            <pc:docMk/>
            <pc:sldMk cId="169948877" sldId="257"/>
            <ac:spMk id="2" creationId="{9ECA5216-FA23-D335-1FE6-3200BEF9C4D1}"/>
          </ac:spMkLst>
        </pc:spChg>
        <pc:spChg chg="mod ord">
          <ac:chgData name="Người dùng Khách" userId="" providerId="Windows Live" clId="Web-{D213F2EA-8FB5-6DB0-8360-CE111289ED66}" dt="2025-11-09T09:43:04.096" v="415"/>
          <ac:spMkLst>
            <pc:docMk/>
            <pc:sldMk cId="169948877" sldId="257"/>
            <ac:spMk id="3" creationId="{3E56DE61-7258-5841-BC20-6A7D40D4A8C3}"/>
          </ac:spMkLst>
        </pc:spChg>
      </pc:sldChg>
      <pc:sldChg chg="modSp mod modClrScheme chgLayout">
        <pc:chgData name="Người dùng Khách" userId="" providerId="Windows Live" clId="Web-{D213F2EA-8FB5-6DB0-8360-CE111289ED66}" dt="2025-11-09T09:43:04.096" v="415"/>
        <pc:sldMkLst>
          <pc:docMk/>
          <pc:sldMk cId="242288225" sldId="258"/>
        </pc:sldMkLst>
        <pc:spChg chg="mod ord">
          <ac:chgData name="Người dùng Khách" userId="" providerId="Windows Live" clId="Web-{D213F2EA-8FB5-6DB0-8360-CE111289ED66}" dt="2025-11-09T09:43:04.096" v="415"/>
          <ac:spMkLst>
            <pc:docMk/>
            <pc:sldMk cId="242288225" sldId="258"/>
            <ac:spMk id="2" creationId="{E5801B4C-8CA4-C213-46DC-A53815C4380A}"/>
          </ac:spMkLst>
        </pc:spChg>
      </pc:sldChg>
      <pc:sldChg chg="modSp mod modClrScheme chgLayout">
        <pc:chgData name="Người dùng Khách" userId="" providerId="Windows Live" clId="Web-{D213F2EA-8FB5-6DB0-8360-CE111289ED66}" dt="2025-11-09T09:43:04.096" v="415"/>
        <pc:sldMkLst>
          <pc:docMk/>
          <pc:sldMk cId="898059120" sldId="259"/>
        </pc:sldMkLst>
        <pc:spChg chg="mod ord">
          <ac:chgData name="Người dùng Khách" userId="" providerId="Windows Live" clId="Web-{D213F2EA-8FB5-6DB0-8360-CE111289ED66}" dt="2025-11-09T09:43:04.096" v="415"/>
          <ac:spMkLst>
            <pc:docMk/>
            <pc:sldMk cId="898059120" sldId="259"/>
            <ac:spMk id="7" creationId="{54E02B88-6CF4-9C42-96BA-518F8FF10A85}"/>
          </ac:spMkLst>
        </pc:spChg>
      </pc:sldChg>
      <pc:sldChg chg="addSp delSp modSp mod modClrScheme chgLayout">
        <pc:chgData name="Người dùng Khách" userId="" providerId="Windows Live" clId="Web-{D213F2EA-8FB5-6DB0-8360-CE111289ED66}" dt="2025-11-09T09:43:04.096" v="415"/>
        <pc:sldMkLst>
          <pc:docMk/>
          <pc:sldMk cId="1792338029" sldId="260"/>
        </pc:sldMkLst>
        <pc:spChg chg="mod ord">
          <ac:chgData name="Người dùng Khách" userId="" providerId="Windows Live" clId="Web-{D213F2EA-8FB5-6DB0-8360-CE111289ED66}" dt="2025-11-09T09:43:04.096" v="415"/>
          <ac:spMkLst>
            <pc:docMk/>
            <pc:sldMk cId="1792338029" sldId="260"/>
            <ac:spMk id="2" creationId="{30F59185-8DD8-8C7E-4A72-546112F8900B}"/>
          </ac:spMkLst>
        </pc:spChg>
        <pc:spChg chg="mod">
          <ac:chgData name="Người dùng Khách" userId="" providerId="Windows Live" clId="Web-{D213F2EA-8FB5-6DB0-8360-CE111289ED66}" dt="2025-11-09T09:41:59.047" v="408" actId="14100"/>
          <ac:spMkLst>
            <pc:docMk/>
            <pc:sldMk cId="1792338029" sldId="260"/>
            <ac:spMk id="3" creationId="{A7FDAEE2-6527-4CAC-4A9C-FABA80EB4DE0}"/>
          </ac:spMkLst>
        </pc:spChg>
        <pc:spChg chg="add mod">
          <ac:chgData name="Người dùng Khách" userId="" providerId="Windows Live" clId="Web-{D213F2EA-8FB5-6DB0-8360-CE111289ED66}" dt="2025-11-09T09:42:38.751" v="414" actId="14100"/>
          <ac:spMkLst>
            <pc:docMk/>
            <pc:sldMk cId="1792338029" sldId="260"/>
            <ac:spMk id="4" creationId="{6EE97816-890B-6BAA-CB32-8AC9B5E0F93C}"/>
          </ac:spMkLst>
        </pc:spChg>
      </pc:sldChg>
      <pc:sldChg chg="modSp mod ord modClrScheme chgLayout">
        <pc:chgData name="Người dùng Khách" userId="" providerId="Windows Live" clId="Web-{D213F2EA-8FB5-6DB0-8360-CE111289ED66}" dt="2025-11-09T09:43:04.096" v="415"/>
        <pc:sldMkLst>
          <pc:docMk/>
          <pc:sldMk cId="1521355439" sldId="263"/>
        </pc:sldMkLst>
        <pc:spChg chg="mod ord">
          <ac:chgData name="Người dùng Khách" userId="" providerId="Windows Live" clId="Web-{D213F2EA-8FB5-6DB0-8360-CE111289ED66}" dt="2025-11-09T09:43:04.096" v="415"/>
          <ac:spMkLst>
            <pc:docMk/>
            <pc:sldMk cId="1521355439" sldId="263"/>
            <ac:spMk id="2" creationId="{16237201-BBEA-F544-F1A4-01B976DCF118}"/>
          </ac:spMkLst>
        </pc:spChg>
      </pc:sldChg>
      <pc:sldChg chg="modSp mod ord modClrScheme chgLayout">
        <pc:chgData name="Người dùng Khách" userId="" providerId="Windows Live" clId="Web-{D213F2EA-8FB5-6DB0-8360-CE111289ED66}" dt="2025-11-09T09:43:04.096" v="415"/>
        <pc:sldMkLst>
          <pc:docMk/>
          <pc:sldMk cId="1620141251" sldId="264"/>
        </pc:sldMkLst>
        <pc:spChg chg="mod ord">
          <ac:chgData name="Người dùng Khách" userId="" providerId="Windows Live" clId="Web-{D213F2EA-8FB5-6DB0-8360-CE111289ED66}" dt="2025-11-09T09:43:04.096" v="415"/>
          <ac:spMkLst>
            <pc:docMk/>
            <pc:sldMk cId="1620141251" sldId="264"/>
            <ac:spMk id="3" creationId="{C84A3D7E-9FCC-5E8D-8F2E-6ACAB25A8437}"/>
          </ac:spMkLst>
        </pc:spChg>
      </pc:sldChg>
      <pc:sldChg chg="modSp mod modClrScheme chgLayout">
        <pc:chgData name="Người dùng Khách" userId="" providerId="Windows Live" clId="Web-{D213F2EA-8FB5-6DB0-8360-CE111289ED66}" dt="2025-11-09T09:43:04.096" v="415"/>
        <pc:sldMkLst>
          <pc:docMk/>
          <pc:sldMk cId="2181392580" sldId="265"/>
        </pc:sldMkLst>
        <pc:spChg chg="mod ord">
          <ac:chgData name="Người dùng Khách" userId="" providerId="Windows Live" clId="Web-{D213F2EA-8FB5-6DB0-8360-CE111289ED66}" dt="2025-11-09T09:43:04.096" v="415"/>
          <ac:spMkLst>
            <pc:docMk/>
            <pc:sldMk cId="2181392580" sldId="265"/>
            <ac:spMk id="2" creationId="{73DF7C1E-F1BA-423F-28E7-6A89CCCC78D3}"/>
          </ac:spMkLst>
        </pc:spChg>
      </pc:sldChg>
      <pc:sldChg chg="modSp mod modClrScheme chgLayout">
        <pc:chgData name="Người dùng Khách" userId="" providerId="Windows Live" clId="Web-{D213F2EA-8FB5-6DB0-8360-CE111289ED66}" dt="2025-11-09T09:43:04.096" v="415"/>
        <pc:sldMkLst>
          <pc:docMk/>
          <pc:sldMk cId="953508438" sldId="266"/>
        </pc:sldMkLst>
        <pc:spChg chg="mod ord">
          <ac:chgData name="Người dùng Khách" userId="" providerId="Windows Live" clId="Web-{D213F2EA-8FB5-6DB0-8360-CE111289ED66}" dt="2025-11-09T09:43:04.096" v="415"/>
          <ac:spMkLst>
            <pc:docMk/>
            <pc:sldMk cId="953508438" sldId="266"/>
            <ac:spMk id="2" creationId="{9BE7A774-4FD6-9313-BFFC-4310C93569C0}"/>
          </ac:spMkLst>
        </pc:spChg>
      </pc:sldChg>
      <pc:sldChg chg="modSp mod modClrScheme chgLayout">
        <pc:chgData name="Người dùng Khách" userId="" providerId="Windows Live" clId="Web-{D213F2EA-8FB5-6DB0-8360-CE111289ED66}" dt="2025-11-09T09:43:04.096" v="415"/>
        <pc:sldMkLst>
          <pc:docMk/>
          <pc:sldMk cId="4218107499" sldId="268"/>
        </pc:sldMkLst>
        <pc:spChg chg="mod ord">
          <ac:chgData name="Người dùng Khách" userId="" providerId="Windows Live" clId="Web-{D213F2EA-8FB5-6DB0-8360-CE111289ED66}" dt="2025-11-09T09:43:04.096" v="415"/>
          <ac:spMkLst>
            <pc:docMk/>
            <pc:sldMk cId="4218107499" sldId="268"/>
            <ac:spMk id="2" creationId="{7D6F7527-C46E-ECC6-AD12-2E051CAC4F24}"/>
          </ac:spMkLst>
        </pc:spChg>
      </pc:sldChg>
      <pc:sldChg chg="modSp mod modClrScheme chgLayout">
        <pc:chgData name="Người dùng Khách" userId="" providerId="Windows Live" clId="Web-{D213F2EA-8FB5-6DB0-8360-CE111289ED66}" dt="2025-11-09T09:43:04.096" v="415"/>
        <pc:sldMkLst>
          <pc:docMk/>
          <pc:sldMk cId="3545424363" sldId="269"/>
        </pc:sldMkLst>
        <pc:spChg chg="mod ord">
          <ac:chgData name="Người dùng Khách" userId="" providerId="Windows Live" clId="Web-{D213F2EA-8FB5-6DB0-8360-CE111289ED66}" dt="2025-11-09T09:43:04.096" v="415"/>
          <ac:spMkLst>
            <pc:docMk/>
            <pc:sldMk cId="3545424363" sldId="269"/>
            <ac:spMk id="2" creationId="{8B354680-490B-24F6-6A96-F5F2D7A4089D}"/>
          </ac:spMkLst>
        </pc:spChg>
      </pc:sldChg>
      <pc:sldChg chg="modSp mod modClrScheme chgLayout">
        <pc:chgData name="Người dùng Khách" userId="" providerId="Windows Live" clId="Web-{D213F2EA-8FB5-6DB0-8360-CE111289ED66}" dt="2025-11-09T09:43:04.096" v="415"/>
        <pc:sldMkLst>
          <pc:docMk/>
          <pc:sldMk cId="2907399524" sldId="270"/>
        </pc:sldMkLst>
        <pc:spChg chg="mod ord">
          <ac:chgData name="Người dùng Khách" userId="" providerId="Windows Live" clId="Web-{D213F2EA-8FB5-6DB0-8360-CE111289ED66}" dt="2025-11-09T09:43:04.096" v="415"/>
          <ac:spMkLst>
            <pc:docMk/>
            <pc:sldMk cId="2907399524" sldId="270"/>
            <ac:spMk id="10" creationId="{093E43BB-7D5E-3CB2-761A-8D41C3C7F417}"/>
          </ac:spMkLst>
        </pc:spChg>
      </pc:sldChg>
      <pc:sldChg chg="modSp mod modClrScheme chgLayout">
        <pc:chgData name="Người dùng Khách" userId="" providerId="Windows Live" clId="Web-{D213F2EA-8FB5-6DB0-8360-CE111289ED66}" dt="2025-11-09T09:43:04.096" v="415"/>
        <pc:sldMkLst>
          <pc:docMk/>
          <pc:sldMk cId="3965618592" sldId="271"/>
        </pc:sldMkLst>
        <pc:spChg chg="mod ord">
          <ac:chgData name="Người dùng Khách" userId="" providerId="Windows Live" clId="Web-{D213F2EA-8FB5-6DB0-8360-CE111289ED66}" dt="2025-11-09T09:43:04.096" v="415"/>
          <ac:spMkLst>
            <pc:docMk/>
            <pc:sldMk cId="3965618592" sldId="271"/>
            <ac:spMk id="8" creationId="{091097AA-181D-0CBB-2B5D-FEF3DE81D425}"/>
          </ac:spMkLst>
        </pc:spChg>
      </pc:sldChg>
      <pc:sldChg chg="modSp mod modClrScheme chgLayout">
        <pc:chgData name="Người dùng Khách" userId="" providerId="Windows Live" clId="Web-{D213F2EA-8FB5-6DB0-8360-CE111289ED66}" dt="2025-11-09T09:43:04.096" v="415"/>
        <pc:sldMkLst>
          <pc:docMk/>
          <pc:sldMk cId="985606290" sldId="272"/>
        </pc:sldMkLst>
        <pc:spChg chg="mod ord">
          <ac:chgData name="Người dùng Khách" userId="" providerId="Windows Live" clId="Web-{D213F2EA-8FB5-6DB0-8360-CE111289ED66}" dt="2025-11-09T09:43:04.096" v="415"/>
          <ac:spMkLst>
            <pc:docMk/>
            <pc:sldMk cId="985606290" sldId="272"/>
            <ac:spMk id="10" creationId="{1CB0FA15-0BDB-B807-974F-E4BF6D7190F6}"/>
          </ac:spMkLst>
        </pc:spChg>
      </pc:sldChg>
      <pc:sldChg chg="modSp mod modClrScheme chgLayout">
        <pc:chgData name="Người dùng Khách" userId="" providerId="Windows Live" clId="Web-{D213F2EA-8FB5-6DB0-8360-CE111289ED66}" dt="2025-11-09T09:43:04.096" v="415"/>
        <pc:sldMkLst>
          <pc:docMk/>
          <pc:sldMk cId="753835358" sldId="273"/>
        </pc:sldMkLst>
        <pc:spChg chg="mod ord">
          <ac:chgData name="Người dùng Khách" userId="" providerId="Windows Live" clId="Web-{D213F2EA-8FB5-6DB0-8360-CE111289ED66}" dt="2025-11-09T09:43:04.096" v="415"/>
          <ac:spMkLst>
            <pc:docMk/>
            <pc:sldMk cId="753835358" sldId="273"/>
            <ac:spMk id="2" creationId="{FF7DB42F-2281-9D9C-F592-7241FCBE889F}"/>
          </ac:spMkLst>
        </pc:spChg>
        <pc:spChg chg="mod">
          <ac:chgData name="Người dùng Khách" userId="" providerId="Windows Live" clId="Web-{D213F2EA-8FB5-6DB0-8360-CE111289ED66}" dt="2025-11-09T09:13:26.619" v="130" actId="14100"/>
          <ac:spMkLst>
            <pc:docMk/>
            <pc:sldMk cId="753835358" sldId="273"/>
            <ac:spMk id="3" creationId="{79353913-F8D6-4B1E-5400-B26A0471D1ED}"/>
          </ac:spMkLst>
        </pc:spChg>
        <pc:spChg chg="mod">
          <ac:chgData name="Người dùng Khách" userId="" providerId="Windows Live" clId="Web-{D213F2EA-8FB5-6DB0-8360-CE111289ED66}" dt="2025-11-09T09:12:27.820" v="107" actId="14100"/>
          <ac:spMkLst>
            <pc:docMk/>
            <pc:sldMk cId="753835358" sldId="273"/>
            <ac:spMk id="4" creationId="{5DF5E96E-5596-7B19-4EB1-8EFBD71D6975}"/>
          </ac:spMkLst>
        </pc:spChg>
        <pc:spChg chg="mod">
          <ac:chgData name="Người dùng Khách" userId="" providerId="Windows Live" clId="Web-{D213F2EA-8FB5-6DB0-8360-CE111289ED66}" dt="2025-11-09T09:12:59.071" v="118" actId="14100"/>
          <ac:spMkLst>
            <pc:docMk/>
            <pc:sldMk cId="753835358" sldId="273"/>
            <ac:spMk id="5" creationId="{F9D341C4-BB92-091B-A614-1E3B17F354C4}"/>
          </ac:spMkLst>
        </pc:spChg>
        <pc:spChg chg="mod">
          <ac:chgData name="Người dùng Khách" userId="" providerId="Windows Live" clId="Web-{D213F2EA-8FB5-6DB0-8360-CE111289ED66}" dt="2025-11-09T09:17:29.045" v="132"/>
          <ac:spMkLst>
            <pc:docMk/>
            <pc:sldMk cId="753835358" sldId="273"/>
            <ac:spMk id="6" creationId="{E29698E9-FC99-E3E4-059A-2ABC81B5E449}"/>
          </ac:spMkLst>
        </pc:spChg>
      </pc:sldChg>
      <pc:sldMasterChg chg="add addSldLayout modSldLayout">
        <pc:chgData name="Người dùng Khách" userId="" providerId="Windows Live" clId="Web-{D213F2EA-8FB5-6DB0-8360-CE111289ED66}" dt="2025-11-09T09:43:04.096" v="415"/>
        <pc:sldMasterMkLst>
          <pc:docMk/>
          <pc:sldMasterMk cId="3731058454" sldId="2147483660"/>
        </pc:sldMasterMkLst>
        <pc:sldLayoutChg chg="add mod replId">
          <pc:chgData name="Người dùng Khách" userId="" providerId="Windows Live" clId="Web-{D213F2EA-8FB5-6DB0-8360-CE111289ED66}" dt="2025-11-09T09:43:04.096" v="415"/>
          <pc:sldLayoutMkLst>
            <pc:docMk/>
            <pc:sldMasterMk cId="3731058454" sldId="2147483660"/>
            <pc:sldLayoutMk cId="535949570" sldId="2147483661"/>
          </pc:sldLayoutMkLst>
        </pc:sldLayoutChg>
        <pc:sldLayoutChg chg="add mod replId">
          <pc:chgData name="Người dùng Khách" userId="" providerId="Windows Live" clId="Web-{D213F2EA-8FB5-6DB0-8360-CE111289ED66}" dt="2025-11-09T09:43:04.096" v="415"/>
          <pc:sldLayoutMkLst>
            <pc:docMk/>
            <pc:sldMasterMk cId="3731058454" sldId="2147483660"/>
            <pc:sldLayoutMk cId="1591614524" sldId="2147483662"/>
          </pc:sldLayoutMkLst>
        </pc:sldLayoutChg>
        <pc:sldLayoutChg chg="add mod replId">
          <pc:chgData name="Người dùng Khách" userId="" providerId="Windows Live" clId="Web-{D213F2EA-8FB5-6DB0-8360-CE111289ED66}" dt="2025-11-09T09:43:04.096" v="415"/>
          <pc:sldLayoutMkLst>
            <pc:docMk/>
            <pc:sldMasterMk cId="3731058454" sldId="2147483660"/>
            <pc:sldLayoutMk cId="1063699912" sldId="2147483663"/>
          </pc:sldLayoutMkLst>
        </pc:sldLayoutChg>
        <pc:sldLayoutChg chg="add mod replId">
          <pc:chgData name="Người dùng Khách" userId="" providerId="Windows Live" clId="Web-{D213F2EA-8FB5-6DB0-8360-CE111289ED66}" dt="2025-11-09T09:43:04.096" v="415"/>
          <pc:sldLayoutMkLst>
            <pc:docMk/>
            <pc:sldMasterMk cId="3731058454" sldId="2147483660"/>
            <pc:sldLayoutMk cId="3426795324" sldId="2147483664"/>
          </pc:sldLayoutMkLst>
        </pc:sldLayoutChg>
        <pc:sldLayoutChg chg="add mod replId">
          <pc:chgData name="Người dùng Khách" userId="" providerId="Windows Live" clId="Web-{D213F2EA-8FB5-6DB0-8360-CE111289ED66}" dt="2025-11-09T09:43:04.096" v="415"/>
          <pc:sldLayoutMkLst>
            <pc:docMk/>
            <pc:sldMasterMk cId="3731058454" sldId="2147483660"/>
            <pc:sldLayoutMk cId="814253940" sldId="2147483665"/>
          </pc:sldLayoutMkLst>
        </pc:sldLayoutChg>
        <pc:sldLayoutChg chg="add mod replId">
          <pc:chgData name="Người dùng Khách" userId="" providerId="Windows Live" clId="Web-{D213F2EA-8FB5-6DB0-8360-CE111289ED66}" dt="2025-11-09T09:43:04.096" v="415"/>
          <pc:sldLayoutMkLst>
            <pc:docMk/>
            <pc:sldMasterMk cId="3731058454" sldId="2147483660"/>
            <pc:sldLayoutMk cId="549879340" sldId="2147483666"/>
          </pc:sldLayoutMkLst>
        </pc:sldLayoutChg>
        <pc:sldLayoutChg chg="add mod replId">
          <pc:chgData name="Người dùng Khách" userId="" providerId="Windows Live" clId="Web-{D213F2EA-8FB5-6DB0-8360-CE111289ED66}" dt="2025-11-09T09:43:04.096" v="415"/>
          <pc:sldLayoutMkLst>
            <pc:docMk/>
            <pc:sldMasterMk cId="3731058454" sldId="2147483660"/>
            <pc:sldLayoutMk cId="568811147" sldId="2147483667"/>
          </pc:sldLayoutMkLst>
        </pc:sldLayoutChg>
        <pc:sldLayoutChg chg="add mod replId">
          <pc:chgData name="Người dùng Khách" userId="" providerId="Windows Live" clId="Web-{D213F2EA-8FB5-6DB0-8360-CE111289ED66}" dt="2025-11-09T09:43:04.096" v="415"/>
          <pc:sldLayoutMkLst>
            <pc:docMk/>
            <pc:sldMasterMk cId="3731058454" sldId="2147483660"/>
            <pc:sldLayoutMk cId="1966552880" sldId="2147483668"/>
          </pc:sldLayoutMkLst>
        </pc:sldLayoutChg>
        <pc:sldLayoutChg chg="add mod replId">
          <pc:chgData name="Người dùng Khách" userId="" providerId="Windows Live" clId="Web-{D213F2EA-8FB5-6DB0-8360-CE111289ED66}" dt="2025-11-09T09:43:04.096" v="415"/>
          <pc:sldLayoutMkLst>
            <pc:docMk/>
            <pc:sldMasterMk cId="3731058454" sldId="2147483660"/>
            <pc:sldLayoutMk cId="3032105672" sldId="2147483669"/>
          </pc:sldLayoutMkLst>
        </pc:sldLayoutChg>
        <pc:sldLayoutChg chg="add mod replId">
          <pc:chgData name="Người dùng Khách" userId="" providerId="Windows Live" clId="Web-{D213F2EA-8FB5-6DB0-8360-CE111289ED66}" dt="2025-11-09T09:43:04.096" v="415"/>
          <pc:sldLayoutMkLst>
            <pc:docMk/>
            <pc:sldMasterMk cId="3731058454" sldId="2147483660"/>
            <pc:sldLayoutMk cId="3144337997" sldId="2147483670"/>
          </pc:sldLayoutMkLst>
        </pc:sldLayoutChg>
        <pc:sldLayoutChg chg="add mod replId">
          <pc:chgData name="Người dùng Khách" userId="" providerId="Windows Live" clId="Web-{D213F2EA-8FB5-6DB0-8360-CE111289ED66}" dt="2025-11-09T09:43:04.096" v="415"/>
          <pc:sldLayoutMkLst>
            <pc:docMk/>
            <pc:sldMasterMk cId="3731058454" sldId="2147483660"/>
            <pc:sldLayoutMk cId="412499575" sldId="2147483671"/>
          </pc:sldLayoutMkLst>
        </pc:sldLayoutChg>
      </pc:sldMasterChg>
    </pc:docChg>
  </pc:docChgLst>
  <pc:docChgLst>
    <pc:chgData name="Người dùng Khách" providerId="Windows Live" clId="Web-{38F200C0-91FE-9FC5-91BD-F10C2514BAF3}"/>
    <pc:docChg chg="addSld delSld modSld sldOrd">
      <pc:chgData name="Người dùng Khách" userId="" providerId="Windows Live" clId="Web-{38F200C0-91FE-9FC5-91BD-F10C2514BAF3}" dt="2025-11-10T15:59:20.887" v="177" actId="20577"/>
      <pc:docMkLst>
        <pc:docMk/>
      </pc:docMkLst>
      <pc:sldChg chg="ord">
        <pc:chgData name="Người dùng Khách" userId="" providerId="Windows Live" clId="Web-{38F200C0-91FE-9FC5-91BD-F10C2514BAF3}" dt="2025-11-10T15:47:20.970" v="89"/>
        <pc:sldMkLst>
          <pc:docMk/>
          <pc:sldMk cId="953508438" sldId="266"/>
        </pc:sldMkLst>
      </pc:sldChg>
      <pc:sldChg chg="delSp modSp del">
        <pc:chgData name="Người dùng Khách" userId="" providerId="Windows Live" clId="Web-{38F200C0-91FE-9FC5-91BD-F10C2514BAF3}" dt="2025-11-10T15:47:09.125" v="88"/>
        <pc:sldMkLst>
          <pc:docMk/>
          <pc:sldMk cId="2179935637" sldId="283"/>
        </pc:sldMkLst>
        <pc:spChg chg="mod">
          <ac:chgData name="Người dùng Khách" userId="" providerId="Windows Live" clId="Web-{38F200C0-91FE-9FC5-91BD-F10C2514BAF3}" dt="2025-11-10T15:46:42.546" v="84" actId="20577"/>
          <ac:spMkLst>
            <pc:docMk/>
            <pc:sldMk cId="2179935637" sldId="283"/>
            <ac:spMk id="2" creationId="{35F521B8-3E71-13D2-D3CB-CB8D35356E07}"/>
          </ac:spMkLst>
        </pc:spChg>
        <pc:spChg chg="mod">
          <ac:chgData name="Người dùng Khách" userId="" providerId="Windows Live" clId="Web-{38F200C0-91FE-9FC5-91BD-F10C2514BAF3}" dt="2025-11-10T15:47:07.516" v="87" actId="14100"/>
          <ac:spMkLst>
            <pc:docMk/>
            <pc:sldMk cId="2179935637" sldId="283"/>
            <ac:spMk id="4" creationId="{9CA2845E-D903-975D-7167-D45C579AE754}"/>
          </ac:spMkLst>
        </pc:spChg>
        <pc:spChg chg="del">
          <ac:chgData name="Người dùng Khách" userId="" providerId="Windows Live" clId="Web-{38F200C0-91FE-9FC5-91BD-F10C2514BAF3}" dt="2025-11-10T15:46:46.140" v="85"/>
          <ac:spMkLst>
            <pc:docMk/>
            <pc:sldMk cId="2179935637" sldId="283"/>
            <ac:spMk id="5" creationId="{702EF731-6B67-51B5-6A90-F7C76B1AB718}"/>
          </ac:spMkLst>
        </pc:spChg>
      </pc:sldChg>
      <pc:sldChg chg="modSp">
        <pc:chgData name="Người dùng Khách" userId="" providerId="Windows Live" clId="Web-{38F200C0-91FE-9FC5-91BD-F10C2514BAF3}" dt="2025-11-10T15:32:46.696" v="9" actId="20577"/>
        <pc:sldMkLst>
          <pc:docMk/>
          <pc:sldMk cId="1286963084" sldId="287"/>
        </pc:sldMkLst>
        <pc:spChg chg="mod">
          <ac:chgData name="Người dùng Khách" userId="" providerId="Windows Live" clId="Web-{38F200C0-91FE-9FC5-91BD-F10C2514BAF3}" dt="2025-11-10T15:32:46.696" v="9" actId="20577"/>
          <ac:spMkLst>
            <pc:docMk/>
            <pc:sldMk cId="1286963084" sldId="287"/>
            <ac:spMk id="5" creationId="{E8ECCBE7-8457-7CBF-8697-06EC18B0FF20}"/>
          </ac:spMkLst>
        </pc:spChg>
      </pc:sldChg>
      <pc:sldChg chg="modSp">
        <pc:chgData name="Người dùng Khách" userId="" providerId="Windows Live" clId="Web-{38F200C0-91FE-9FC5-91BD-F10C2514BAF3}" dt="2025-11-10T15:36:18.904" v="54" actId="20577"/>
        <pc:sldMkLst>
          <pc:docMk/>
          <pc:sldMk cId="4271031876" sldId="288"/>
        </pc:sldMkLst>
        <pc:spChg chg="mod">
          <ac:chgData name="Người dùng Khách" userId="" providerId="Windows Live" clId="Web-{38F200C0-91FE-9FC5-91BD-F10C2514BAF3}" dt="2025-11-10T15:36:18.904" v="54" actId="20577"/>
          <ac:spMkLst>
            <pc:docMk/>
            <pc:sldMk cId="4271031876" sldId="288"/>
            <ac:spMk id="4" creationId="{D3180AC9-DD4F-E73E-E235-F154F29897C3}"/>
          </ac:spMkLst>
        </pc:spChg>
        <pc:spChg chg="mod">
          <ac:chgData name="Người dùng Khách" userId="" providerId="Windows Live" clId="Web-{38F200C0-91FE-9FC5-91BD-F10C2514BAF3}" dt="2025-11-10T15:33:49.713" v="16" actId="14100"/>
          <ac:spMkLst>
            <pc:docMk/>
            <pc:sldMk cId="4271031876" sldId="288"/>
            <ac:spMk id="5" creationId="{BAABA511-A6A5-5777-15B2-24604366BA07}"/>
          </ac:spMkLst>
        </pc:spChg>
      </pc:sldChg>
      <pc:sldChg chg="modSp">
        <pc:chgData name="Người dùng Khách" userId="" providerId="Windows Live" clId="Web-{38F200C0-91FE-9FC5-91BD-F10C2514BAF3}" dt="2025-11-10T15:56:59.044" v="152" actId="14100"/>
        <pc:sldMkLst>
          <pc:docMk/>
          <pc:sldMk cId="1966611504" sldId="290"/>
        </pc:sldMkLst>
        <pc:spChg chg="mod">
          <ac:chgData name="Người dùng Khách" userId="" providerId="Windows Live" clId="Web-{38F200C0-91FE-9FC5-91BD-F10C2514BAF3}" dt="2025-11-10T15:56:59.044" v="152" actId="14100"/>
          <ac:spMkLst>
            <pc:docMk/>
            <pc:sldMk cId="1966611504" sldId="290"/>
            <ac:spMk id="5" creationId="{6CB72419-D345-E767-A308-949EF614DE7B}"/>
          </ac:spMkLst>
        </pc:spChg>
        <pc:spChg chg="mod">
          <ac:chgData name="Người dùng Khách" userId="" providerId="Windows Live" clId="Web-{38F200C0-91FE-9FC5-91BD-F10C2514BAF3}" dt="2025-11-10T15:51:55.804" v="130" actId="1076"/>
          <ac:spMkLst>
            <pc:docMk/>
            <pc:sldMk cId="1966611504" sldId="290"/>
            <ac:spMk id="6" creationId="{D69F099C-4B9B-527B-107A-86199A40DE3B}"/>
          </ac:spMkLst>
        </pc:spChg>
      </pc:sldChg>
      <pc:sldChg chg="modSp">
        <pc:chgData name="Người dùng Khách" userId="" providerId="Windows Live" clId="Web-{38F200C0-91FE-9FC5-91BD-F10C2514BAF3}" dt="2025-11-10T15:59:20.887" v="177" actId="20577"/>
        <pc:sldMkLst>
          <pc:docMk/>
          <pc:sldMk cId="3476065875" sldId="291"/>
        </pc:sldMkLst>
        <pc:spChg chg="mod">
          <ac:chgData name="Người dùng Khách" userId="" providerId="Windows Live" clId="Web-{38F200C0-91FE-9FC5-91BD-F10C2514BAF3}" dt="2025-11-10T15:58:57.213" v="174" actId="20577"/>
          <ac:spMkLst>
            <pc:docMk/>
            <pc:sldMk cId="3476065875" sldId="291"/>
            <ac:spMk id="3" creationId="{A34EC97C-C05D-C44C-268B-B4C7554831B7}"/>
          </ac:spMkLst>
        </pc:spChg>
        <pc:spChg chg="mod">
          <ac:chgData name="Người dùng Khách" userId="" providerId="Windows Live" clId="Web-{38F200C0-91FE-9FC5-91BD-F10C2514BAF3}" dt="2025-11-10T15:59:20.887" v="177" actId="20577"/>
          <ac:spMkLst>
            <pc:docMk/>
            <pc:sldMk cId="3476065875" sldId="291"/>
            <ac:spMk id="5" creationId="{A22E24A0-D586-092C-FAEE-49E7F7DCC510}"/>
          </ac:spMkLst>
        </pc:spChg>
      </pc:sldChg>
      <pc:sldChg chg="add replId">
        <pc:chgData name="Người dùng Khách" userId="" providerId="Windows Live" clId="Web-{38F200C0-91FE-9FC5-91BD-F10C2514BAF3}" dt="2025-11-10T15:42:34.455" v="74"/>
        <pc:sldMkLst>
          <pc:docMk/>
          <pc:sldMk cId="3956228346" sldId="293"/>
        </pc:sldMkLst>
      </pc:sldChg>
      <pc:sldChg chg="modSp add del replId">
        <pc:chgData name="Người dùng Khách" userId="" providerId="Windows Live" clId="Web-{38F200C0-91FE-9FC5-91BD-F10C2514BAF3}" dt="2025-11-10T15:59:07.979" v="175"/>
        <pc:sldMkLst>
          <pc:docMk/>
          <pc:sldMk cId="3062732834" sldId="294"/>
        </pc:sldMkLst>
        <pc:spChg chg="mod">
          <ac:chgData name="Người dùng Khách" userId="" providerId="Windows Live" clId="Web-{38F200C0-91FE-9FC5-91BD-F10C2514BAF3}" dt="2025-11-10T15:56:36.512" v="150" actId="20577"/>
          <ac:spMkLst>
            <pc:docMk/>
            <pc:sldMk cId="3062732834" sldId="294"/>
            <ac:spMk id="3" creationId="{E635E735-D35F-75BE-87FA-D38F30FDDF30}"/>
          </ac:spMkLst>
        </pc:spChg>
        <pc:spChg chg="mod">
          <ac:chgData name="Người dùng Khách" userId="" providerId="Windows Live" clId="Web-{38F200C0-91FE-9FC5-91BD-F10C2514BAF3}" dt="2025-11-10T15:56:00.731" v="142" actId="14100"/>
          <ac:spMkLst>
            <pc:docMk/>
            <pc:sldMk cId="3062732834" sldId="294"/>
            <ac:spMk id="5" creationId="{DD3E3ACD-5E6E-DFC1-BB4F-6AE535E0A163}"/>
          </ac:spMkLst>
        </pc:spChg>
      </pc:sldChg>
    </pc:docChg>
  </pc:docChgLst>
  <pc:docChgLst>
    <pc:chgData name="Người dùng Khách" providerId="Windows Live" clId="Web-{BF3D9EA3-D17A-AA8E-6EED-14C150E528FC}"/>
    <pc:docChg chg="addSld modSld">
      <pc:chgData name="Người dùng Khách" userId="" providerId="Windows Live" clId="Web-{BF3D9EA3-D17A-AA8E-6EED-14C150E528FC}" dt="2025-11-08T07:42:25.421" v="250" actId="1076"/>
      <pc:docMkLst>
        <pc:docMk/>
      </pc:docMkLst>
      <pc:sldChg chg="modSp">
        <pc:chgData name="Người dùng Khách" userId="" providerId="Windows Live" clId="Web-{BF3D9EA3-D17A-AA8E-6EED-14C150E528FC}" dt="2025-11-08T07:38:42.628" v="244" actId="1076"/>
        <pc:sldMkLst>
          <pc:docMk/>
          <pc:sldMk cId="242288225" sldId="258"/>
        </pc:sldMkLst>
        <pc:spChg chg="mod">
          <ac:chgData name="Người dùng Khách" userId="" providerId="Windows Live" clId="Web-{BF3D9EA3-D17A-AA8E-6EED-14C150E528FC}" dt="2025-11-08T07:37:53.953" v="243" actId="1076"/>
          <ac:spMkLst>
            <pc:docMk/>
            <pc:sldMk cId="242288225" sldId="258"/>
            <ac:spMk id="2" creationId="{E5801B4C-8CA4-C213-46DC-A53815C4380A}"/>
          </ac:spMkLst>
        </pc:spChg>
      </pc:sldChg>
      <pc:sldChg chg="add replId">
        <pc:chgData name="Người dùng Khách" userId="" providerId="Windows Live" clId="Web-{BF3D9EA3-D17A-AA8E-6EED-14C150E528FC}" dt="2025-11-08T07:42:04.202" v="248"/>
        <pc:sldMkLst>
          <pc:docMk/>
          <pc:sldMk cId="3545424363" sldId="269"/>
        </pc:sldMkLst>
      </pc:sldChg>
    </pc:docChg>
  </pc:docChgLst>
  <pc:docChgLst>
    <pc:chgData name="Người dùng Khách" providerId="Windows Live" clId="Web-{23D1F118-BCAC-E7DC-619E-3D4708BE0388}"/>
    <pc:docChg chg="addSld modSld">
      <pc:chgData name="Người dùng Khách" userId="" providerId="Windows Live" clId="Web-{23D1F118-BCAC-E7DC-619E-3D4708BE0388}" dt="2025-11-10T17:16:37.373" v="495" actId="20577"/>
      <pc:docMkLst>
        <pc:docMk/>
      </pc:docMkLst>
      <pc:sldChg chg="modSp">
        <pc:chgData name="Người dùng Khách" userId="" providerId="Windows Live" clId="Web-{23D1F118-BCAC-E7DC-619E-3D4708BE0388}" dt="2025-11-10T17:16:37.373" v="495" actId="20577"/>
        <pc:sldMkLst>
          <pc:docMk/>
          <pc:sldMk cId="2181392580" sldId="265"/>
        </pc:sldMkLst>
        <pc:spChg chg="mod">
          <ac:chgData name="Người dùng Khách" userId="" providerId="Windows Live" clId="Web-{23D1F118-BCAC-E7DC-619E-3D4708BE0388}" dt="2025-11-10T17:16:37.373" v="495" actId="20577"/>
          <ac:spMkLst>
            <pc:docMk/>
            <pc:sldMk cId="2181392580" sldId="265"/>
            <ac:spMk id="4" creationId="{FC032187-7A96-B964-97B8-4B927DCE74EB}"/>
          </ac:spMkLst>
        </pc:spChg>
      </pc:sldChg>
      <pc:sldChg chg="delSp modSp">
        <pc:chgData name="Người dùng Khách" userId="" providerId="Windows Live" clId="Web-{23D1F118-BCAC-E7DC-619E-3D4708BE0388}" dt="2025-11-10T17:11:53.714" v="459" actId="20577"/>
        <pc:sldMkLst>
          <pc:docMk/>
          <pc:sldMk cId="953508438" sldId="266"/>
        </pc:sldMkLst>
        <pc:spChg chg="mod">
          <ac:chgData name="Người dùng Khách" userId="" providerId="Windows Live" clId="Web-{23D1F118-BCAC-E7DC-619E-3D4708BE0388}" dt="2025-11-10T17:11:53.714" v="459" actId="20577"/>
          <ac:spMkLst>
            <pc:docMk/>
            <pc:sldMk cId="953508438" sldId="266"/>
            <ac:spMk id="3" creationId="{AFA674C8-F80C-D8A6-CF80-47192B61C698}"/>
          </ac:spMkLst>
        </pc:spChg>
        <pc:spChg chg="mod">
          <ac:chgData name="Người dùng Khách" userId="" providerId="Windows Live" clId="Web-{23D1F118-BCAC-E7DC-619E-3D4708BE0388}" dt="2025-11-10T17:11:02.417" v="449" actId="14100"/>
          <ac:spMkLst>
            <pc:docMk/>
            <pc:sldMk cId="953508438" sldId="266"/>
            <ac:spMk id="5" creationId="{77A602BD-10F3-F34A-F39C-0ACC19E748DA}"/>
          </ac:spMkLst>
        </pc:spChg>
        <pc:picChg chg="del mod ord">
          <ac:chgData name="Người dùng Khách" userId="" providerId="Windows Live" clId="Web-{23D1F118-BCAC-E7DC-619E-3D4708BE0388}" dt="2025-11-10T16:26:45.928" v="276"/>
          <ac:picMkLst>
            <pc:docMk/>
            <pc:sldMk cId="953508438" sldId="266"/>
            <ac:picMk id="4" creationId="{F66A8CA0-B4DC-3D6C-E503-56715718C855}"/>
          </ac:picMkLst>
        </pc:picChg>
      </pc:sldChg>
      <pc:sldChg chg="modSp">
        <pc:chgData name="Người dùng Khách" userId="" providerId="Windows Live" clId="Web-{23D1F118-BCAC-E7DC-619E-3D4708BE0388}" dt="2025-11-10T17:16:23.935" v="492" actId="20577"/>
        <pc:sldMkLst>
          <pc:docMk/>
          <pc:sldMk cId="3520901651" sldId="282"/>
        </pc:sldMkLst>
        <pc:spChg chg="mod">
          <ac:chgData name="Người dùng Khách" userId="" providerId="Windows Live" clId="Web-{23D1F118-BCAC-E7DC-619E-3D4708BE0388}" dt="2025-11-10T17:16:23.935" v="492" actId="20577"/>
          <ac:spMkLst>
            <pc:docMk/>
            <pc:sldMk cId="3520901651" sldId="282"/>
            <ac:spMk id="5" creationId="{37C643E5-2858-6932-D112-FB3D17B9D2C6}"/>
          </ac:spMkLst>
        </pc:spChg>
      </pc:sldChg>
      <pc:sldChg chg="modSp">
        <pc:chgData name="Người dùng Khách" userId="" providerId="Windows Live" clId="Web-{23D1F118-BCAC-E7DC-619E-3D4708BE0388}" dt="2025-11-10T16:08:21.857" v="47" actId="14100"/>
        <pc:sldMkLst>
          <pc:docMk/>
          <pc:sldMk cId="2331729968" sldId="289"/>
        </pc:sldMkLst>
        <pc:spChg chg="mod">
          <ac:chgData name="Người dùng Khách" userId="" providerId="Windows Live" clId="Web-{23D1F118-BCAC-E7DC-619E-3D4708BE0388}" dt="2025-11-10T16:07:28.435" v="41" actId="1076"/>
          <ac:spMkLst>
            <pc:docMk/>
            <pc:sldMk cId="2331729968" sldId="289"/>
            <ac:spMk id="3" creationId="{D8313613-5F59-5478-5F05-8D48794B44F1}"/>
          </ac:spMkLst>
        </pc:spChg>
        <pc:spChg chg="mod">
          <ac:chgData name="Người dùng Khách" userId="" providerId="Windows Live" clId="Web-{23D1F118-BCAC-E7DC-619E-3D4708BE0388}" dt="2025-11-10T16:08:21.857" v="47" actId="14100"/>
          <ac:spMkLst>
            <pc:docMk/>
            <pc:sldMk cId="2331729968" sldId="289"/>
            <ac:spMk id="5" creationId="{77B47206-155C-400D-B434-A25E3F89D5B8}"/>
          </ac:spMkLst>
        </pc:spChg>
        <pc:spChg chg="mod">
          <ac:chgData name="Người dùng Khách" userId="" providerId="Windows Live" clId="Web-{23D1F118-BCAC-E7DC-619E-3D4708BE0388}" dt="2025-11-10T16:08:19.263" v="46" actId="1076"/>
          <ac:spMkLst>
            <pc:docMk/>
            <pc:sldMk cId="2331729968" sldId="289"/>
            <ac:spMk id="6" creationId="{36F58AC1-69BE-EC43-07D0-3F2E8E156966}"/>
          </ac:spMkLst>
        </pc:spChg>
      </pc:sldChg>
      <pc:sldChg chg="modSp">
        <pc:chgData name="Người dùng Khách" userId="" providerId="Windows Live" clId="Web-{23D1F118-BCAC-E7DC-619E-3D4708BE0388}" dt="2025-11-10T16:08:59.529" v="60" actId="20577"/>
        <pc:sldMkLst>
          <pc:docMk/>
          <pc:sldMk cId="1966611504" sldId="290"/>
        </pc:sldMkLst>
        <pc:spChg chg="mod">
          <ac:chgData name="Người dùng Khách" userId="" providerId="Windows Live" clId="Web-{23D1F118-BCAC-E7DC-619E-3D4708BE0388}" dt="2025-11-10T16:08:59.529" v="60" actId="20577"/>
          <ac:spMkLst>
            <pc:docMk/>
            <pc:sldMk cId="1966611504" sldId="290"/>
            <ac:spMk id="5" creationId="{6CB72419-D345-E767-A308-949EF614DE7B}"/>
          </ac:spMkLst>
        </pc:spChg>
        <pc:spChg chg="mod">
          <ac:chgData name="Người dùng Khách" userId="" providerId="Windows Live" clId="Web-{23D1F118-BCAC-E7DC-619E-3D4708BE0388}" dt="2025-11-10T16:08:38.576" v="58" actId="20577"/>
          <ac:spMkLst>
            <pc:docMk/>
            <pc:sldMk cId="1966611504" sldId="290"/>
            <ac:spMk id="6" creationId="{D69F099C-4B9B-527B-107A-86199A40DE3B}"/>
          </ac:spMkLst>
        </pc:spChg>
      </pc:sldChg>
      <pc:sldChg chg="modSp">
        <pc:chgData name="Người dùng Khách" userId="" providerId="Windows Live" clId="Web-{23D1F118-BCAC-E7DC-619E-3D4708BE0388}" dt="2025-11-10T17:02:49.384" v="403" actId="20577"/>
        <pc:sldMkLst>
          <pc:docMk/>
          <pc:sldMk cId="3476065875" sldId="291"/>
        </pc:sldMkLst>
        <pc:spChg chg="mod">
          <ac:chgData name="Người dùng Khách" userId="" providerId="Windows Live" clId="Web-{23D1F118-BCAC-E7DC-619E-3D4708BE0388}" dt="2025-11-10T17:02:49.384" v="403" actId="20577"/>
          <ac:spMkLst>
            <pc:docMk/>
            <pc:sldMk cId="3476065875" sldId="291"/>
            <ac:spMk id="3" creationId="{A34EC97C-C05D-C44C-268B-B4C7554831B7}"/>
          </ac:spMkLst>
        </pc:spChg>
        <pc:spChg chg="mod">
          <ac:chgData name="Người dùng Khách" userId="" providerId="Windows Live" clId="Web-{23D1F118-BCAC-E7DC-619E-3D4708BE0388}" dt="2025-11-10T16:57:14.782" v="399" actId="20577"/>
          <ac:spMkLst>
            <pc:docMk/>
            <pc:sldMk cId="3476065875" sldId="291"/>
            <ac:spMk id="5" creationId="{A22E24A0-D586-092C-FAEE-49E7F7DCC510}"/>
          </ac:spMkLst>
        </pc:spChg>
      </pc:sldChg>
      <pc:sldChg chg="modSp add replId">
        <pc:chgData name="Người dùng Khách" userId="" providerId="Windows Live" clId="Web-{23D1F118-BCAC-E7DC-619E-3D4708BE0388}" dt="2025-11-10T17:08:37.463" v="430" actId="20577"/>
        <pc:sldMkLst>
          <pc:docMk/>
          <pc:sldMk cId="672063372" sldId="294"/>
        </pc:sldMkLst>
        <pc:spChg chg="mod">
          <ac:chgData name="Người dùng Khách" userId="" providerId="Windows Live" clId="Web-{23D1F118-BCAC-E7DC-619E-3D4708BE0388}" dt="2025-11-10T16:13:40.064" v="198" actId="20577"/>
          <ac:spMkLst>
            <pc:docMk/>
            <pc:sldMk cId="672063372" sldId="294"/>
            <ac:spMk id="2" creationId="{45D161AD-A2A5-2C18-18D1-5681C8C10CC2}"/>
          </ac:spMkLst>
        </pc:spChg>
        <pc:spChg chg="mod">
          <ac:chgData name="Người dùng Khách" userId="" providerId="Windows Live" clId="Web-{23D1F118-BCAC-E7DC-619E-3D4708BE0388}" dt="2025-11-10T17:08:37.463" v="430" actId="20577"/>
          <ac:spMkLst>
            <pc:docMk/>
            <pc:sldMk cId="672063372" sldId="294"/>
            <ac:spMk id="3" creationId="{EC32BC3D-39AF-15BC-A1D4-2E1A44FD7259}"/>
          </ac:spMkLst>
        </pc:spChg>
        <pc:spChg chg="mod">
          <ac:chgData name="Người dùng Khách" userId="" providerId="Windows Live" clId="Web-{23D1F118-BCAC-E7DC-619E-3D4708BE0388}" dt="2025-11-10T17:06:30.150" v="406" actId="14100"/>
          <ac:spMkLst>
            <pc:docMk/>
            <pc:sldMk cId="672063372" sldId="294"/>
            <ac:spMk id="5" creationId="{C243B29E-B878-B2CD-9F71-91494742E52F}"/>
          </ac:spMkLst>
        </pc:spChg>
      </pc:sldChg>
      <pc:sldChg chg="modSp add replId">
        <pc:chgData name="Người dùng Khách" userId="" providerId="Windows Live" clId="Web-{23D1F118-BCAC-E7DC-619E-3D4708BE0388}" dt="2025-11-10T17:14:18.856" v="481" actId="1076"/>
        <pc:sldMkLst>
          <pc:docMk/>
          <pc:sldMk cId="2816457743" sldId="295"/>
        </pc:sldMkLst>
        <pc:spChg chg="mod">
          <ac:chgData name="Người dùng Khách" userId="" providerId="Windows Live" clId="Web-{23D1F118-BCAC-E7DC-619E-3D4708BE0388}" dt="2025-11-10T17:14:18.856" v="481" actId="1076"/>
          <ac:spMkLst>
            <pc:docMk/>
            <pc:sldMk cId="2816457743" sldId="295"/>
            <ac:spMk id="2" creationId="{5CF7E638-8AEB-440B-966A-99E7A034FAFE}"/>
          </ac:spMkLst>
        </pc:spChg>
        <pc:spChg chg="mod">
          <ac:chgData name="Người dùng Khách" userId="" providerId="Windows Live" clId="Web-{23D1F118-BCAC-E7DC-619E-3D4708BE0388}" dt="2025-11-10T17:13:31.199" v="466" actId="20577"/>
          <ac:spMkLst>
            <pc:docMk/>
            <pc:sldMk cId="2816457743" sldId="295"/>
            <ac:spMk id="5" creationId="{43158BD6-F45C-31E1-4C3C-0D23B2CCD081}"/>
          </ac:spMkLst>
        </pc:spChg>
      </pc:sldChg>
    </pc:docChg>
  </pc:docChgLst>
  <pc:docChgLst>
    <pc:chgData name="Người dùng Khách" providerId="Windows Live" clId="Web-{07A00B76-66B8-2ABA-C3C7-887F06B55D48}"/>
    <pc:docChg chg="modSld sldOrd">
      <pc:chgData name="Người dùng Khách" userId="" providerId="Windows Live" clId="Web-{07A00B76-66B8-2ABA-C3C7-887F06B55D48}" dt="2025-11-09T11:05:15.422" v="602" actId="1076"/>
      <pc:docMkLst>
        <pc:docMk/>
      </pc:docMkLst>
      <pc:sldChg chg="modSp">
        <pc:chgData name="Người dùng Khách" userId="" providerId="Windows Live" clId="Web-{07A00B76-66B8-2ABA-C3C7-887F06B55D48}" dt="2025-11-09T10:03:00.381" v="163" actId="14100"/>
        <pc:sldMkLst>
          <pc:docMk/>
          <pc:sldMk cId="169948877" sldId="257"/>
        </pc:sldMkLst>
        <pc:spChg chg="mod">
          <ac:chgData name="Người dùng Khách" userId="" providerId="Windows Live" clId="Web-{07A00B76-66B8-2ABA-C3C7-887F06B55D48}" dt="2025-11-09T10:03:00.381" v="163" actId="14100"/>
          <ac:spMkLst>
            <pc:docMk/>
            <pc:sldMk cId="169948877" sldId="257"/>
            <ac:spMk id="4" creationId="{B4ED5C1B-858B-E1B2-3B4B-108CC623AF5C}"/>
          </ac:spMkLst>
        </pc:spChg>
        <pc:spChg chg="mod">
          <ac:chgData name="Người dùng Khách" userId="" providerId="Windows Live" clId="Web-{07A00B76-66B8-2ABA-C3C7-887F06B55D48}" dt="2025-11-09T10:02:52.694" v="161" actId="14100"/>
          <ac:spMkLst>
            <pc:docMk/>
            <pc:sldMk cId="169948877" sldId="257"/>
            <ac:spMk id="9" creationId="{571BCC3E-51A1-1035-44CA-E09D6F6DCD30}"/>
          </ac:spMkLst>
        </pc:spChg>
        <pc:spChg chg="mod">
          <ac:chgData name="Người dùng Khách" userId="" providerId="Windows Live" clId="Web-{07A00B76-66B8-2ABA-C3C7-887F06B55D48}" dt="2025-11-09T10:02:33.975" v="159" actId="14100"/>
          <ac:spMkLst>
            <pc:docMk/>
            <pc:sldMk cId="169948877" sldId="257"/>
            <ac:spMk id="10" creationId="{A6E30270-785D-3080-0CE7-2A1E54126695}"/>
          </ac:spMkLst>
        </pc:spChg>
      </pc:sldChg>
      <pc:sldChg chg="addSp delSp modSp">
        <pc:chgData name="Người dùng Khách" userId="" providerId="Windows Live" clId="Web-{07A00B76-66B8-2ABA-C3C7-887F06B55D48}" dt="2025-11-09T10:24:21.422" v="389" actId="1076"/>
        <pc:sldMkLst>
          <pc:docMk/>
          <pc:sldMk cId="242288225" sldId="258"/>
        </pc:sldMkLst>
        <pc:spChg chg="add mod">
          <ac:chgData name="Người dùng Khách" userId="" providerId="Windows Live" clId="Web-{07A00B76-66B8-2ABA-C3C7-887F06B55D48}" dt="2025-11-09T10:24:14.047" v="387" actId="20577"/>
          <ac:spMkLst>
            <pc:docMk/>
            <pc:sldMk cId="242288225" sldId="258"/>
            <ac:spMk id="4" creationId="{721B1DE3-494B-9784-021D-CC9A6DCAF74E}"/>
          </ac:spMkLst>
        </pc:spChg>
        <pc:spChg chg="mod">
          <ac:chgData name="Người dùng Khách" userId="" providerId="Windows Live" clId="Web-{07A00B76-66B8-2ABA-C3C7-887F06B55D48}" dt="2025-11-09T09:47:48.340" v="13" actId="20577"/>
          <ac:spMkLst>
            <pc:docMk/>
            <pc:sldMk cId="242288225" sldId="258"/>
            <ac:spMk id="6" creationId="{91B3D6DA-CE91-58EE-C12C-C7EE156EC391}"/>
          </ac:spMkLst>
        </pc:spChg>
        <pc:spChg chg="add mod">
          <ac:chgData name="Người dùng Khách" userId="" providerId="Windows Live" clId="Web-{07A00B76-66B8-2ABA-C3C7-887F06B55D48}" dt="2025-11-09T10:22:45.730" v="379" actId="14100"/>
          <ac:spMkLst>
            <pc:docMk/>
            <pc:sldMk cId="242288225" sldId="258"/>
            <ac:spMk id="14" creationId="{4BDB1E97-9EAA-F5DA-B834-5B36ABE09B63}"/>
          </ac:spMkLst>
        </pc:spChg>
        <pc:picChg chg="add mod">
          <ac:chgData name="Người dùng Khách" userId="" providerId="Windows Live" clId="Web-{07A00B76-66B8-2ABA-C3C7-887F06B55D48}" dt="2025-11-09T10:24:18.360" v="388" actId="1076"/>
          <ac:picMkLst>
            <pc:docMk/>
            <pc:sldMk cId="242288225" sldId="258"/>
            <ac:picMk id="15" creationId="{F18C62E7-5DC5-8263-24DC-14D9A9F278AD}"/>
          </ac:picMkLst>
        </pc:picChg>
        <pc:picChg chg="add mod">
          <ac:chgData name="Người dùng Khách" userId="" providerId="Windows Live" clId="Web-{07A00B76-66B8-2ABA-C3C7-887F06B55D48}" dt="2025-11-09T10:24:21.422" v="389" actId="1076"/>
          <ac:picMkLst>
            <pc:docMk/>
            <pc:sldMk cId="242288225" sldId="258"/>
            <ac:picMk id="17" creationId="{4CAF00A6-1463-DFEB-32B1-429328C219D7}"/>
          </ac:picMkLst>
        </pc:picChg>
        <pc:picChg chg="add mod">
          <ac:chgData name="Người dùng Khách" userId="" providerId="Windows Live" clId="Web-{07A00B76-66B8-2ABA-C3C7-887F06B55D48}" dt="2025-11-09T10:22:41.948" v="378" actId="14100"/>
          <ac:picMkLst>
            <pc:docMk/>
            <pc:sldMk cId="242288225" sldId="258"/>
            <ac:picMk id="19" creationId="{B59E0F2A-EF0C-E8BC-B2ED-767FB43D74F0}"/>
          </ac:picMkLst>
        </pc:picChg>
      </pc:sldChg>
      <pc:sldChg chg="modSp">
        <pc:chgData name="Người dùng Khách" userId="" providerId="Windows Live" clId="Web-{07A00B76-66B8-2ABA-C3C7-887F06B55D48}" dt="2025-11-09T11:03:30.452" v="589" actId="20577"/>
        <pc:sldMkLst>
          <pc:docMk/>
          <pc:sldMk cId="1792338029" sldId="260"/>
        </pc:sldMkLst>
        <pc:spChg chg="mod">
          <ac:chgData name="Người dùng Khách" userId="" providerId="Windows Live" clId="Web-{07A00B76-66B8-2ABA-C3C7-887F06B55D48}" dt="2025-11-09T11:02:32.249" v="582" actId="14100"/>
          <ac:spMkLst>
            <pc:docMk/>
            <pc:sldMk cId="1792338029" sldId="260"/>
            <ac:spMk id="3" creationId="{A7FDAEE2-6527-4CAC-4A9C-FABA80EB4DE0}"/>
          </ac:spMkLst>
        </pc:spChg>
        <pc:spChg chg="mod">
          <ac:chgData name="Người dùng Khách" userId="" providerId="Windows Live" clId="Web-{07A00B76-66B8-2ABA-C3C7-887F06B55D48}" dt="2025-11-09T11:03:30.452" v="589" actId="20577"/>
          <ac:spMkLst>
            <pc:docMk/>
            <pc:sldMk cId="1792338029" sldId="260"/>
            <ac:spMk id="4" creationId="{6EE97816-890B-6BAA-CB32-8AC9B5E0F93C}"/>
          </ac:spMkLst>
        </pc:spChg>
      </pc:sldChg>
      <pc:sldChg chg="modSp">
        <pc:chgData name="Người dùng Khách" userId="" providerId="Windows Live" clId="Web-{07A00B76-66B8-2ABA-C3C7-887F06B55D48}" dt="2025-11-09T11:04:21.125" v="594" actId="14100"/>
        <pc:sldMkLst>
          <pc:docMk/>
          <pc:sldMk cId="1521355439" sldId="263"/>
        </pc:sldMkLst>
        <pc:spChg chg="mod">
          <ac:chgData name="Người dùng Khách" userId="" providerId="Windows Live" clId="Web-{07A00B76-66B8-2ABA-C3C7-887F06B55D48}" dt="2025-11-09T11:04:14.203" v="592" actId="1076"/>
          <ac:spMkLst>
            <pc:docMk/>
            <pc:sldMk cId="1521355439" sldId="263"/>
            <ac:spMk id="4" creationId="{F7E393DB-8409-015B-8166-E5578B0BBEEE}"/>
          </ac:spMkLst>
        </pc:spChg>
        <pc:spChg chg="mod">
          <ac:chgData name="Người dùng Khách" userId="" providerId="Windows Live" clId="Web-{07A00B76-66B8-2ABA-C3C7-887F06B55D48}" dt="2025-11-09T11:04:21.125" v="594" actId="14100"/>
          <ac:spMkLst>
            <pc:docMk/>
            <pc:sldMk cId="1521355439" sldId="263"/>
            <ac:spMk id="5" creationId="{5E322ECC-501E-14E3-03EA-404D2041DDF4}"/>
          </ac:spMkLst>
        </pc:spChg>
      </pc:sldChg>
      <pc:sldChg chg="modSp">
        <pc:chgData name="Người dùng Khách" userId="" providerId="Windows Live" clId="Web-{07A00B76-66B8-2ABA-C3C7-887F06B55D48}" dt="2025-11-09T11:05:15.422" v="602" actId="1076"/>
        <pc:sldMkLst>
          <pc:docMk/>
          <pc:sldMk cId="1620141251" sldId="264"/>
        </pc:sldMkLst>
        <pc:spChg chg="mod">
          <ac:chgData name="Người dùng Khách" userId="" providerId="Windows Live" clId="Web-{07A00B76-66B8-2ABA-C3C7-887F06B55D48}" dt="2025-11-09T10:33:15.187" v="437" actId="14100"/>
          <ac:spMkLst>
            <pc:docMk/>
            <pc:sldMk cId="1620141251" sldId="264"/>
            <ac:spMk id="6" creationId="{07E13590-977E-CAB6-93CC-42B5ED6FA005}"/>
          </ac:spMkLst>
        </pc:spChg>
        <pc:spChg chg="mod">
          <ac:chgData name="Người dùng Khách" userId="" providerId="Windows Live" clId="Web-{07A00B76-66B8-2ABA-C3C7-887F06B55D48}" dt="2025-11-09T11:05:12.594" v="601" actId="1076"/>
          <ac:spMkLst>
            <pc:docMk/>
            <pc:sldMk cId="1620141251" sldId="264"/>
            <ac:spMk id="7" creationId="{D71C2E77-5D7C-D8D0-1FC6-7D0054B6BFA3}"/>
          </ac:spMkLst>
        </pc:spChg>
        <pc:picChg chg="mod">
          <ac:chgData name="Người dùng Khách" userId="" providerId="Windows Live" clId="Web-{07A00B76-66B8-2ABA-C3C7-887F06B55D48}" dt="2025-11-09T11:05:15.422" v="602" actId="1076"/>
          <ac:picMkLst>
            <pc:docMk/>
            <pc:sldMk cId="1620141251" sldId="264"/>
            <ac:picMk id="8" creationId="{7263BB0C-3E60-2733-5E41-69DDA77ECF39}"/>
          </ac:picMkLst>
        </pc:picChg>
      </pc:sldChg>
      <pc:sldChg chg="addSp modSp">
        <pc:chgData name="Người dùng Khách" userId="" providerId="Windows Live" clId="Web-{07A00B76-66B8-2ABA-C3C7-887F06B55D48}" dt="2025-11-09T11:04:08.406" v="591" actId="1076"/>
        <pc:sldMkLst>
          <pc:docMk/>
          <pc:sldMk cId="2181392580" sldId="265"/>
        </pc:sldMkLst>
        <pc:spChg chg="mod">
          <ac:chgData name="Người dùng Khách" userId="" providerId="Windows Live" clId="Web-{07A00B76-66B8-2ABA-C3C7-887F06B55D48}" dt="2025-11-09T11:03:54.641" v="590"/>
          <ac:spMkLst>
            <pc:docMk/>
            <pc:sldMk cId="2181392580" sldId="265"/>
            <ac:spMk id="4" creationId="{FC032187-7A96-B964-97B8-4B927DCE74EB}"/>
          </ac:spMkLst>
        </pc:spChg>
        <pc:spChg chg="mod">
          <ac:chgData name="Người dùng Khách" userId="" providerId="Windows Live" clId="Web-{07A00B76-66B8-2ABA-C3C7-887F06B55D48}" dt="2025-11-09T10:52:25.470" v="528" actId="14100"/>
          <ac:spMkLst>
            <pc:docMk/>
            <pc:sldMk cId="2181392580" sldId="265"/>
            <ac:spMk id="5" creationId="{E30E2046-472C-90EC-F7E4-CEE1B6249EAB}"/>
          </ac:spMkLst>
        </pc:spChg>
      </pc:sldChg>
      <pc:sldChg chg="addSp modSp">
        <pc:chgData name="Người dùng Khách" userId="" providerId="Windows Live" clId="Web-{07A00B76-66B8-2ABA-C3C7-887F06B55D48}" dt="2025-11-09T10:45:48.439" v="494" actId="14100"/>
        <pc:sldMkLst>
          <pc:docMk/>
          <pc:sldMk cId="953508438" sldId="266"/>
        </pc:sldMkLst>
        <pc:spChg chg="add mod">
          <ac:chgData name="Người dùng Khách" userId="" providerId="Windows Live" clId="Web-{07A00B76-66B8-2ABA-C3C7-887F06B55D48}" dt="2025-11-09T10:36:04.656" v="458" actId="14100"/>
          <ac:spMkLst>
            <pc:docMk/>
            <pc:sldMk cId="953508438" sldId="266"/>
            <ac:spMk id="3" creationId="{AFA674C8-F80C-D8A6-CF80-47192B61C698}"/>
          </ac:spMkLst>
        </pc:spChg>
        <pc:spChg chg="mod">
          <ac:chgData name="Người dùng Khách" userId="" providerId="Windows Live" clId="Web-{07A00B76-66B8-2ABA-C3C7-887F06B55D48}" dt="2025-11-09T10:45:42.017" v="493" actId="14100"/>
          <ac:spMkLst>
            <pc:docMk/>
            <pc:sldMk cId="953508438" sldId="266"/>
            <ac:spMk id="5" creationId="{77A602BD-10F3-F34A-F39C-0ACC19E748DA}"/>
          </ac:spMkLst>
        </pc:spChg>
      </pc:sldChg>
    </pc:docChg>
  </pc:docChgLst>
  <pc:docChgLst>
    <pc:chgData name="Người dùng Khách" providerId="Windows Live" clId="Web-{61699D63-2180-535D-406C-BA121F119018}"/>
    <pc:docChg chg="modSld">
      <pc:chgData name="Người dùng Khách" userId="" providerId="Windows Live" clId="Web-{61699D63-2180-535D-406C-BA121F119018}" dt="2025-11-09T09:15:38.831" v="130" actId="1076"/>
      <pc:docMkLst>
        <pc:docMk/>
      </pc:docMkLst>
      <pc:sldChg chg="modSp">
        <pc:chgData name="Người dùng Khách" userId="" providerId="Windows Live" clId="Web-{61699D63-2180-535D-406C-BA121F119018}" dt="2025-11-08T16:26:14.807" v="123" actId="14100"/>
        <pc:sldMkLst>
          <pc:docMk/>
          <pc:sldMk cId="242288225" sldId="258"/>
        </pc:sldMkLst>
        <pc:spChg chg="mod">
          <ac:chgData name="Người dùng Khách" userId="" providerId="Windows Live" clId="Web-{61699D63-2180-535D-406C-BA121F119018}" dt="2025-11-08T16:25:32.666" v="112" actId="14100"/>
          <ac:spMkLst>
            <pc:docMk/>
            <pc:sldMk cId="242288225" sldId="258"/>
            <ac:spMk id="6" creationId="{91B3D6DA-CE91-58EE-C12C-C7EE156EC391}"/>
          </ac:spMkLst>
        </pc:spChg>
      </pc:sldChg>
      <pc:sldChg chg="modSp">
        <pc:chgData name="Người dùng Khách" userId="" providerId="Windows Live" clId="Web-{61699D63-2180-535D-406C-BA121F119018}" dt="2025-11-08T16:15:46.965" v="93" actId="1076"/>
        <pc:sldMkLst>
          <pc:docMk/>
          <pc:sldMk cId="898059120" sldId="259"/>
        </pc:sldMkLst>
        <pc:picChg chg="mod">
          <ac:chgData name="Người dùng Khách" userId="" providerId="Windows Live" clId="Web-{61699D63-2180-535D-406C-BA121F119018}" dt="2025-11-08T16:15:46.965" v="93" actId="1076"/>
          <ac:picMkLst>
            <pc:docMk/>
            <pc:sldMk cId="898059120" sldId="259"/>
            <ac:picMk id="15" creationId="{2AB587CA-7D57-8883-1818-3DABF3718B18}"/>
          </ac:picMkLst>
        </pc:picChg>
      </pc:sldChg>
      <pc:sldChg chg="addSp modSp">
        <pc:chgData name="Người dùng Khách" userId="" providerId="Windows Live" clId="Web-{61699D63-2180-535D-406C-BA121F119018}" dt="2025-11-09T09:15:38.831" v="130" actId="1076"/>
        <pc:sldMkLst>
          <pc:docMk/>
          <pc:sldMk cId="1792338029" sldId="260"/>
        </pc:sldMkLst>
        <pc:spChg chg="add mod">
          <ac:chgData name="Người dùng Khách" userId="" providerId="Windows Live" clId="Web-{61699D63-2180-535D-406C-BA121F119018}" dt="2025-11-09T09:15:38.831" v="130" actId="1076"/>
          <ac:spMkLst>
            <pc:docMk/>
            <pc:sldMk cId="1792338029" sldId="260"/>
            <ac:spMk id="3" creationId="{A7FDAEE2-6527-4CAC-4A9C-FABA80EB4DE0}"/>
          </ac:spMkLst>
        </pc:spChg>
      </pc:sldChg>
      <pc:sldChg chg="modSp">
        <pc:chgData name="Người dùng Khách" userId="" providerId="Windows Live" clId="Web-{61699D63-2180-535D-406C-BA121F119018}" dt="2025-11-08T16:20:29.065" v="106"/>
        <pc:sldMkLst>
          <pc:docMk/>
          <pc:sldMk cId="3965618592" sldId="271"/>
        </pc:sldMkLst>
        <pc:spChg chg="mod">
          <ac:chgData name="Người dùng Khách" userId="" providerId="Windows Live" clId="Web-{61699D63-2180-535D-406C-BA121F119018}" dt="2025-11-08T16:20:21.111" v="105"/>
          <ac:spMkLst>
            <pc:docMk/>
            <pc:sldMk cId="3965618592" sldId="271"/>
            <ac:spMk id="5" creationId="{6AEE9630-913E-0E38-AA57-609814E67950}"/>
          </ac:spMkLst>
        </pc:spChg>
        <pc:spChg chg="mod">
          <ac:chgData name="Người dùng Khách" userId="" providerId="Windows Live" clId="Web-{61699D63-2180-535D-406C-BA121F119018}" dt="2025-11-08T16:13:24.849" v="52" actId="14100"/>
          <ac:spMkLst>
            <pc:docMk/>
            <pc:sldMk cId="3965618592" sldId="271"/>
            <ac:spMk id="6" creationId="{6442D571-9FA7-3D2D-76D2-2793035ADE72}"/>
          </ac:spMkLst>
        </pc:spChg>
        <pc:spChg chg="mod">
          <ac:chgData name="Người dùng Khách" userId="" providerId="Windows Live" clId="Web-{61699D63-2180-535D-406C-BA121F119018}" dt="2025-11-08T16:20:29.065" v="106"/>
          <ac:spMkLst>
            <pc:docMk/>
            <pc:sldMk cId="3965618592" sldId="271"/>
            <ac:spMk id="9" creationId="{9D0BCB9A-FECD-D2D8-FF19-3D0F40EC28ED}"/>
          </ac:spMkLst>
        </pc:spChg>
        <pc:picChg chg="mod">
          <ac:chgData name="Người dùng Khách" userId="" providerId="Windows Live" clId="Web-{61699D63-2180-535D-406C-BA121F119018}" dt="2025-11-08T16:16:35.514" v="102" actId="1076"/>
          <ac:picMkLst>
            <pc:docMk/>
            <pc:sldMk cId="3965618592" sldId="271"/>
            <ac:picMk id="4" creationId="{3C6317E7-C837-B276-3ADB-8474BDE3E384}"/>
          </ac:picMkLst>
        </pc:picChg>
        <pc:picChg chg="mod">
          <ac:chgData name="Người dùng Khách" userId="" providerId="Windows Live" clId="Web-{61699D63-2180-535D-406C-BA121F119018}" dt="2025-11-08T16:16:30.403" v="101" actId="14100"/>
          <ac:picMkLst>
            <pc:docMk/>
            <pc:sldMk cId="3965618592" sldId="271"/>
            <ac:picMk id="10" creationId="{19382F4A-2589-9BB4-B5B0-3C188F05D8F8}"/>
          </ac:picMkLst>
        </pc:picChg>
        <pc:picChg chg="mod">
          <ac:chgData name="Người dùng Khách" userId="" providerId="Windows Live" clId="Web-{61699D63-2180-535D-406C-BA121F119018}" dt="2025-11-08T16:16:14.731" v="97" actId="1076"/>
          <ac:picMkLst>
            <pc:docMk/>
            <pc:sldMk cId="3965618592" sldId="271"/>
            <ac:picMk id="11" creationId="{D4C81452-B84F-1CCB-18ED-C5DC719B8AA4}"/>
          </ac:picMkLst>
        </pc:picChg>
      </pc:sldChg>
    </pc:docChg>
  </pc:docChgLst>
  <pc:docChgLst>
    <pc:chgData name="Người dùng Khách" providerId="Windows Live" clId="Web-{F9E63CD6-8535-4C70-C0C4-013CA4007097}"/>
    <pc:docChg chg="addSld modSld sldOrd">
      <pc:chgData name="Người dùng Khách" userId="" providerId="Windows Live" clId="Web-{F9E63CD6-8535-4C70-C0C4-013CA4007097}" dt="2025-11-08T15:17:32.107" v="197" actId="14100"/>
      <pc:docMkLst>
        <pc:docMk/>
      </pc:docMkLst>
      <pc:sldChg chg="modSp">
        <pc:chgData name="Người dùng Khách" userId="" providerId="Windows Live" clId="Web-{F9E63CD6-8535-4C70-C0C4-013CA4007097}" dt="2025-11-08T14:00:10.185" v="4" actId="1076"/>
        <pc:sldMkLst>
          <pc:docMk/>
          <pc:sldMk cId="169948877" sldId="257"/>
        </pc:sldMkLst>
        <pc:spChg chg="mod">
          <ac:chgData name="Người dùng Khách" userId="" providerId="Windows Live" clId="Web-{F9E63CD6-8535-4C70-C0C4-013CA4007097}" dt="2025-11-08T14:00:10.185" v="4" actId="1076"/>
          <ac:spMkLst>
            <pc:docMk/>
            <pc:sldMk cId="169948877" sldId="257"/>
            <ac:spMk id="4" creationId="{B4ED5C1B-858B-E1B2-3B4B-108CC623AF5C}"/>
          </ac:spMkLst>
        </pc:spChg>
      </pc:sldChg>
      <pc:sldChg chg="modSp ord">
        <pc:chgData name="Người dùng Khách" userId="" providerId="Windows Live" clId="Web-{F9E63CD6-8535-4C70-C0C4-013CA4007097}" dt="2025-11-08T14:19:11.054" v="20"/>
        <pc:sldMkLst>
          <pc:docMk/>
          <pc:sldMk cId="898059120" sldId="259"/>
        </pc:sldMkLst>
        <pc:spChg chg="mod">
          <ac:chgData name="Người dùng Khách" userId="" providerId="Windows Live" clId="Web-{F9E63CD6-8535-4C70-C0C4-013CA4007097}" dt="2025-11-08T13:59:54.622" v="1" actId="14100"/>
          <ac:spMkLst>
            <pc:docMk/>
            <pc:sldMk cId="898059120" sldId="259"/>
            <ac:spMk id="12" creationId="{983FA38E-64BE-C67B-0600-C1EA4A948E05}"/>
          </ac:spMkLst>
        </pc:spChg>
        <pc:picChg chg="mod">
          <ac:chgData name="Người dùng Khách" userId="" providerId="Windows Live" clId="Web-{F9E63CD6-8535-4C70-C0C4-013CA4007097}" dt="2025-11-08T13:59:58.998" v="2" actId="1076"/>
          <ac:picMkLst>
            <pc:docMk/>
            <pc:sldMk cId="898059120" sldId="259"/>
            <ac:picMk id="18" creationId="{43660DD5-657F-0C58-1787-4A061E5CB94C}"/>
          </ac:picMkLst>
        </pc:picChg>
      </pc:sldChg>
      <pc:sldChg chg="addSp delSp modSp">
        <pc:chgData name="Người dùng Khách" userId="" providerId="Windows Live" clId="Web-{F9E63CD6-8535-4C70-C0C4-013CA4007097}" dt="2025-11-08T15:08:48.959" v="169" actId="14100"/>
        <pc:sldMkLst>
          <pc:docMk/>
          <pc:sldMk cId="1620141251" sldId="264"/>
        </pc:sldMkLst>
        <pc:spChg chg="mod">
          <ac:chgData name="Người dùng Khách" userId="" providerId="Windows Live" clId="Web-{F9E63CD6-8535-4C70-C0C4-013CA4007097}" dt="2025-11-08T15:08:48.959" v="169" actId="14100"/>
          <ac:spMkLst>
            <pc:docMk/>
            <pc:sldMk cId="1620141251" sldId="264"/>
            <ac:spMk id="6" creationId="{07E13590-977E-CAB6-93CC-42B5ED6FA005}"/>
          </ac:spMkLst>
        </pc:spChg>
      </pc:sldChg>
      <pc:sldChg chg="delSp modSp new mod setBg">
        <pc:chgData name="Người dùng Khách" userId="" providerId="Windows Live" clId="Web-{F9E63CD6-8535-4C70-C0C4-013CA4007097}" dt="2025-11-08T14:20:18.370" v="28"/>
        <pc:sldMkLst>
          <pc:docMk/>
          <pc:sldMk cId="2907399524" sldId="270"/>
        </pc:sldMkLst>
      </pc:sldChg>
      <pc:sldChg chg="addSp delSp modSp new">
        <pc:chgData name="Người dùng Khách" userId="" providerId="Windows Live" clId="Web-{F9E63CD6-8535-4C70-C0C4-013CA4007097}" dt="2025-11-08T15:17:32.107" v="197" actId="14100"/>
        <pc:sldMkLst>
          <pc:docMk/>
          <pc:sldMk cId="3965618592" sldId="271"/>
        </pc:sldMkLst>
        <pc:spChg chg="mod">
          <ac:chgData name="Người dùng Khách" userId="" providerId="Windows Live" clId="Web-{F9E63CD6-8535-4C70-C0C4-013CA4007097}" dt="2025-11-08T15:17:03.653" v="190" actId="14100"/>
          <ac:spMkLst>
            <pc:docMk/>
            <pc:sldMk cId="3965618592" sldId="271"/>
            <ac:spMk id="2" creationId="{A70B2BC5-6ED5-BABA-A164-6420A539103F}"/>
          </ac:spMkLst>
        </pc:spChg>
        <pc:spChg chg="add mod">
          <ac:chgData name="Người dùng Khách" userId="" providerId="Windows Live" clId="Web-{F9E63CD6-8535-4C70-C0C4-013CA4007097}" dt="2025-11-08T15:17:32.107" v="197" actId="14100"/>
          <ac:spMkLst>
            <pc:docMk/>
            <pc:sldMk cId="3965618592" sldId="271"/>
            <ac:spMk id="5" creationId="{6AEE9630-913E-0E38-AA57-609814E67950}"/>
          </ac:spMkLst>
        </pc:spChg>
        <pc:picChg chg="mod">
          <ac:chgData name="Người dùng Khách" userId="" providerId="Windows Live" clId="Web-{F9E63CD6-8535-4C70-C0C4-013CA4007097}" dt="2025-11-08T15:16:56.450" v="189" actId="1076"/>
          <ac:picMkLst>
            <pc:docMk/>
            <pc:sldMk cId="3965618592" sldId="271"/>
            <ac:picMk id="4" creationId="{3C6317E7-C837-B276-3ADB-8474BDE3E384}"/>
          </ac:picMkLst>
        </pc:picChg>
        <pc:picChg chg="add mod">
          <ac:chgData name="Người dùng Khách" userId="" providerId="Windows Live" clId="Web-{F9E63CD6-8535-4C70-C0C4-013CA4007097}" dt="2025-11-08T15:17:22.841" v="196" actId="1076"/>
          <ac:picMkLst>
            <pc:docMk/>
            <pc:sldMk cId="3965618592" sldId="271"/>
            <ac:picMk id="7" creationId="{C15AA69E-8F67-6E1E-2209-285CF631C3A2}"/>
          </ac:picMkLst>
        </pc:picChg>
      </pc:sldChg>
    </pc:docChg>
  </pc:docChgLst>
  <pc:docChgLst>
    <pc:chgData name="Người dùng Khách" providerId="Windows Live" clId="Web-{18EB9286-5417-9D7C-5185-156A7A285B4C}"/>
    <pc:docChg chg="addSld modSld">
      <pc:chgData name="Người dùng Khách" userId="" providerId="Windows Live" clId="Web-{18EB9286-5417-9D7C-5185-156A7A285B4C}" dt="2025-11-07T14:51:06.552" v="334"/>
      <pc:docMkLst>
        <pc:docMk/>
      </pc:docMkLst>
      <pc:sldChg chg="modSp">
        <pc:chgData name="Người dùng Khách" userId="" providerId="Windows Live" clId="Web-{18EB9286-5417-9D7C-5185-156A7A285B4C}" dt="2025-11-07T13:48:07.212" v="65" actId="14100"/>
        <pc:sldMkLst>
          <pc:docMk/>
          <pc:sldMk cId="1792338029" sldId="260"/>
        </pc:sldMkLst>
      </pc:sldChg>
      <pc:sldChg chg="modSp new mod setBg">
        <pc:chgData name="Người dùng Khách" userId="" providerId="Windows Live" clId="Web-{18EB9286-5417-9D7C-5185-156A7A285B4C}" dt="2025-11-07T14:49:58.552" v="332" actId="14100"/>
        <pc:sldMkLst>
          <pc:docMk/>
          <pc:sldMk cId="2181392580" sldId="265"/>
        </pc:sldMkLst>
        <pc:spChg chg="mod">
          <ac:chgData name="Người dùng Khách" userId="" providerId="Windows Live" clId="Web-{18EB9286-5417-9D7C-5185-156A7A285B4C}" dt="2025-11-07T14:49:58.552" v="332" actId="14100"/>
          <ac:spMkLst>
            <pc:docMk/>
            <pc:sldMk cId="2181392580" sldId="265"/>
            <ac:spMk id="2" creationId="{73DF7C1E-F1BA-423F-28E7-6A89CCCC78D3}"/>
          </ac:spMkLst>
        </pc:spChg>
      </pc:sldChg>
      <pc:sldChg chg="new mod setBg">
        <pc:chgData name="Người dùng Khách" userId="" providerId="Windows Live" clId="Web-{18EB9286-5417-9D7C-5185-156A7A285B4C}" dt="2025-11-07T14:50:43.584" v="333"/>
        <pc:sldMkLst>
          <pc:docMk/>
          <pc:sldMk cId="953508438" sldId="266"/>
        </pc:sldMkLst>
      </pc:sldChg>
    </pc:docChg>
  </pc:docChgLst>
  <pc:docChgLst>
    <pc:chgData name="Người dùng Khách" providerId="Windows Live" clId="Web-{57EC4F47-F1EE-5BAA-6704-6A8556763573}"/>
    <pc:docChg chg="modSld">
      <pc:chgData name="Người dùng Khách" userId="" providerId="Windows Live" clId="Web-{57EC4F47-F1EE-5BAA-6704-6A8556763573}" dt="2025-11-11T11:23:49.003" v="2" actId="20577"/>
      <pc:docMkLst>
        <pc:docMk/>
      </pc:docMkLst>
      <pc:sldChg chg="modSp">
        <pc:chgData name="Người dùng Khách" userId="" providerId="Windows Live" clId="Web-{57EC4F47-F1EE-5BAA-6704-6A8556763573}" dt="2025-11-11T11:23:49.003" v="2" actId="20577"/>
        <pc:sldMkLst>
          <pc:docMk/>
          <pc:sldMk cId="3711944761" sldId="277"/>
        </pc:sldMkLst>
        <pc:spChg chg="mod">
          <ac:chgData name="Người dùng Khách" userId="" providerId="Windows Live" clId="Web-{57EC4F47-F1EE-5BAA-6704-6A8556763573}" dt="2025-11-11T11:23:49.003" v="2" actId="20577"/>
          <ac:spMkLst>
            <pc:docMk/>
            <pc:sldMk cId="3711944761" sldId="277"/>
            <ac:spMk id="3" creationId="{A8667DE2-2E4E-D625-E6C3-903823CD909B}"/>
          </ac:spMkLst>
        </pc:spChg>
      </pc:sldChg>
    </pc:docChg>
  </pc:docChgLst>
  <pc:docChgLst>
    <pc:chgData name="levodinhphuc2021@gmail.com" userId="e43a5c05263ded51" providerId="Windows Live" clId="Web-{D7D42763-9713-4E46-8BB2-4FF773DBC3E8}"/>
    <pc:docChg chg="addSld modSld sldOrd">
      <pc:chgData name="levodinhphuc2021@gmail.com" userId="e43a5c05263ded51" providerId="Windows Live" clId="Web-{D7D42763-9713-4E46-8BB2-4FF773DBC3E8}" dt="2025-11-05T07:36:57.580" v="1377"/>
      <pc:docMkLst>
        <pc:docMk/>
      </pc:docMkLst>
      <pc:sldChg chg="addSp delSp modSp mod ord setBg modClrScheme chgLayout">
        <pc:chgData name="levodinhphuc2021@gmail.com" userId="e43a5c05263ded51" providerId="Windows Live" clId="Web-{D7D42763-9713-4E46-8BB2-4FF773DBC3E8}" dt="2025-11-05T06:55:51.546" v="1119" actId="20577"/>
        <pc:sldMkLst>
          <pc:docMk/>
          <pc:sldMk cId="898059120" sldId="259"/>
        </pc:sldMkLst>
        <pc:spChg chg="mod ord">
          <ac:chgData name="levodinhphuc2021@gmail.com" userId="e43a5c05263ded51" providerId="Windows Live" clId="Web-{D7D42763-9713-4E46-8BB2-4FF773DBC3E8}" dt="2025-11-05T06:51:53.337" v="1061" actId="14100"/>
          <ac:spMkLst>
            <pc:docMk/>
            <pc:sldMk cId="898059120" sldId="259"/>
            <ac:spMk id="7" creationId="{54E02B88-6CF4-9C42-96BA-518F8FF10A85}"/>
          </ac:spMkLst>
        </pc:spChg>
        <pc:spChg chg="add mod">
          <ac:chgData name="levodinhphuc2021@gmail.com" userId="e43a5c05263ded51" providerId="Windows Live" clId="Web-{D7D42763-9713-4E46-8BB2-4FF773DBC3E8}" dt="2025-11-05T06:44:52.617" v="969" actId="20577"/>
          <ac:spMkLst>
            <pc:docMk/>
            <pc:sldMk cId="898059120" sldId="259"/>
            <ac:spMk id="10" creationId="{21F9F028-B4DD-2B1C-4893-64ECC7FE82FA}"/>
          </ac:spMkLst>
        </pc:spChg>
        <pc:spChg chg="add mod">
          <ac:chgData name="levodinhphuc2021@gmail.com" userId="e43a5c05263ded51" providerId="Windows Live" clId="Web-{D7D42763-9713-4E46-8BB2-4FF773DBC3E8}" dt="2025-11-05T06:55:51.546" v="1119" actId="20577"/>
          <ac:spMkLst>
            <pc:docMk/>
            <pc:sldMk cId="898059120" sldId="259"/>
            <ac:spMk id="12" creationId="{983FA38E-64BE-C67B-0600-C1EA4A948E05}"/>
          </ac:spMkLst>
        </pc:spChg>
        <pc:spChg chg="add mod">
          <ac:chgData name="levodinhphuc2021@gmail.com" userId="e43a5c05263ded51" providerId="Windows Live" clId="Web-{D7D42763-9713-4E46-8BB2-4FF773DBC3E8}" dt="2025-11-05T06:49:56.083" v="1030" actId="14100"/>
          <ac:spMkLst>
            <pc:docMk/>
            <pc:sldMk cId="898059120" sldId="259"/>
            <ac:spMk id="14" creationId="{2A1E8414-28BC-E092-EC8C-03C0341C83F0}"/>
          </ac:spMkLst>
        </pc:spChg>
        <pc:spChg chg="add mod">
          <ac:chgData name="levodinhphuc2021@gmail.com" userId="e43a5c05263ded51" providerId="Windows Live" clId="Web-{D7D42763-9713-4E46-8BB2-4FF773DBC3E8}" dt="2025-11-05T06:55:28.905" v="1114" actId="20577"/>
          <ac:spMkLst>
            <pc:docMk/>
            <pc:sldMk cId="898059120" sldId="259"/>
            <ac:spMk id="17" creationId="{1AAD995E-513F-4962-D9B0-F2532AF9AE5E}"/>
          </ac:spMkLst>
        </pc:spChg>
        <pc:picChg chg="add mod">
          <ac:chgData name="levodinhphuc2021@gmail.com" userId="e43a5c05263ded51" providerId="Windows Live" clId="Web-{D7D42763-9713-4E46-8BB2-4FF773DBC3E8}" dt="2025-11-05T06:51:22.649" v="1056" actId="1076"/>
          <ac:picMkLst>
            <pc:docMk/>
            <pc:sldMk cId="898059120" sldId="259"/>
            <ac:picMk id="13" creationId="{C7307565-2173-6B94-D5C3-EB34E7E3606C}"/>
          </ac:picMkLst>
        </pc:picChg>
        <pc:picChg chg="add mod">
          <ac:chgData name="levodinhphuc2021@gmail.com" userId="e43a5c05263ded51" providerId="Windows Live" clId="Web-{D7D42763-9713-4E46-8BB2-4FF773DBC3E8}" dt="2025-11-05T06:47:46.794" v="1005" actId="14100"/>
          <ac:picMkLst>
            <pc:docMk/>
            <pc:sldMk cId="898059120" sldId="259"/>
            <ac:picMk id="15" creationId="{2AB587CA-7D57-8883-1818-3DABF3718B18}"/>
          </ac:picMkLst>
        </pc:picChg>
        <pc:picChg chg="add mod">
          <ac:chgData name="levodinhphuc2021@gmail.com" userId="e43a5c05263ded51" providerId="Windows Live" clId="Web-{D7D42763-9713-4E46-8BB2-4FF773DBC3E8}" dt="2025-11-05T06:55:38.514" v="1116" actId="1076"/>
          <ac:picMkLst>
            <pc:docMk/>
            <pc:sldMk cId="898059120" sldId="259"/>
            <ac:picMk id="16" creationId="{8BA6DB7C-B2D2-5B60-60C5-A2B57D372210}"/>
          </ac:picMkLst>
        </pc:picChg>
        <pc:picChg chg="add mod">
          <ac:chgData name="levodinhphuc2021@gmail.com" userId="e43a5c05263ded51" providerId="Windows Live" clId="Web-{D7D42763-9713-4E46-8BB2-4FF773DBC3E8}" dt="2025-11-05T06:55:32.999" v="1115" actId="1076"/>
          <ac:picMkLst>
            <pc:docMk/>
            <pc:sldMk cId="898059120" sldId="259"/>
            <ac:picMk id="18" creationId="{43660DD5-657F-0C58-1787-4A061E5CB94C}"/>
          </ac:picMkLst>
        </pc:picChg>
      </pc:sldChg>
    </pc:docChg>
  </pc:docChgLst>
  <pc:docChgLst>
    <pc:chgData name="Người dùng Khách" providerId="Windows Live" clId="Web-{A4DA7FA6-F019-5E9F-527A-E0F1B5DDC162}"/>
    <pc:docChg chg="addSld delSld modSld sldOrd">
      <pc:chgData name="Người dùng Khách" userId="" providerId="Windows Live" clId="Web-{A4DA7FA6-F019-5E9F-527A-E0F1B5DDC162}" dt="2025-11-10T19:10:59.021" v="739" actId="20577"/>
      <pc:docMkLst>
        <pc:docMk/>
      </pc:docMkLst>
      <pc:sldChg chg="modSp">
        <pc:chgData name="Người dùng Khách" userId="" providerId="Windows Live" clId="Web-{A4DA7FA6-F019-5E9F-527A-E0F1B5DDC162}" dt="2025-11-10T17:19:51.567" v="42" actId="14100"/>
        <pc:sldMkLst>
          <pc:docMk/>
          <pc:sldMk cId="2181392580" sldId="265"/>
        </pc:sldMkLst>
        <pc:spChg chg="mod">
          <ac:chgData name="Người dùng Khách" userId="" providerId="Windows Live" clId="Web-{A4DA7FA6-F019-5E9F-527A-E0F1B5DDC162}" dt="2025-11-10T17:19:51.567" v="42" actId="14100"/>
          <ac:spMkLst>
            <pc:docMk/>
            <pc:sldMk cId="2181392580" sldId="265"/>
            <ac:spMk id="4" creationId="{FC032187-7A96-B964-97B8-4B927DCE74EB}"/>
          </ac:spMkLst>
        </pc:spChg>
        <pc:spChg chg="mod">
          <ac:chgData name="Người dùng Khách" userId="" providerId="Windows Live" clId="Web-{A4DA7FA6-F019-5E9F-527A-E0F1B5DDC162}" dt="2025-11-10T17:19:48.286" v="41" actId="14100"/>
          <ac:spMkLst>
            <pc:docMk/>
            <pc:sldMk cId="2181392580" sldId="265"/>
            <ac:spMk id="5" creationId="{E30E2046-472C-90EC-F7E4-CEE1B6249EAB}"/>
          </ac:spMkLst>
        </pc:spChg>
      </pc:sldChg>
      <pc:sldChg chg="addSp delSp modSp">
        <pc:chgData name="Người dùng Khách" userId="" providerId="Windows Live" clId="Web-{A4DA7FA6-F019-5E9F-527A-E0F1B5DDC162}" dt="2025-11-10T18:50:56.037" v="582" actId="1076"/>
        <pc:sldMkLst>
          <pc:docMk/>
          <pc:sldMk cId="3545424363" sldId="269"/>
        </pc:sldMkLst>
        <pc:spChg chg="mod">
          <ac:chgData name="Người dùng Khách" userId="" providerId="Windows Live" clId="Web-{A4DA7FA6-F019-5E9F-527A-E0F1B5DDC162}" dt="2025-11-10T17:52:49.938" v="220" actId="1076"/>
          <ac:spMkLst>
            <pc:docMk/>
            <pc:sldMk cId="3545424363" sldId="269"/>
            <ac:spMk id="4" creationId="{717F5FAC-491E-8952-9501-A5DB6DEAE57E}"/>
          </ac:spMkLst>
        </pc:spChg>
        <pc:spChg chg="del">
          <ac:chgData name="Người dùng Khách" userId="" providerId="Windows Live" clId="Web-{A4DA7FA6-F019-5E9F-527A-E0F1B5DDC162}" dt="2025-11-10T17:50:39.542" v="209"/>
          <ac:spMkLst>
            <pc:docMk/>
            <pc:sldMk cId="3545424363" sldId="269"/>
            <ac:spMk id="5" creationId="{018C6EBC-23F4-51D9-CCCC-DD7C89BC8020}"/>
          </ac:spMkLst>
        </pc:spChg>
        <pc:spChg chg="add del mod">
          <ac:chgData name="Người dùng Khách" userId="" providerId="Windows Live" clId="Web-{A4DA7FA6-F019-5E9F-527A-E0F1B5DDC162}" dt="2025-11-10T18:49:55.834" v="571"/>
          <ac:spMkLst>
            <pc:docMk/>
            <pc:sldMk cId="3545424363" sldId="269"/>
            <ac:spMk id="7" creationId="{40B90460-FAFB-6CB0-3040-3A865E503020}"/>
          </ac:spMkLst>
        </pc:spChg>
        <pc:spChg chg="add del mod">
          <ac:chgData name="Người dùng Khách" userId="" providerId="Windows Live" clId="Web-{A4DA7FA6-F019-5E9F-527A-E0F1B5DDC162}" dt="2025-11-10T18:34:26.197" v="537"/>
          <ac:spMkLst>
            <pc:docMk/>
            <pc:sldMk cId="3545424363" sldId="269"/>
            <ac:spMk id="8" creationId="{80E33975-D2DF-3D24-B955-8337750969F2}"/>
          </ac:spMkLst>
        </pc:spChg>
        <pc:picChg chg="add del mod">
          <ac:chgData name="Người dùng Khách" userId="" providerId="Windows Live" clId="Web-{A4DA7FA6-F019-5E9F-527A-E0F1B5DDC162}" dt="2025-11-10T17:50:59.574" v="212"/>
          <ac:picMkLst>
            <pc:docMk/>
            <pc:sldMk cId="3545424363" sldId="269"/>
            <ac:picMk id="3" creationId="{A919BF9F-FE71-2A22-15CC-15173C6CF601}"/>
          </ac:picMkLst>
        </pc:picChg>
        <pc:picChg chg="add mod">
          <ac:chgData name="Người dùng Khách" userId="" providerId="Windows Live" clId="Web-{A4DA7FA6-F019-5E9F-527A-E0F1B5DDC162}" dt="2025-11-10T18:50:56.037" v="582" actId="1076"/>
          <ac:picMkLst>
            <pc:docMk/>
            <pc:sldMk cId="3545424363" sldId="269"/>
            <ac:picMk id="6" creationId="{946F4FB4-D6A8-190B-4909-DC1B060D2D28}"/>
          </ac:picMkLst>
        </pc:picChg>
      </pc:sldChg>
      <pc:sldChg chg="modSp">
        <pc:chgData name="Người dùng Khách" userId="" providerId="Windows Live" clId="Web-{A4DA7FA6-F019-5E9F-527A-E0F1B5DDC162}" dt="2025-11-10T17:45:40.957" v="208" actId="20577"/>
        <pc:sldMkLst>
          <pc:docMk/>
          <pc:sldMk cId="2907399524" sldId="270"/>
        </pc:sldMkLst>
        <pc:spChg chg="mod">
          <ac:chgData name="Người dùng Khách" userId="" providerId="Windows Live" clId="Web-{A4DA7FA6-F019-5E9F-527A-E0F1B5DDC162}" dt="2025-11-10T17:45:40.957" v="208" actId="20577"/>
          <ac:spMkLst>
            <pc:docMk/>
            <pc:sldMk cId="2907399524" sldId="270"/>
            <ac:spMk id="3" creationId="{64AFB64E-2AF8-AB73-930B-21FA6AAB7AFA}"/>
          </ac:spMkLst>
        </pc:spChg>
      </pc:sldChg>
      <pc:sldChg chg="modSp">
        <pc:chgData name="Người dùng Khách" userId="" providerId="Windows Live" clId="Web-{A4DA7FA6-F019-5E9F-527A-E0F1B5DDC162}" dt="2025-11-10T17:45:12.656" v="207" actId="20577"/>
        <pc:sldMkLst>
          <pc:docMk/>
          <pc:sldMk cId="3965618592" sldId="271"/>
        </pc:sldMkLst>
        <pc:spChg chg="mod">
          <ac:chgData name="Người dùng Khách" userId="" providerId="Windows Live" clId="Web-{A4DA7FA6-F019-5E9F-527A-E0F1B5DDC162}" dt="2025-11-10T17:44:57.671" v="203" actId="20577"/>
          <ac:spMkLst>
            <pc:docMk/>
            <pc:sldMk cId="3965618592" sldId="271"/>
            <ac:spMk id="5" creationId="{6AEE9630-913E-0E38-AA57-609814E67950}"/>
          </ac:spMkLst>
        </pc:spChg>
        <pc:spChg chg="mod">
          <ac:chgData name="Người dùng Khách" userId="" providerId="Windows Live" clId="Web-{A4DA7FA6-F019-5E9F-527A-E0F1B5DDC162}" dt="2025-11-10T17:45:03.234" v="204" actId="20577"/>
          <ac:spMkLst>
            <pc:docMk/>
            <pc:sldMk cId="3965618592" sldId="271"/>
            <ac:spMk id="6" creationId="{6442D571-9FA7-3D2D-76D2-2793035ADE72}"/>
          </ac:spMkLst>
        </pc:spChg>
        <pc:spChg chg="mod">
          <ac:chgData name="Người dùng Khách" userId="" providerId="Windows Live" clId="Web-{A4DA7FA6-F019-5E9F-527A-E0F1B5DDC162}" dt="2025-11-10T17:45:12.656" v="207" actId="20577"/>
          <ac:spMkLst>
            <pc:docMk/>
            <pc:sldMk cId="3965618592" sldId="271"/>
            <ac:spMk id="9" creationId="{9D0BCB9A-FECD-D2D8-FF19-3D0F40EC28ED}"/>
          </ac:spMkLst>
        </pc:spChg>
        <pc:picChg chg="mod">
          <ac:chgData name="Người dùng Khách" userId="" providerId="Windows Live" clId="Web-{A4DA7FA6-F019-5E9F-527A-E0F1B5DDC162}" dt="2025-11-10T17:44:22.483" v="197" actId="1076"/>
          <ac:picMkLst>
            <pc:docMk/>
            <pc:sldMk cId="3965618592" sldId="271"/>
            <ac:picMk id="4" creationId="{3C6317E7-C837-B276-3ADB-8474BDE3E384}"/>
          </ac:picMkLst>
        </pc:picChg>
      </pc:sldChg>
      <pc:sldChg chg="addSp delSp modSp del ord">
        <pc:chgData name="Người dùng Khách" userId="" providerId="Windows Live" clId="Web-{A4DA7FA6-F019-5E9F-527A-E0F1B5DDC162}" dt="2025-11-10T18:53:14.166" v="607"/>
        <pc:sldMkLst>
          <pc:docMk/>
          <pc:sldMk cId="4274129326" sldId="275"/>
        </pc:sldMkLst>
        <pc:spChg chg="mod">
          <ac:chgData name="Người dùng Khách" userId="" providerId="Windows Live" clId="Web-{A4DA7FA6-F019-5E9F-527A-E0F1B5DDC162}" dt="2025-11-10T17:55:29.615" v="251" actId="20577"/>
          <ac:spMkLst>
            <pc:docMk/>
            <pc:sldMk cId="4274129326" sldId="275"/>
            <ac:spMk id="4" creationId="{526F8746-F69D-AB28-363F-AB12403033F6}"/>
          </ac:spMkLst>
        </pc:spChg>
        <pc:spChg chg="del mod">
          <ac:chgData name="Người dùng Khách" userId="" providerId="Windows Live" clId="Web-{A4DA7FA6-F019-5E9F-527A-E0F1B5DDC162}" dt="2025-11-10T17:55:15.396" v="248"/>
          <ac:spMkLst>
            <pc:docMk/>
            <pc:sldMk cId="4274129326" sldId="275"/>
            <ac:spMk id="5" creationId="{ACD2110C-3970-ECD1-79E5-B5BD63BF69A0}"/>
          </ac:spMkLst>
        </pc:spChg>
        <pc:spChg chg="add del mod">
          <ac:chgData name="Người dùng Khách" userId="" providerId="Windows Live" clId="Web-{A4DA7FA6-F019-5E9F-527A-E0F1B5DDC162}" dt="2025-11-10T18:50:24.553" v="578"/>
          <ac:spMkLst>
            <pc:docMk/>
            <pc:sldMk cId="4274129326" sldId="275"/>
            <ac:spMk id="6" creationId="{80E33975-D2DF-3D24-B955-8337750969F2}"/>
          </ac:spMkLst>
        </pc:spChg>
        <pc:spChg chg="add del">
          <ac:chgData name="Người dùng Khách" userId="" providerId="Windows Live" clId="Web-{A4DA7FA6-F019-5E9F-527A-E0F1B5DDC162}" dt="2025-11-10T18:34:44.353" v="543"/>
          <ac:spMkLst>
            <pc:docMk/>
            <pc:sldMk cId="4274129326" sldId="275"/>
            <ac:spMk id="7" creationId="{112944C9-99F4-4036-AAEF-6BE5572F14E2}"/>
          </ac:spMkLst>
        </pc:spChg>
        <pc:picChg chg="add del mod">
          <ac:chgData name="Người dùng Khách" userId="" providerId="Windows Live" clId="Web-{A4DA7FA6-F019-5E9F-527A-E0F1B5DDC162}" dt="2025-11-10T18:35:10.353" v="547"/>
          <ac:picMkLst>
            <pc:docMk/>
            <pc:sldMk cId="4274129326" sldId="275"/>
            <ac:picMk id="3" creationId="{5658EDA0-A321-1607-ED94-A690CDDC7C2A}"/>
          </ac:picMkLst>
        </pc:picChg>
      </pc:sldChg>
      <pc:sldChg chg="addSp delSp modSp">
        <pc:chgData name="Người dùng Khách" userId="" providerId="Windows Live" clId="Web-{A4DA7FA6-F019-5E9F-527A-E0F1B5DDC162}" dt="2025-11-10T19:06:13.643" v="687" actId="1076"/>
        <pc:sldMkLst>
          <pc:docMk/>
          <pc:sldMk cId="1448042315" sldId="276"/>
        </pc:sldMkLst>
        <pc:spChg chg="mod">
          <ac:chgData name="Người dùng Khách" userId="" providerId="Windows Live" clId="Web-{A4DA7FA6-F019-5E9F-527A-E0F1B5DDC162}" dt="2025-11-10T19:06:13.643" v="687" actId="1076"/>
          <ac:spMkLst>
            <pc:docMk/>
            <pc:sldMk cId="1448042315" sldId="276"/>
            <ac:spMk id="4" creationId="{263AAF4E-B721-30C2-17D9-C5A40CBF2668}"/>
          </ac:spMkLst>
        </pc:spChg>
        <pc:spChg chg="del mod">
          <ac:chgData name="Người dùng Khách" userId="" providerId="Windows Live" clId="Web-{A4DA7FA6-F019-5E9F-527A-E0F1B5DDC162}" dt="2025-11-10T17:56:12.663" v="283"/>
          <ac:spMkLst>
            <pc:docMk/>
            <pc:sldMk cId="1448042315" sldId="276"/>
            <ac:spMk id="5" creationId="{79FE78F1-66DC-D011-4504-734A3856ED6E}"/>
          </ac:spMkLst>
        </pc:spChg>
        <pc:picChg chg="add del mod">
          <ac:chgData name="Người dùng Khách" userId="" providerId="Windows Live" clId="Web-{A4DA7FA6-F019-5E9F-527A-E0F1B5DDC162}" dt="2025-11-10T18:04:25.637" v="310"/>
          <ac:picMkLst>
            <pc:docMk/>
            <pc:sldMk cId="1448042315" sldId="276"/>
            <ac:picMk id="3" creationId="{74354B9C-A16B-C533-BEAC-495A6E6EA690}"/>
          </ac:picMkLst>
        </pc:picChg>
        <pc:picChg chg="add mod">
          <ac:chgData name="Người dùng Khách" userId="" providerId="Windows Live" clId="Web-{A4DA7FA6-F019-5E9F-527A-E0F1B5DDC162}" dt="2025-11-10T19:02:54.669" v="651" actId="14100"/>
          <ac:picMkLst>
            <pc:docMk/>
            <pc:sldMk cId="1448042315" sldId="276"/>
            <ac:picMk id="6" creationId="{857009F7-A27B-6703-DD35-0EC34C2D05EC}"/>
          </ac:picMkLst>
        </pc:picChg>
        <pc:picChg chg="add del">
          <ac:chgData name="Người dùng Khách" userId="" providerId="Windows Live" clId="Web-{A4DA7FA6-F019-5E9F-527A-E0F1B5DDC162}" dt="2025-11-10T18:51:53.650" v="589"/>
          <ac:picMkLst>
            <pc:docMk/>
            <pc:sldMk cId="1448042315" sldId="276"/>
            <ac:picMk id="7" creationId="{8FDEFEAA-B37E-9610-400E-C0059A9BCB6D}"/>
          </ac:picMkLst>
        </pc:picChg>
        <pc:picChg chg="add mod">
          <ac:chgData name="Người dùng Khách" userId="" providerId="Windows Live" clId="Web-{A4DA7FA6-F019-5E9F-527A-E0F1B5DDC162}" dt="2025-11-10T19:02:50.356" v="648" actId="1076"/>
          <ac:picMkLst>
            <pc:docMk/>
            <pc:sldMk cId="1448042315" sldId="276"/>
            <ac:picMk id="8" creationId="{7070B567-B354-EC67-A863-22CE913C27C9}"/>
          </ac:picMkLst>
        </pc:picChg>
        <pc:picChg chg="add del mod">
          <ac:chgData name="Người dùng Khách" userId="" providerId="Windows Live" clId="Web-{A4DA7FA6-F019-5E9F-527A-E0F1B5DDC162}" dt="2025-11-10T19:02:13.825" v="639"/>
          <ac:picMkLst>
            <pc:docMk/>
            <pc:sldMk cId="1448042315" sldId="276"/>
            <ac:picMk id="9" creationId="{E800394D-82A4-9DDD-0269-708B027EAD8F}"/>
          </ac:picMkLst>
        </pc:picChg>
        <pc:picChg chg="add mod">
          <ac:chgData name="Người dùng Khách" userId="" providerId="Windows Live" clId="Web-{A4DA7FA6-F019-5E9F-527A-E0F1B5DDC162}" dt="2025-11-10T19:04:58.735" v="671" actId="1076"/>
          <ac:picMkLst>
            <pc:docMk/>
            <pc:sldMk cId="1448042315" sldId="276"/>
            <ac:picMk id="10" creationId="{C7175448-4D05-EC28-DFAF-D1C88F931F02}"/>
          </ac:picMkLst>
        </pc:picChg>
        <pc:picChg chg="add mod">
          <ac:chgData name="Người dùng Khách" userId="" providerId="Windows Live" clId="Web-{A4DA7FA6-F019-5E9F-527A-E0F1B5DDC162}" dt="2025-11-10T19:04:57.063" v="670" actId="1076"/>
          <ac:picMkLst>
            <pc:docMk/>
            <pc:sldMk cId="1448042315" sldId="276"/>
            <ac:picMk id="11" creationId="{9BE01C25-A357-9F4C-DCDE-C80CE8BA3F2F}"/>
          </ac:picMkLst>
        </pc:picChg>
      </pc:sldChg>
      <pc:sldChg chg="modSp">
        <pc:chgData name="Người dùng Khách" userId="" providerId="Windows Live" clId="Web-{A4DA7FA6-F019-5E9F-527A-E0F1B5DDC162}" dt="2025-11-10T17:18:23.518" v="4" actId="14100"/>
        <pc:sldMkLst>
          <pc:docMk/>
          <pc:sldMk cId="2859851663" sldId="284"/>
        </pc:sldMkLst>
        <pc:spChg chg="mod">
          <ac:chgData name="Người dùng Khách" userId="" providerId="Windows Live" clId="Web-{A4DA7FA6-F019-5E9F-527A-E0F1B5DDC162}" dt="2025-11-10T17:18:08.173" v="0" actId="14100"/>
          <ac:spMkLst>
            <pc:docMk/>
            <pc:sldMk cId="2859851663" sldId="284"/>
            <ac:spMk id="3" creationId="{C2E437DE-B23F-5A6A-06E2-B485B0931BF9}"/>
          </ac:spMkLst>
        </pc:spChg>
        <pc:spChg chg="mod">
          <ac:chgData name="Người dùng Khách" userId="" providerId="Windows Live" clId="Web-{A4DA7FA6-F019-5E9F-527A-E0F1B5DDC162}" dt="2025-11-10T17:18:16.549" v="2" actId="14100"/>
          <ac:spMkLst>
            <pc:docMk/>
            <pc:sldMk cId="2859851663" sldId="284"/>
            <ac:spMk id="4" creationId="{294897E1-C83E-597D-C80E-95442AF577A5}"/>
          </ac:spMkLst>
        </pc:spChg>
        <pc:spChg chg="mod">
          <ac:chgData name="Người dùng Khách" userId="" providerId="Windows Live" clId="Web-{A4DA7FA6-F019-5E9F-527A-E0F1B5DDC162}" dt="2025-11-10T17:18:16.580" v="3" actId="14100"/>
          <ac:spMkLst>
            <pc:docMk/>
            <pc:sldMk cId="2859851663" sldId="284"/>
            <ac:spMk id="5" creationId="{116CA3D4-0544-890D-2E99-CD92231F1F73}"/>
          </ac:spMkLst>
        </pc:spChg>
        <pc:spChg chg="mod">
          <ac:chgData name="Người dùng Khách" userId="" providerId="Windows Live" clId="Web-{A4DA7FA6-F019-5E9F-527A-E0F1B5DDC162}" dt="2025-11-10T17:18:23.518" v="4" actId="14100"/>
          <ac:spMkLst>
            <pc:docMk/>
            <pc:sldMk cId="2859851663" sldId="284"/>
            <ac:spMk id="6" creationId="{46449161-1AB8-7828-4476-68EFC9A1A99F}"/>
          </ac:spMkLst>
        </pc:spChg>
      </pc:sldChg>
      <pc:sldChg chg="modSp">
        <pc:chgData name="Người dùng Khách" userId="" providerId="Windows Live" clId="Web-{A4DA7FA6-F019-5E9F-527A-E0F1B5DDC162}" dt="2025-11-10T17:33:26.464" v="110" actId="20577"/>
        <pc:sldMkLst>
          <pc:docMk/>
          <pc:sldMk cId="4271031876" sldId="288"/>
        </pc:sldMkLst>
        <pc:spChg chg="mod">
          <ac:chgData name="Người dùng Khách" userId="" providerId="Windows Live" clId="Web-{A4DA7FA6-F019-5E9F-527A-E0F1B5DDC162}" dt="2025-11-10T17:33:26.464" v="110" actId="20577"/>
          <ac:spMkLst>
            <pc:docMk/>
            <pc:sldMk cId="4271031876" sldId="288"/>
            <ac:spMk id="5" creationId="{BAABA511-A6A5-5777-15B2-24604366BA07}"/>
          </ac:spMkLst>
        </pc:spChg>
      </pc:sldChg>
      <pc:sldChg chg="modSp">
        <pc:chgData name="Người dùng Khách" userId="" providerId="Windows Live" clId="Web-{A4DA7FA6-F019-5E9F-527A-E0F1B5DDC162}" dt="2025-11-10T17:34:43.608" v="124" actId="14100"/>
        <pc:sldMkLst>
          <pc:docMk/>
          <pc:sldMk cId="1966611504" sldId="290"/>
        </pc:sldMkLst>
        <pc:spChg chg="mod">
          <ac:chgData name="Người dùng Khách" userId="" providerId="Windows Live" clId="Web-{A4DA7FA6-F019-5E9F-527A-E0F1B5DDC162}" dt="2025-11-10T17:25:23.809" v="51" actId="20577"/>
          <ac:spMkLst>
            <pc:docMk/>
            <pc:sldMk cId="1966611504" sldId="290"/>
            <ac:spMk id="5" creationId="{6CB72419-D345-E767-A308-949EF614DE7B}"/>
          </ac:spMkLst>
        </pc:spChg>
        <pc:spChg chg="mod">
          <ac:chgData name="Người dùng Khách" userId="" providerId="Windows Live" clId="Web-{A4DA7FA6-F019-5E9F-527A-E0F1B5DDC162}" dt="2025-11-10T17:34:43.608" v="124" actId="14100"/>
          <ac:spMkLst>
            <pc:docMk/>
            <pc:sldMk cId="1966611504" sldId="290"/>
            <ac:spMk id="6" creationId="{D69F099C-4B9B-527B-107A-86199A40DE3B}"/>
          </ac:spMkLst>
        </pc:spChg>
      </pc:sldChg>
      <pc:sldChg chg="modSp">
        <pc:chgData name="Người dùng Khách" userId="" providerId="Windows Live" clId="Web-{A4DA7FA6-F019-5E9F-527A-E0F1B5DDC162}" dt="2025-11-10T17:32:35.274" v="109" actId="20577"/>
        <pc:sldMkLst>
          <pc:docMk/>
          <pc:sldMk cId="3476065875" sldId="291"/>
        </pc:sldMkLst>
        <pc:spChg chg="mod">
          <ac:chgData name="Người dùng Khách" userId="" providerId="Windows Live" clId="Web-{A4DA7FA6-F019-5E9F-527A-E0F1B5DDC162}" dt="2025-11-10T17:32:35.274" v="109" actId="20577"/>
          <ac:spMkLst>
            <pc:docMk/>
            <pc:sldMk cId="3476065875" sldId="291"/>
            <ac:spMk id="3" creationId="{A34EC97C-C05D-C44C-268B-B4C7554831B7}"/>
          </ac:spMkLst>
        </pc:spChg>
        <pc:spChg chg="mod">
          <ac:chgData name="Người dùng Khách" userId="" providerId="Windows Live" clId="Web-{A4DA7FA6-F019-5E9F-527A-E0F1B5DDC162}" dt="2025-11-10T17:26:08.529" v="62" actId="20577"/>
          <ac:spMkLst>
            <pc:docMk/>
            <pc:sldMk cId="3476065875" sldId="291"/>
            <ac:spMk id="5" creationId="{A22E24A0-D586-092C-FAEE-49E7F7DCC510}"/>
          </ac:spMkLst>
        </pc:spChg>
      </pc:sldChg>
      <pc:sldChg chg="del">
        <pc:chgData name="Người dùng Khách" userId="" providerId="Windows Live" clId="Web-{A4DA7FA6-F019-5E9F-527A-E0F1B5DDC162}" dt="2025-11-10T17:20:20.381" v="43"/>
        <pc:sldMkLst>
          <pc:docMk/>
          <pc:sldMk cId="3956228346" sldId="293"/>
        </pc:sldMkLst>
      </pc:sldChg>
      <pc:sldChg chg="modSp">
        <pc:chgData name="Người dùng Khách" userId="" providerId="Windows Live" clId="Web-{A4DA7FA6-F019-5E9F-527A-E0F1B5DDC162}" dt="2025-11-10T17:37:01.300" v="155" actId="20577"/>
        <pc:sldMkLst>
          <pc:docMk/>
          <pc:sldMk cId="2816457743" sldId="295"/>
        </pc:sldMkLst>
        <pc:spChg chg="mod">
          <ac:chgData name="Người dùng Khách" userId="" providerId="Windows Live" clId="Web-{A4DA7FA6-F019-5E9F-527A-E0F1B5DDC162}" dt="2025-11-10T17:37:01.300" v="155" actId="20577"/>
          <ac:spMkLst>
            <pc:docMk/>
            <pc:sldMk cId="2816457743" sldId="295"/>
            <ac:spMk id="3" creationId="{61F3FB38-4F9D-0A80-9FEA-10AC3B41F815}"/>
          </ac:spMkLst>
        </pc:spChg>
        <pc:spChg chg="mod">
          <ac:chgData name="Người dùng Khách" userId="" providerId="Windows Live" clId="Web-{A4DA7FA6-F019-5E9F-527A-E0F1B5DDC162}" dt="2025-11-10T17:34:55.749" v="128" actId="20577"/>
          <ac:spMkLst>
            <pc:docMk/>
            <pc:sldMk cId="2816457743" sldId="295"/>
            <ac:spMk id="5" creationId="{43158BD6-F45C-31E1-4C3C-0D23B2CCD081}"/>
          </ac:spMkLst>
        </pc:spChg>
      </pc:sldChg>
      <pc:sldChg chg="modSp add replId">
        <pc:chgData name="Người dùng Khách" userId="" providerId="Windows Live" clId="Web-{A4DA7FA6-F019-5E9F-527A-E0F1B5DDC162}" dt="2025-11-10T17:42:58.294" v="191" actId="20577"/>
        <pc:sldMkLst>
          <pc:docMk/>
          <pc:sldMk cId="350309096" sldId="296"/>
        </pc:sldMkLst>
        <pc:spChg chg="mod">
          <ac:chgData name="Người dùng Khách" userId="" providerId="Windows Live" clId="Web-{A4DA7FA6-F019-5E9F-527A-E0F1B5DDC162}" dt="2025-11-10T17:38:02.833" v="169" actId="1076"/>
          <ac:spMkLst>
            <pc:docMk/>
            <pc:sldMk cId="350309096" sldId="296"/>
            <ac:spMk id="2" creationId="{6AEA81E2-1E1A-E59E-4570-21DC6C891469}"/>
          </ac:spMkLst>
        </pc:spChg>
        <pc:spChg chg="mod">
          <ac:chgData name="Người dùng Khách" userId="" providerId="Windows Live" clId="Web-{A4DA7FA6-F019-5E9F-527A-E0F1B5DDC162}" dt="2025-11-10T17:42:58.294" v="191" actId="20577"/>
          <ac:spMkLst>
            <pc:docMk/>
            <pc:sldMk cId="350309096" sldId="296"/>
            <ac:spMk id="3" creationId="{15936629-F461-0286-2299-FF114D71B506}"/>
          </ac:spMkLst>
        </pc:spChg>
      </pc:sldChg>
      <pc:sldChg chg="addSp delSp modSp add ord replId">
        <pc:chgData name="Người dùng Khách" userId="" providerId="Windows Live" clId="Web-{A4DA7FA6-F019-5E9F-527A-E0F1B5DDC162}" dt="2025-11-10T19:08:54.963" v="712" actId="1076"/>
        <pc:sldMkLst>
          <pc:docMk/>
          <pc:sldMk cId="3316790400" sldId="297"/>
        </pc:sldMkLst>
        <pc:spChg chg="mod">
          <ac:chgData name="Người dùng Khách" userId="" providerId="Windows Live" clId="Web-{A4DA7FA6-F019-5E9F-527A-E0F1B5DDC162}" dt="2025-11-10T19:06:42.768" v="695" actId="20577"/>
          <ac:spMkLst>
            <pc:docMk/>
            <pc:sldMk cId="3316790400" sldId="297"/>
            <ac:spMk id="4" creationId="{6A29FCB2-9BD7-2D3E-E765-87E94627D7BE}"/>
          </ac:spMkLst>
        </pc:spChg>
        <pc:picChg chg="del">
          <ac:chgData name="Người dùng Khách" userId="" providerId="Windows Live" clId="Web-{A4DA7FA6-F019-5E9F-527A-E0F1B5DDC162}" dt="2025-11-10T18:08:05.056" v="332"/>
          <ac:picMkLst>
            <pc:docMk/>
            <pc:sldMk cId="3316790400" sldId="297"/>
            <ac:picMk id="3" creationId="{A16CDFE4-3B54-220A-F180-AFFFA52C9BFD}"/>
          </ac:picMkLst>
        </pc:picChg>
        <pc:picChg chg="add mod">
          <ac:chgData name="Người dùng Khách" userId="" providerId="Windows Live" clId="Web-{A4DA7FA6-F019-5E9F-527A-E0F1B5DDC162}" dt="2025-11-10T19:08:54.963" v="712" actId="1076"/>
          <ac:picMkLst>
            <pc:docMk/>
            <pc:sldMk cId="3316790400" sldId="297"/>
            <ac:picMk id="5" creationId="{60805566-C581-6BAC-B963-3692890AACA6}"/>
          </ac:picMkLst>
        </pc:picChg>
      </pc:sldChg>
      <pc:sldChg chg="addSp delSp modSp add replId">
        <pc:chgData name="Người dùng Khách" userId="" providerId="Windows Live" clId="Web-{A4DA7FA6-F019-5E9F-527A-E0F1B5DDC162}" dt="2025-11-10T19:09:25.982" v="714"/>
        <pc:sldMkLst>
          <pc:docMk/>
          <pc:sldMk cId="3406832395" sldId="298"/>
        </pc:sldMkLst>
        <pc:spChg chg="mod">
          <ac:chgData name="Người dùng Khách" userId="" providerId="Windows Live" clId="Web-{A4DA7FA6-F019-5E9F-527A-E0F1B5DDC162}" dt="2025-11-10T19:07:55.577" v="705" actId="20577"/>
          <ac:spMkLst>
            <pc:docMk/>
            <pc:sldMk cId="3406832395" sldId="298"/>
            <ac:spMk id="4" creationId="{DF62F9BD-B215-A907-EEBB-B0F10D371AC6}"/>
          </ac:spMkLst>
        </pc:spChg>
        <pc:picChg chg="add mod">
          <ac:chgData name="Người dùng Khách" userId="" providerId="Windows Live" clId="Web-{A4DA7FA6-F019-5E9F-527A-E0F1B5DDC162}" dt="2025-11-10T19:09:25.982" v="714"/>
          <ac:picMkLst>
            <pc:docMk/>
            <pc:sldMk cId="3406832395" sldId="298"/>
            <ac:picMk id="3" creationId="{A3C25F48-3580-CAD9-1CD7-ACD7CC1653DE}"/>
          </ac:picMkLst>
        </pc:picChg>
        <pc:picChg chg="del">
          <ac:chgData name="Người dùng Khách" userId="" providerId="Windows Live" clId="Web-{A4DA7FA6-F019-5E9F-527A-E0F1B5DDC162}" dt="2025-11-10T18:10:37.921" v="342"/>
          <ac:picMkLst>
            <pc:docMk/>
            <pc:sldMk cId="3406832395" sldId="298"/>
            <ac:picMk id="5" creationId="{5A6618E6-83AC-5893-C2E4-2772417EE949}"/>
          </ac:picMkLst>
        </pc:picChg>
      </pc:sldChg>
      <pc:sldChg chg="addSp delSp modSp add replId">
        <pc:chgData name="Người dùng Khách" userId="" providerId="Windows Live" clId="Web-{A4DA7FA6-F019-5E9F-527A-E0F1B5DDC162}" dt="2025-11-10T19:09:29.717" v="715"/>
        <pc:sldMkLst>
          <pc:docMk/>
          <pc:sldMk cId="286035368" sldId="299"/>
        </pc:sldMkLst>
        <pc:spChg chg="mod">
          <ac:chgData name="Người dùng Khách" userId="" providerId="Windows Live" clId="Web-{A4DA7FA6-F019-5E9F-527A-E0F1B5DDC162}" dt="2025-11-10T19:08:09.127" v="709" actId="20577"/>
          <ac:spMkLst>
            <pc:docMk/>
            <pc:sldMk cId="286035368" sldId="299"/>
            <ac:spMk id="4" creationId="{85B770AD-4D56-E3E3-9A08-3BFAFB7EE20A}"/>
          </ac:spMkLst>
        </pc:spChg>
        <pc:picChg chg="del">
          <ac:chgData name="Người dùng Khách" userId="" providerId="Windows Live" clId="Web-{A4DA7FA6-F019-5E9F-527A-E0F1B5DDC162}" dt="2025-11-10T18:11:46.892" v="352"/>
          <ac:picMkLst>
            <pc:docMk/>
            <pc:sldMk cId="286035368" sldId="299"/>
            <ac:picMk id="3" creationId="{A1BCAB8E-F6B8-F6AE-1C21-0C0BB7D44525}"/>
          </ac:picMkLst>
        </pc:picChg>
        <pc:picChg chg="add mod">
          <ac:chgData name="Người dùng Khách" userId="" providerId="Windows Live" clId="Web-{A4DA7FA6-F019-5E9F-527A-E0F1B5DDC162}" dt="2025-11-10T19:09:29.717" v="715"/>
          <ac:picMkLst>
            <pc:docMk/>
            <pc:sldMk cId="286035368" sldId="299"/>
            <ac:picMk id="5" creationId="{C2677664-C519-775F-8B73-4155B4D41C11}"/>
          </ac:picMkLst>
        </pc:picChg>
      </pc:sldChg>
      <pc:sldChg chg="addSp delSp modSp add replId">
        <pc:chgData name="Người dùng Khách" userId="" providerId="Windows Live" clId="Web-{A4DA7FA6-F019-5E9F-527A-E0F1B5DDC162}" dt="2025-11-10T19:09:40.984" v="717"/>
        <pc:sldMkLst>
          <pc:docMk/>
          <pc:sldMk cId="663385681" sldId="300"/>
        </pc:sldMkLst>
        <pc:spChg chg="mod">
          <ac:chgData name="Người dùng Khách" userId="" providerId="Windows Live" clId="Web-{A4DA7FA6-F019-5E9F-527A-E0F1B5DDC162}" dt="2025-11-10T19:08:20.692" v="710" actId="20577"/>
          <ac:spMkLst>
            <pc:docMk/>
            <pc:sldMk cId="663385681" sldId="300"/>
            <ac:spMk id="4" creationId="{1BD27072-69F4-82EA-DACF-B5DD0DA1611F}"/>
          </ac:spMkLst>
        </pc:spChg>
        <pc:picChg chg="add mod">
          <ac:chgData name="Người dùng Khách" userId="" providerId="Windows Live" clId="Web-{A4DA7FA6-F019-5E9F-527A-E0F1B5DDC162}" dt="2025-11-10T19:09:40.984" v="717"/>
          <ac:picMkLst>
            <pc:docMk/>
            <pc:sldMk cId="663385681" sldId="300"/>
            <ac:picMk id="3" creationId="{188E1FF0-2DE0-66E5-804B-4CBA38097046}"/>
          </ac:picMkLst>
        </pc:picChg>
        <pc:picChg chg="del">
          <ac:chgData name="Người dùng Khách" userId="" providerId="Windows Live" clId="Web-{A4DA7FA6-F019-5E9F-527A-E0F1B5DDC162}" dt="2025-11-10T18:15:46.960" v="387"/>
          <ac:picMkLst>
            <pc:docMk/>
            <pc:sldMk cId="663385681" sldId="300"/>
            <ac:picMk id="5" creationId="{5A51CE75-EC4A-CEB6-E91B-F0D62AB45940}"/>
          </ac:picMkLst>
        </pc:picChg>
      </pc:sldChg>
      <pc:sldChg chg="addSp delSp modSp add replId">
        <pc:chgData name="Người dùng Khách" userId="" providerId="Windows Live" clId="Web-{A4DA7FA6-F019-5E9F-527A-E0F1B5DDC162}" dt="2025-11-10T19:09:12.731" v="713" actId="14100"/>
        <pc:sldMkLst>
          <pc:docMk/>
          <pc:sldMk cId="842827357" sldId="301"/>
        </pc:sldMkLst>
        <pc:spChg chg="mod">
          <ac:chgData name="Người dùng Khách" userId="" providerId="Windows Live" clId="Web-{A4DA7FA6-F019-5E9F-527A-E0F1B5DDC162}" dt="2025-11-10T19:06:04.846" v="686" actId="20577"/>
          <ac:spMkLst>
            <pc:docMk/>
            <pc:sldMk cId="842827357" sldId="301"/>
            <ac:spMk id="4" creationId="{D66015E5-55BC-91D4-1D28-537CFAD88C31}"/>
          </ac:spMkLst>
        </pc:spChg>
        <pc:picChg chg="add mod">
          <ac:chgData name="Người dùng Khách" userId="" providerId="Windows Live" clId="Web-{A4DA7FA6-F019-5E9F-527A-E0F1B5DDC162}" dt="2025-11-10T19:09:12.731" v="713" actId="14100"/>
          <ac:picMkLst>
            <pc:docMk/>
            <pc:sldMk cId="842827357" sldId="301"/>
            <ac:picMk id="3" creationId="{20E25B19-8184-79A1-76D7-6E59580FD24E}"/>
          </ac:picMkLst>
        </pc:picChg>
        <pc:picChg chg="del">
          <ac:chgData name="Người dùng Khách" userId="" providerId="Windows Live" clId="Web-{A4DA7FA6-F019-5E9F-527A-E0F1B5DDC162}" dt="2025-11-10T18:18:31.604" v="437"/>
          <ac:picMkLst>
            <pc:docMk/>
            <pc:sldMk cId="842827357" sldId="301"/>
            <ac:picMk id="6" creationId="{08D79D4C-A42E-B3D4-A1F0-635AD2F21B41}"/>
          </ac:picMkLst>
        </pc:picChg>
      </pc:sldChg>
      <pc:sldChg chg="addSp delSp modSp add replId">
        <pc:chgData name="Người dùng Khách" userId="" providerId="Windows Live" clId="Web-{A4DA7FA6-F019-5E9F-527A-E0F1B5DDC162}" dt="2025-11-10T19:10:19.597" v="725"/>
        <pc:sldMkLst>
          <pc:docMk/>
          <pc:sldMk cId="1338438833" sldId="302"/>
        </pc:sldMkLst>
        <pc:spChg chg="mod">
          <ac:chgData name="Người dùng Khách" userId="" providerId="Windows Live" clId="Web-{A4DA7FA6-F019-5E9F-527A-E0F1B5DDC162}" dt="2025-11-10T19:10:02.689" v="722" actId="20577"/>
          <ac:spMkLst>
            <pc:docMk/>
            <pc:sldMk cId="1338438833" sldId="302"/>
            <ac:spMk id="4" creationId="{EE13483C-AECD-52C6-B9D6-8ABC3596ED3E}"/>
          </ac:spMkLst>
        </pc:spChg>
        <pc:picChg chg="del">
          <ac:chgData name="Người dùng Khách" userId="" providerId="Windows Live" clId="Web-{A4DA7FA6-F019-5E9F-527A-E0F1B5DDC162}" dt="2025-11-10T18:22:25.967" v="474"/>
          <ac:picMkLst>
            <pc:docMk/>
            <pc:sldMk cId="1338438833" sldId="302"/>
            <ac:picMk id="3" creationId="{DE8A866E-DD7B-232C-2D5A-D14109F70408}"/>
          </ac:picMkLst>
        </pc:picChg>
        <pc:picChg chg="add mod">
          <ac:chgData name="Người dùng Khách" userId="" providerId="Windows Live" clId="Web-{A4DA7FA6-F019-5E9F-527A-E0F1B5DDC162}" dt="2025-11-10T19:10:19.597" v="725"/>
          <ac:picMkLst>
            <pc:docMk/>
            <pc:sldMk cId="1338438833" sldId="302"/>
            <ac:picMk id="5" creationId="{FE8D1558-990C-B8DF-16B4-EB20A1B572A4}"/>
          </ac:picMkLst>
        </pc:picChg>
      </pc:sldChg>
      <pc:sldChg chg="modSp add replId">
        <pc:chgData name="Người dùng Khách" userId="" providerId="Windows Live" clId="Web-{A4DA7FA6-F019-5E9F-527A-E0F1B5DDC162}" dt="2025-11-10T19:10:59.021" v="739" actId="20577"/>
        <pc:sldMkLst>
          <pc:docMk/>
          <pc:sldMk cId="386038490" sldId="303"/>
        </pc:sldMkLst>
        <pc:spChg chg="mod">
          <ac:chgData name="Người dùng Khách" userId="" providerId="Windows Live" clId="Web-{A4DA7FA6-F019-5E9F-527A-E0F1B5DDC162}" dt="2025-11-10T19:10:59.021" v="739" actId="20577"/>
          <ac:spMkLst>
            <pc:docMk/>
            <pc:sldMk cId="386038490" sldId="303"/>
            <ac:spMk id="4" creationId="{E8D7B604-B2A8-6BC4-F9CD-659542670F43}"/>
          </ac:spMkLst>
        </pc:spChg>
      </pc:sldChg>
      <pc:sldChg chg="addSp delSp modSp add del replId">
        <pc:chgData name="Người dùng Khách" userId="" providerId="Windows Live" clId="Web-{A4DA7FA6-F019-5E9F-527A-E0F1B5DDC162}" dt="2025-11-10T19:10:25.582" v="726"/>
        <pc:sldMkLst>
          <pc:docMk/>
          <pc:sldMk cId="1465200432" sldId="303"/>
        </pc:sldMkLst>
        <pc:spChg chg="add mod">
          <ac:chgData name="Người dùng Khách" userId="" providerId="Windows Live" clId="Web-{A4DA7FA6-F019-5E9F-527A-E0F1B5DDC162}" dt="2025-11-10T18:27:39.108" v="499" actId="20577"/>
          <ac:spMkLst>
            <pc:docMk/>
            <pc:sldMk cId="1465200432" sldId="303"/>
            <ac:spMk id="3" creationId="{00EFCFFF-13F6-CAA2-7142-D32B1BFA0209}"/>
          </ac:spMkLst>
        </pc:spChg>
        <pc:spChg chg="add del mod">
          <ac:chgData name="Người dùng Khách" userId="" providerId="Windows Live" clId="Web-{A4DA7FA6-F019-5E9F-527A-E0F1B5DDC162}" dt="2025-11-10T18:28:30.449" v="503"/>
          <ac:spMkLst>
            <pc:docMk/>
            <pc:sldMk cId="1465200432" sldId="303"/>
            <ac:spMk id="6" creationId="{40B90460-FAFB-6CB0-3040-3A865E503020}"/>
          </ac:spMkLst>
        </pc:spChg>
        <pc:picChg chg="del">
          <ac:chgData name="Người dùng Khách" userId="" providerId="Windows Live" clId="Web-{A4DA7FA6-F019-5E9F-527A-E0F1B5DDC162}" dt="2025-11-10T18:25:01.867" v="481"/>
          <ac:picMkLst>
            <pc:docMk/>
            <pc:sldMk cId="1465200432" sldId="303"/>
            <ac:picMk id="5" creationId="{F58AE42D-DF4A-E0FF-3151-2F7984FB05DA}"/>
          </ac:picMkLst>
        </pc:picChg>
      </pc:sldChg>
      <pc:sldChg chg="delSp modSp new del">
        <pc:chgData name="Người dùng Khách" userId="" providerId="Windows Live" clId="Web-{A4DA7FA6-F019-5E9F-527A-E0F1B5DDC162}" dt="2025-11-10T18:52:34.478" v="599"/>
        <pc:sldMkLst>
          <pc:docMk/>
          <pc:sldMk cId="1692861701" sldId="304"/>
        </pc:sldMkLst>
        <pc:spChg chg="del">
          <ac:chgData name="Người dùng Khách" userId="" providerId="Windows Live" clId="Web-{A4DA7FA6-F019-5E9F-527A-E0F1B5DDC162}" dt="2025-11-10T18:32:26.744" v="524"/>
          <ac:spMkLst>
            <pc:docMk/>
            <pc:sldMk cId="1692861701" sldId="304"/>
            <ac:spMk id="2" creationId="{852C4223-4B76-F3C4-E5DD-166B55958712}"/>
          </ac:spMkLst>
        </pc:spChg>
        <pc:spChg chg="mod">
          <ac:chgData name="Người dùng Khách" userId="" providerId="Windows Live" clId="Web-{A4DA7FA6-F019-5E9F-527A-E0F1B5DDC162}" dt="2025-11-10T18:35:53.962" v="553" actId="20577"/>
          <ac:spMkLst>
            <pc:docMk/>
            <pc:sldMk cId="1692861701" sldId="304"/>
            <ac:spMk id="3" creationId="{B1F11D91-41EA-DFC4-17F1-72004B8F17EB}"/>
          </ac:spMkLst>
        </pc:spChg>
      </pc:sldChg>
      <pc:sldChg chg="add del replId">
        <pc:chgData name="Người dùng Khách" userId="" providerId="Windows Live" clId="Web-{A4DA7FA6-F019-5E9F-527A-E0F1B5DDC162}" dt="2025-11-10T18:32:04.415" v="520"/>
        <pc:sldMkLst>
          <pc:docMk/>
          <pc:sldMk cId="2524990607" sldId="304"/>
        </pc:sldMkLst>
      </pc:sldChg>
      <pc:sldChg chg="addSp modSp add del replId">
        <pc:chgData name="Người dùng Khách" userId="" providerId="Windows Live" clId="Web-{A4DA7FA6-F019-5E9F-527A-E0F1B5DDC162}" dt="2025-11-10T18:51:34.056" v="585"/>
        <pc:sldMkLst>
          <pc:docMk/>
          <pc:sldMk cId="1734611627" sldId="305"/>
        </pc:sldMkLst>
        <pc:spChg chg="add mod">
          <ac:chgData name="Người dùng Khách" userId="" providerId="Windows Live" clId="Web-{A4DA7FA6-F019-5E9F-527A-E0F1B5DDC162}" dt="2025-11-10T18:45:59.490" v="564" actId="1076"/>
          <ac:spMkLst>
            <pc:docMk/>
            <pc:sldMk cId="1734611627" sldId="305"/>
            <ac:spMk id="3" creationId="{3B436278-74C6-488A-1A89-D27591EF9019}"/>
          </ac:spMkLst>
        </pc:spChg>
      </pc:sldChg>
      <pc:sldChg chg="modSp add del replId">
        <pc:chgData name="Người dùng Khách" userId="" providerId="Windows Live" clId="Web-{A4DA7FA6-F019-5E9F-527A-E0F1B5DDC162}" dt="2025-11-10T18:51:30.744" v="584"/>
        <pc:sldMkLst>
          <pc:docMk/>
          <pc:sldMk cId="503066783" sldId="306"/>
        </pc:sldMkLst>
        <pc:spChg chg="mod">
          <ac:chgData name="Người dùng Khách" userId="" providerId="Windows Live" clId="Web-{A4DA7FA6-F019-5E9F-527A-E0F1B5DDC162}" dt="2025-11-10T18:51:27.681" v="583" actId="1076"/>
          <ac:spMkLst>
            <pc:docMk/>
            <pc:sldMk cId="503066783" sldId="306"/>
            <ac:spMk id="6" creationId="{9E8D4A00-B2CB-CD90-9BE4-007DA26C6896}"/>
          </ac:spMkLst>
        </pc:spChg>
      </pc:sldChg>
      <pc:sldChg chg="modSp add del replId">
        <pc:chgData name="Người dùng Khách" userId="" providerId="Windows Live" clId="Web-{A4DA7FA6-F019-5E9F-527A-E0F1B5DDC162}" dt="2025-11-10T18:52:35.666" v="600"/>
        <pc:sldMkLst>
          <pc:docMk/>
          <pc:sldMk cId="1642321719" sldId="307"/>
        </pc:sldMkLst>
        <pc:spChg chg="mod">
          <ac:chgData name="Người dùng Khách" userId="" providerId="Windows Live" clId="Web-{A4DA7FA6-F019-5E9F-527A-E0F1B5DDC162}" dt="2025-11-10T18:49:26.021" v="569" actId="20577"/>
          <ac:spMkLst>
            <pc:docMk/>
            <pc:sldMk cId="1642321719" sldId="307"/>
            <ac:spMk id="3" creationId="{4045583D-B41B-787F-69D9-31EBCBC02BB6}"/>
          </ac:spMkLst>
        </pc:spChg>
      </pc:sldChg>
      <pc:sldChg chg="addSp modSp add del replId">
        <pc:chgData name="Người dùng Khách" userId="" providerId="Windows Live" clId="Web-{A4DA7FA6-F019-5E9F-527A-E0F1B5DDC162}" dt="2025-11-10T18:52:46.369" v="601"/>
        <pc:sldMkLst>
          <pc:docMk/>
          <pc:sldMk cId="3551661742" sldId="308"/>
        </pc:sldMkLst>
        <pc:picChg chg="add mod">
          <ac:chgData name="Người dùng Khách" userId="" providerId="Windows Live" clId="Web-{A4DA7FA6-F019-5E9F-527A-E0F1B5DDC162}" dt="2025-11-10T18:52:28.619" v="598" actId="14100"/>
          <ac:picMkLst>
            <pc:docMk/>
            <pc:sldMk cId="3551661742" sldId="308"/>
            <ac:picMk id="3" creationId="{7FBB54D3-77A7-4F58-8BF4-3A48284843AA}"/>
          </ac:picMkLst>
        </pc:picChg>
      </pc:sldChg>
    </pc:docChg>
  </pc:docChgLst>
  <pc:docChgLst>
    <pc:chgData name="Người dùng Khách" providerId="Windows Live" clId="Web-{3AA0242F-AE9F-469C-4B48-4F71C00DAA93}"/>
    <pc:docChg chg="modSld">
      <pc:chgData name="Người dùng Khách" userId="" providerId="Windows Live" clId="Web-{3AA0242F-AE9F-469C-4B48-4F71C00DAA93}" dt="2025-11-10T01:56:36.131" v="2" actId="14100"/>
      <pc:docMkLst>
        <pc:docMk/>
      </pc:docMkLst>
    </pc:docChg>
  </pc:docChgLst>
  <pc:docChgLst>
    <pc:chgData name="Guest User" providerId="Windows Live" clId="Web-{222185FD-1661-D16F-CA54-BA385B7C2B80}"/>
    <pc:docChg chg="modSld">
      <pc:chgData name="Guest User" userId="" providerId="Windows Live" clId="Web-{222185FD-1661-D16F-CA54-BA385B7C2B80}" dt="2025-11-09T13:08:15.422" v="10" actId="1076"/>
      <pc:docMkLst>
        <pc:docMk/>
      </pc:docMkLst>
      <pc:sldChg chg="modSp">
        <pc:chgData name="Guest User" userId="" providerId="Windows Live" clId="Web-{222185FD-1661-D16F-CA54-BA385B7C2B80}" dt="2025-11-09T13:08:15.422" v="10" actId="1076"/>
        <pc:sldMkLst>
          <pc:docMk/>
          <pc:sldMk cId="242288225" sldId="258"/>
        </pc:sldMkLst>
        <pc:spChg chg="mod">
          <ac:chgData name="Guest User" userId="" providerId="Windows Live" clId="Web-{222185FD-1661-D16F-CA54-BA385B7C2B80}" dt="2025-11-09T13:07:43.922" v="1" actId="14100"/>
          <ac:spMkLst>
            <pc:docMk/>
            <pc:sldMk cId="242288225" sldId="258"/>
            <ac:spMk id="4" creationId="{721B1DE3-494B-9784-021D-CC9A6DCAF74E}"/>
          </ac:spMkLst>
        </pc:spChg>
        <pc:spChg chg="mod">
          <ac:chgData name="Guest User" userId="" providerId="Windows Live" clId="Web-{222185FD-1661-D16F-CA54-BA385B7C2B80}" dt="2025-11-09T13:08:01.609" v="8" actId="14100"/>
          <ac:spMkLst>
            <pc:docMk/>
            <pc:sldMk cId="242288225" sldId="258"/>
            <ac:spMk id="14" creationId="{4BDB1E97-9EAA-F5DA-B834-5B36ABE09B63}"/>
          </ac:spMkLst>
        </pc:spChg>
        <pc:picChg chg="mod">
          <ac:chgData name="Guest User" userId="" providerId="Windows Live" clId="Web-{222185FD-1661-D16F-CA54-BA385B7C2B80}" dt="2025-11-09T13:08:12.859" v="9" actId="1076"/>
          <ac:picMkLst>
            <pc:docMk/>
            <pc:sldMk cId="242288225" sldId="258"/>
            <ac:picMk id="15" creationId="{F18C62E7-5DC5-8263-24DC-14D9A9F278AD}"/>
          </ac:picMkLst>
        </pc:picChg>
        <pc:picChg chg="mod">
          <ac:chgData name="Guest User" userId="" providerId="Windows Live" clId="Web-{222185FD-1661-D16F-CA54-BA385B7C2B80}" dt="2025-11-09T13:08:15.422" v="10" actId="1076"/>
          <ac:picMkLst>
            <pc:docMk/>
            <pc:sldMk cId="242288225" sldId="258"/>
            <ac:picMk id="17" creationId="{4CAF00A6-1463-DFEB-32B1-429328C219D7}"/>
          </ac:picMkLst>
        </pc:picChg>
        <pc:picChg chg="mod">
          <ac:chgData name="Guest User" userId="" providerId="Windows Live" clId="Web-{222185FD-1661-D16F-CA54-BA385B7C2B80}" dt="2025-11-09T13:07:55.750" v="6" actId="14100"/>
          <ac:picMkLst>
            <pc:docMk/>
            <pc:sldMk cId="242288225" sldId="258"/>
            <ac:picMk id="19" creationId="{B59E0F2A-EF0C-E8BC-B2ED-767FB43D74F0}"/>
          </ac:picMkLst>
        </pc:picChg>
      </pc:sldChg>
    </pc:docChg>
  </pc:docChgLst>
  <pc:docChgLst>
    <pc:chgData name="Người dùng Khách" providerId="Windows Live" clId="Web-{A3C39BC3-4D45-5BB8-F9D7-19F2F3E63338}"/>
    <pc:docChg chg="delSld modSld sldOrd">
      <pc:chgData name="Người dùng Khách" userId="" providerId="Windows Live" clId="Web-{A3C39BC3-4D45-5BB8-F9D7-19F2F3E63338}" dt="2025-11-10T16:00:55.437" v="841" actId="14100"/>
      <pc:docMkLst>
        <pc:docMk/>
      </pc:docMkLst>
      <pc:sldChg chg="addSp modSp">
        <pc:chgData name="Người dùng Khách" userId="" providerId="Windows Live" clId="Web-{A3C39BC3-4D45-5BB8-F9D7-19F2F3E63338}" dt="2025-11-10T16:00:55.437" v="841" actId="14100"/>
        <pc:sldMkLst>
          <pc:docMk/>
          <pc:sldMk cId="4218107499" sldId="268"/>
        </pc:sldMkLst>
        <pc:spChg chg="mod">
          <ac:chgData name="Người dùng Khách" userId="" providerId="Windows Live" clId="Web-{A3C39BC3-4D45-5BB8-F9D7-19F2F3E63338}" dt="2025-11-10T15:41:58.203" v="712" actId="20577"/>
          <ac:spMkLst>
            <pc:docMk/>
            <pc:sldMk cId="4218107499" sldId="268"/>
            <ac:spMk id="2" creationId="{7D6F7527-C46E-ECC6-AD12-2E051CAC4F24}"/>
          </ac:spMkLst>
        </pc:spChg>
        <pc:spChg chg="add mod">
          <ac:chgData name="Người dùng Khách" userId="" providerId="Windows Live" clId="Web-{A3C39BC3-4D45-5BB8-F9D7-19F2F3E63338}" dt="2025-11-10T15:45:27.697" v="746" actId="1076"/>
          <ac:spMkLst>
            <pc:docMk/>
            <pc:sldMk cId="4218107499" sldId="268"/>
            <ac:spMk id="3" creationId="{2D2A7A37-DDEB-570C-1462-A6DA6E881BD2}"/>
          </ac:spMkLst>
        </pc:spChg>
        <pc:spChg chg="mod">
          <ac:chgData name="Người dùng Khách" userId="" providerId="Windows Live" clId="Web-{A3C39BC3-4D45-5BB8-F9D7-19F2F3E63338}" dt="2025-11-10T15:18:48.129" v="606" actId="14100"/>
          <ac:spMkLst>
            <pc:docMk/>
            <pc:sldMk cId="4218107499" sldId="268"/>
            <ac:spMk id="3" creationId="{E2B80918-1952-9DA5-637F-D61369889C56}"/>
          </ac:spMkLst>
        </pc:spChg>
        <pc:spChg chg="add mod">
          <ac:chgData name="Người dùng Khách" userId="" providerId="Windows Live" clId="Web-{A3C39BC3-4D45-5BB8-F9D7-19F2F3E63338}" dt="2025-11-10T15:45:20.197" v="744" actId="14100"/>
          <ac:spMkLst>
            <pc:docMk/>
            <pc:sldMk cId="4218107499" sldId="268"/>
            <ac:spMk id="4" creationId="{691E0A0D-2E18-FF18-DF6B-E50AFCE65E70}"/>
          </ac:spMkLst>
        </pc:spChg>
        <pc:spChg chg="mod">
          <ac:chgData name="Người dùng Khách" userId="" providerId="Windows Live" clId="Web-{A3C39BC3-4D45-5BB8-F9D7-19F2F3E63338}" dt="2025-11-10T15:28:51.852" v="620" actId="20577"/>
          <ac:spMkLst>
            <pc:docMk/>
            <pc:sldMk cId="4218107499" sldId="268"/>
            <ac:spMk id="5" creationId="{E16CF747-2C65-8872-AA32-FD455138D885}"/>
          </ac:spMkLst>
        </pc:spChg>
        <pc:spChg chg="mod">
          <ac:chgData name="Người dùng Khách" userId="" providerId="Windows Live" clId="Web-{A3C39BC3-4D45-5BB8-F9D7-19F2F3E63338}" dt="2025-11-10T15:45:25.275" v="745" actId="14100"/>
          <ac:spMkLst>
            <pc:docMk/>
            <pc:sldMk cId="4218107499" sldId="268"/>
            <ac:spMk id="7" creationId="{7D2A3DC9-943B-BD90-0308-2FF50DF460E8}"/>
          </ac:spMkLst>
        </pc:spChg>
        <pc:spChg chg="mod">
          <ac:chgData name="Người dùng Khách" userId="" providerId="Windows Live" clId="Web-{A3C39BC3-4D45-5BB8-F9D7-19F2F3E63338}" dt="2025-11-10T15:38:27.357" v="664" actId="14100"/>
          <ac:spMkLst>
            <pc:docMk/>
            <pc:sldMk cId="4218107499" sldId="268"/>
            <ac:spMk id="8" creationId="{0A998E75-E4A3-96E9-0E03-30D713B335F6}"/>
          </ac:spMkLst>
        </pc:spChg>
        <pc:spChg chg="add mod">
          <ac:chgData name="Người dùng Khách" userId="" providerId="Windows Live" clId="Web-{A3C39BC3-4D45-5BB8-F9D7-19F2F3E63338}" dt="2025-11-10T15:52:46.721" v="791" actId="14100"/>
          <ac:spMkLst>
            <pc:docMk/>
            <pc:sldMk cId="4218107499" sldId="268"/>
            <ac:spMk id="9" creationId="{B32C7D8A-E6CF-5EDC-16D8-39D37225AC03}"/>
          </ac:spMkLst>
        </pc:spChg>
        <pc:spChg chg="add mod">
          <ac:chgData name="Người dùng Khách" userId="" providerId="Windows Live" clId="Web-{A3C39BC3-4D45-5BB8-F9D7-19F2F3E63338}" dt="2025-11-10T15:44:47.884" v="740" actId="20577"/>
          <ac:spMkLst>
            <pc:docMk/>
            <pc:sldMk cId="4218107499" sldId="268"/>
            <ac:spMk id="10" creationId="{10620450-EAFC-C037-9887-51B376A10C0E}"/>
          </ac:spMkLst>
        </pc:spChg>
        <pc:spChg chg="add mod">
          <ac:chgData name="Người dùng Khách" userId="" providerId="Windows Live" clId="Web-{A3C39BC3-4D45-5BB8-F9D7-19F2F3E63338}" dt="2025-11-10T15:59:47.886" v="826" actId="14100"/>
          <ac:spMkLst>
            <pc:docMk/>
            <pc:sldMk cId="4218107499" sldId="268"/>
            <ac:spMk id="11" creationId="{0146B3D6-7BF3-BA2D-2578-E8D6F097F475}"/>
          </ac:spMkLst>
        </pc:spChg>
        <pc:spChg chg="mod">
          <ac:chgData name="Người dùng Khách" userId="" providerId="Windows Live" clId="Web-{A3C39BC3-4D45-5BB8-F9D7-19F2F3E63338}" dt="2025-11-10T16:00:55.437" v="841" actId="14100"/>
          <ac:spMkLst>
            <pc:docMk/>
            <pc:sldMk cId="4218107499" sldId="268"/>
            <ac:spMk id="12" creationId="{476C6754-A473-17F7-5A80-5445F5EA078B}"/>
          </ac:spMkLst>
        </pc:spChg>
      </pc:sldChg>
      <pc:sldChg chg="modSp">
        <pc:chgData name="Người dùng Khách" userId="" providerId="Windows Live" clId="Web-{A3C39BC3-4D45-5BB8-F9D7-19F2F3E63338}" dt="2025-11-10T15:01:03.635" v="528" actId="1076"/>
        <pc:sldMkLst>
          <pc:docMk/>
          <pc:sldMk cId="3545424363" sldId="269"/>
        </pc:sldMkLst>
        <pc:spChg chg="mod">
          <ac:chgData name="Người dùng Khách" userId="" providerId="Windows Live" clId="Web-{A3C39BC3-4D45-5BB8-F9D7-19F2F3E63338}" dt="2025-11-10T15:00:54.213" v="526" actId="14100"/>
          <ac:spMkLst>
            <pc:docMk/>
            <pc:sldMk cId="3545424363" sldId="269"/>
            <ac:spMk id="4" creationId="{717F5FAC-491E-8952-9501-A5DB6DEAE57E}"/>
          </ac:spMkLst>
        </pc:spChg>
        <pc:spChg chg="mod">
          <ac:chgData name="Người dùng Khách" userId="" providerId="Windows Live" clId="Web-{A3C39BC3-4D45-5BB8-F9D7-19F2F3E63338}" dt="2025-11-10T15:01:03.635" v="528" actId="1076"/>
          <ac:spMkLst>
            <pc:docMk/>
            <pc:sldMk cId="3545424363" sldId="269"/>
            <ac:spMk id="5" creationId="{018C6EBC-23F4-51D9-CCCC-DD7C89BC8020}"/>
          </ac:spMkLst>
        </pc:spChg>
      </pc:sldChg>
      <pc:sldChg chg="modSp">
        <pc:chgData name="Người dùng Khách" userId="" providerId="Windows Live" clId="Web-{A3C39BC3-4D45-5BB8-F9D7-19F2F3E63338}" dt="2025-11-10T15:07:44.096" v="585" actId="1076"/>
        <pc:sldMkLst>
          <pc:docMk/>
          <pc:sldMk cId="4274129326" sldId="275"/>
        </pc:sldMkLst>
        <pc:spChg chg="mod">
          <ac:chgData name="Người dùng Khách" userId="" providerId="Windows Live" clId="Web-{A3C39BC3-4D45-5BB8-F9D7-19F2F3E63338}" dt="2025-11-10T15:01:17.714" v="532" actId="14100"/>
          <ac:spMkLst>
            <pc:docMk/>
            <pc:sldMk cId="4274129326" sldId="275"/>
            <ac:spMk id="4" creationId="{526F8746-F69D-AB28-363F-AB12403033F6}"/>
          </ac:spMkLst>
        </pc:spChg>
        <pc:spChg chg="mod">
          <ac:chgData name="Người dùng Khách" userId="" providerId="Windows Live" clId="Web-{A3C39BC3-4D45-5BB8-F9D7-19F2F3E63338}" dt="2025-11-10T15:07:44.096" v="585" actId="1076"/>
          <ac:spMkLst>
            <pc:docMk/>
            <pc:sldMk cId="4274129326" sldId="275"/>
            <ac:spMk id="5" creationId="{ACD2110C-3970-ECD1-79E5-B5BD63BF69A0}"/>
          </ac:spMkLst>
        </pc:spChg>
      </pc:sldChg>
      <pc:sldChg chg="delSp modSp">
        <pc:chgData name="Người dùng Khách" userId="" providerId="Windows Live" clId="Web-{A3C39BC3-4D45-5BB8-F9D7-19F2F3E63338}" dt="2025-11-10T15:07:41.158" v="584" actId="20577"/>
        <pc:sldMkLst>
          <pc:docMk/>
          <pc:sldMk cId="1448042315" sldId="276"/>
        </pc:sldMkLst>
        <pc:spChg chg="mod">
          <ac:chgData name="Người dùng Khách" userId="" providerId="Windows Live" clId="Web-{A3C39BC3-4D45-5BB8-F9D7-19F2F3E63338}" dt="2025-11-10T15:07:41.158" v="584" actId="20577"/>
          <ac:spMkLst>
            <pc:docMk/>
            <pc:sldMk cId="1448042315" sldId="276"/>
            <ac:spMk id="5" creationId="{79FE78F1-66DC-D011-4504-734A3856ED6E}"/>
          </ac:spMkLst>
        </pc:spChg>
        <pc:picChg chg="del">
          <ac:chgData name="Người dùng Khách" userId="" providerId="Windows Live" clId="Web-{A3C39BC3-4D45-5BB8-F9D7-19F2F3E63338}" dt="2025-11-10T14:56:02.106" v="516"/>
          <ac:picMkLst>
            <pc:docMk/>
            <pc:sldMk cId="1448042315" sldId="276"/>
            <ac:picMk id="3" creationId="{73E7F7D6-9D30-365C-B105-B9B66929632E}"/>
          </ac:picMkLst>
        </pc:picChg>
      </pc:sldChg>
      <pc:sldChg chg="modSp">
        <pc:chgData name="Người dùng Khách" userId="" providerId="Windows Live" clId="Web-{A3C39BC3-4D45-5BB8-F9D7-19F2F3E63338}" dt="2025-11-10T14:38:57.024" v="456" actId="20577"/>
        <pc:sldMkLst>
          <pc:docMk/>
          <pc:sldMk cId="3520901651" sldId="282"/>
        </pc:sldMkLst>
        <pc:spChg chg="mod">
          <ac:chgData name="Người dùng Khách" userId="" providerId="Windows Live" clId="Web-{A3C39BC3-4D45-5BB8-F9D7-19F2F3E63338}" dt="2025-11-10T14:38:51.039" v="451" actId="20577"/>
          <ac:spMkLst>
            <pc:docMk/>
            <pc:sldMk cId="3520901651" sldId="282"/>
            <ac:spMk id="4" creationId="{B9A6E18B-9FB1-7846-D740-B3256A7E2ADC}"/>
          </ac:spMkLst>
        </pc:spChg>
        <pc:spChg chg="mod">
          <ac:chgData name="Người dùng Khách" userId="" providerId="Windows Live" clId="Web-{A3C39BC3-4D45-5BB8-F9D7-19F2F3E63338}" dt="2025-11-10T14:38:57.024" v="456" actId="20577"/>
          <ac:spMkLst>
            <pc:docMk/>
            <pc:sldMk cId="3520901651" sldId="282"/>
            <ac:spMk id="5" creationId="{37C643E5-2858-6932-D112-FB3D17B9D2C6}"/>
          </ac:spMkLst>
        </pc:spChg>
      </pc:sldChg>
      <pc:sldChg chg="modSp">
        <pc:chgData name="Người dùng Khách" userId="" providerId="Windows Live" clId="Web-{A3C39BC3-4D45-5BB8-F9D7-19F2F3E63338}" dt="2025-11-10T15:05:28.700" v="568" actId="20577"/>
        <pc:sldMkLst>
          <pc:docMk/>
          <pc:sldMk cId="2179935637" sldId="283"/>
        </pc:sldMkLst>
        <pc:spChg chg="mod">
          <ac:chgData name="Người dùng Khách" userId="" providerId="Windows Live" clId="Web-{A3C39BC3-4D45-5BB8-F9D7-19F2F3E63338}" dt="2025-11-10T15:05:28.700" v="568" actId="20577"/>
          <ac:spMkLst>
            <pc:docMk/>
            <pc:sldMk cId="2179935637" sldId="283"/>
            <ac:spMk id="5" creationId="{702EF731-6B67-51B5-6A90-F7C76B1AB718}"/>
          </ac:spMkLst>
        </pc:spChg>
      </pc:sldChg>
      <pc:sldChg chg="modSp">
        <pc:chgData name="Người dùng Khách" userId="" providerId="Windows Live" clId="Web-{A3C39BC3-4D45-5BB8-F9D7-19F2F3E63338}" dt="2025-11-10T05:31:48.389" v="24" actId="14100"/>
        <pc:sldMkLst>
          <pc:docMk/>
          <pc:sldMk cId="2859851663" sldId="284"/>
        </pc:sldMkLst>
        <pc:spChg chg="mod">
          <ac:chgData name="Người dùng Khách" userId="" providerId="Windows Live" clId="Web-{A3C39BC3-4D45-5BB8-F9D7-19F2F3E63338}" dt="2025-11-10T05:31:48.389" v="24" actId="14100"/>
          <ac:spMkLst>
            <pc:docMk/>
            <pc:sldMk cId="2859851663" sldId="284"/>
            <ac:spMk id="3" creationId="{C2E437DE-B23F-5A6A-06E2-B485B0931BF9}"/>
          </ac:spMkLst>
        </pc:spChg>
        <pc:spChg chg="mod">
          <ac:chgData name="Người dùng Khách" userId="" providerId="Windows Live" clId="Web-{A3C39BC3-4D45-5BB8-F9D7-19F2F3E63338}" dt="2025-11-10T05:31:46.061" v="23" actId="14100"/>
          <ac:spMkLst>
            <pc:docMk/>
            <pc:sldMk cId="2859851663" sldId="284"/>
            <ac:spMk id="6" creationId="{46449161-1AB8-7828-4476-68EFC9A1A99F}"/>
          </ac:spMkLst>
        </pc:spChg>
      </pc:sldChg>
      <pc:sldChg chg="del">
        <pc:chgData name="Người dùng Khách" userId="" providerId="Windows Live" clId="Web-{A3C39BC3-4D45-5BB8-F9D7-19F2F3E63338}" dt="2025-11-10T14:04:53.631" v="66"/>
        <pc:sldMkLst>
          <pc:docMk/>
          <pc:sldMk cId="3980878243" sldId="285"/>
        </pc:sldMkLst>
      </pc:sldChg>
      <pc:sldChg chg="del">
        <pc:chgData name="Người dùng Khách" userId="" providerId="Windows Live" clId="Web-{A3C39BC3-4D45-5BB8-F9D7-19F2F3E63338}" dt="2025-11-10T14:00:56.262" v="57"/>
        <pc:sldMkLst>
          <pc:docMk/>
          <pc:sldMk cId="2278570621" sldId="286"/>
        </pc:sldMkLst>
      </pc:sldChg>
      <pc:sldChg chg="addSp modSp">
        <pc:chgData name="Người dùng Khách" userId="" providerId="Windows Live" clId="Web-{A3C39BC3-4D45-5BB8-F9D7-19F2F3E63338}" dt="2025-11-10T14:26:29.176" v="240" actId="20577"/>
        <pc:sldMkLst>
          <pc:docMk/>
          <pc:sldMk cId="4271031876" sldId="288"/>
        </pc:sldMkLst>
        <pc:spChg chg="mod">
          <ac:chgData name="Người dùng Khách" userId="" providerId="Windows Live" clId="Web-{A3C39BC3-4D45-5BB8-F9D7-19F2F3E63338}" dt="2025-11-10T13:48:03.959" v="27" actId="14100"/>
          <ac:spMkLst>
            <pc:docMk/>
            <pc:sldMk cId="4271031876" sldId="288"/>
            <ac:spMk id="3" creationId="{5ACFC012-D970-09D5-453C-8F8119711945}"/>
          </ac:spMkLst>
        </pc:spChg>
        <pc:spChg chg="add mod">
          <ac:chgData name="Người dùng Khách" userId="" providerId="Windows Live" clId="Web-{A3C39BC3-4D45-5BB8-F9D7-19F2F3E63338}" dt="2025-11-10T14:26:29.176" v="240" actId="20577"/>
          <ac:spMkLst>
            <pc:docMk/>
            <pc:sldMk cId="4271031876" sldId="288"/>
            <ac:spMk id="4" creationId="{D3180AC9-DD4F-E73E-E235-F154F29897C3}"/>
          </ac:spMkLst>
        </pc:spChg>
        <pc:spChg chg="mod">
          <ac:chgData name="Người dùng Khách" userId="" providerId="Windows Live" clId="Web-{A3C39BC3-4D45-5BB8-F9D7-19F2F3E63338}" dt="2025-11-10T14:26:21.786" v="239"/>
          <ac:spMkLst>
            <pc:docMk/>
            <pc:sldMk cId="4271031876" sldId="288"/>
            <ac:spMk id="5" creationId="{BAABA511-A6A5-5777-15B2-24604366BA07}"/>
          </ac:spMkLst>
        </pc:spChg>
      </pc:sldChg>
      <pc:sldChg chg="addSp delSp modSp">
        <pc:chgData name="Người dùng Khách" userId="" providerId="Windows Live" clId="Web-{A3C39BC3-4D45-5BB8-F9D7-19F2F3E63338}" dt="2025-11-10T14:41:42.830" v="491" actId="14100"/>
        <pc:sldMkLst>
          <pc:docMk/>
          <pc:sldMk cId="2331729968" sldId="289"/>
        </pc:sldMkLst>
        <pc:spChg chg="mod">
          <ac:chgData name="Người dùng Khách" userId="" providerId="Windows Live" clId="Web-{A3C39BC3-4D45-5BB8-F9D7-19F2F3E63338}" dt="2025-11-10T14:35:03.796" v="436" actId="20577"/>
          <ac:spMkLst>
            <pc:docMk/>
            <pc:sldMk cId="2331729968" sldId="289"/>
            <ac:spMk id="3" creationId="{D8313613-5F59-5478-5F05-8D48794B44F1}"/>
          </ac:spMkLst>
        </pc:spChg>
        <pc:spChg chg="mod">
          <ac:chgData name="Người dùng Khách" userId="" providerId="Windows Live" clId="Web-{A3C39BC3-4D45-5BB8-F9D7-19F2F3E63338}" dt="2025-11-10T14:36:40.094" v="446" actId="14100"/>
          <ac:spMkLst>
            <pc:docMk/>
            <pc:sldMk cId="2331729968" sldId="289"/>
            <ac:spMk id="5" creationId="{77B47206-155C-400D-B434-A25E3F89D5B8}"/>
          </ac:spMkLst>
        </pc:spChg>
        <pc:spChg chg="add mod">
          <ac:chgData name="Người dùng Khách" userId="" providerId="Windows Live" clId="Web-{A3C39BC3-4D45-5BB8-F9D7-19F2F3E63338}" dt="2025-11-10T14:41:42.830" v="491" actId="14100"/>
          <ac:spMkLst>
            <pc:docMk/>
            <pc:sldMk cId="2331729968" sldId="289"/>
            <ac:spMk id="6" creationId="{36F58AC1-69BE-EC43-07D0-3F2E8E156966}"/>
          </ac:spMkLst>
        </pc:spChg>
        <pc:picChg chg="add del mod">
          <ac:chgData name="Người dùng Khách" userId="" providerId="Windows Live" clId="Web-{A3C39BC3-4D45-5BB8-F9D7-19F2F3E63338}" dt="2025-11-10T14:37:51.722" v="447"/>
          <ac:picMkLst>
            <pc:docMk/>
            <pc:sldMk cId="2331729968" sldId="289"/>
            <ac:picMk id="4" creationId="{4DF9132E-C840-EBA4-8C02-EF5116207EB5}"/>
          </ac:picMkLst>
        </pc:picChg>
      </pc:sldChg>
      <pc:sldChg chg="addSp delSp modSp">
        <pc:chgData name="Người dùng Khách" userId="" providerId="Windows Live" clId="Web-{A3C39BC3-4D45-5BB8-F9D7-19F2F3E63338}" dt="2025-11-10T15:05:51.794" v="573"/>
        <pc:sldMkLst>
          <pc:docMk/>
          <pc:sldMk cId="1966611504" sldId="290"/>
        </pc:sldMkLst>
        <pc:spChg chg="del mod">
          <ac:chgData name="Người dùng Khách" userId="" providerId="Windows Live" clId="Web-{A3C39BC3-4D45-5BB8-F9D7-19F2F3E63338}" dt="2025-11-10T14:11:02.193" v="110"/>
          <ac:spMkLst>
            <pc:docMk/>
            <pc:sldMk cId="1966611504" sldId="290"/>
            <ac:spMk id="3" creationId="{562D70D9-2DB9-33EF-B0D1-CC9367D72F79}"/>
          </ac:spMkLst>
        </pc:spChg>
        <pc:spChg chg="mod">
          <ac:chgData name="Người dùng Khách" userId="" providerId="Windows Live" clId="Web-{A3C39BC3-4D45-5BB8-F9D7-19F2F3E63338}" dt="2025-11-10T15:00:44.979" v="525" actId="14100"/>
          <ac:spMkLst>
            <pc:docMk/>
            <pc:sldMk cId="1966611504" sldId="290"/>
            <ac:spMk id="5" creationId="{6CB72419-D345-E767-A308-949EF614DE7B}"/>
          </ac:spMkLst>
        </pc:spChg>
        <pc:spChg chg="add mod">
          <ac:chgData name="Người dùng Khách" userId="" providerId="Windows Live" clId="Web-{A3C39BC3-4D45-5BB8-F9D7-19F2F3E63338}" dt="2025-11-10T15:05:39.247" v="569" actId="14100"/>
          <ac:spMkLst>
            <pc:docMk/>
            <pc:sldMk cId="1966611504" sldId="290"/>
            <ac:spMk id="6" creationId="{D69F099C-4B9B-527B-107A-86199A40DE3B}"/>
          </ac:spMkLst>
        </pc:spChg>
        <pc:spChg chg="add del mod">
          <ac:chgData name="Người dùng Khách" userId="" providerId="Windows Live" clId="Web-{A3C39BC3-4D45-5BB8-F9D7-19F2F3E63338}" dt="2025-11-10T15:05:51.794" v="573"/>
          <ac:spMkLst>
            <pc:docMk/>
            <pc:sldMk cId="1966611504" sldId="290"/>
            <ac:spMk id="7" creationId="{6D3B6CCC-359C-0F7E-46E3-FF7ED677117D}"/>
          </ac:spMkLst>
        </pc:spChg>
      </pc:sldChg>
      <pc:sldChg chg="modSp">
        <pc:chgData name="Người dùng Khách" userId="" providerId="Windows Live" clId="Web-{A3C39BC3-4D45-5BB8-F9D7-19F2F3E63338}" dt="2025-11-10T15:03:28.232" v="552" actId="20577"/>
        <pc:sldMkLst>
          <pc:docMk/>
          <pc:sldMk cId="3476065875" sldId="291"/>
        </pc:sldMkLst>
        <pc:spChg chg="mod">
          <ac:chgData name="Người dùng Khách" userId="" providerId="Windows Live" clId="Web-{A3C39BC3-4D45-5BB8-F9D7-19F2F3E63338}" dt="2025-11-10T15:03:28.232" v="552" actId="20577"/>
          <ac:spMkLst>
            <pc:docMk/>
            <pc:sldMk cId="3476065875" sldId="291"/>
            <ac:spMk id="3" creationId="{A34EC97C-C05D-C44C-268B-B4C7554831B7}"/>
          </ac:spMkLst>
        </pc:spChg>
        <pc:spChg chg="mod">
          <ac:chgData name="Người dùng Khách" userId="" providerId="Windows Live" clId="Web-{A3C39BC3-4D45-5BB8-F9D7-19F2F3E63338}" dt="2025-11-10T14:52:24.019" v="511"/>
          <ac:spMkLst>
            <pc:docMk/>
            <pc:sldMk cId="3476065875" sldId="291"/>
            <ac:spMk id="5" creationId="{A22E24A0-D586-092C-FAEE-49E7F7DCC510}"/>
          </ac:spMkLst>
        </pc:spChg>
      </pc:sldChg>
      <pc:sldChg chg="addSp modSp ord">
        <pc:chgData name="Người dùng Khách" userId="" providerId="Windows Live" clId="Web-{A3C39BC3-4D45-5BB8-F9D7-19F2F3E63338}" dt="2025-11-10T15:59:35.730" v="824" actId="14100"/>
        <pc:sldMkLst>
          <pc:docMk/>
          <pc:sldMk cId="2014963187" sldId="292"/>
        </pc:sldMkLst>
        <pc:spChg chg="mod">
          <ac:chgData name="Người dùng Khách" userId="" providerId="Windows Live" clId="Web-{A3C39BC3-4D45-5BB8-F9D7-19F2F3E63338}" dt="2025-11-10T15:42:01.109" v="713" actId="20577"/>
          <ac:spMkLst>
            <pc:docMk/>
            <pc:sldMk cId="2014963187" sldId="292"/>
            <ac:spMk id="2" creationId="{AC97FA35-BBB8-7992-0FEF-EB4627E91047}"/>
          </ac:spMkLst>
        </pc:spChg>
        <pc:spChg chg="mod">
          <ac:chgData name="Người dùng Khách" userId="" providerId="Windows Live" clId="Web-{A3C39BC3-4D45-5BB8-F9D7-19F2F3E63338}" dt="2025-11-10T15:58:46.745" v="804" actId="20577"/>
          <ac:spMkLst>
            <pc:docMk/>
            <pc:sldMk cId="2014963187" sldId="292"/>
            <ac:spMk id="3" creationId="{BAB8F08F-E6D5-6D2A-183D-732674684622}"/>
          </ac:spMkLst>
        </pc:spChg>
        <pc:spChg chg="add mod">
          <ac:chgData name="Người dùng Khách" userId="" providerId="Windows Live" clId="Web-{A3C39BC3-4D45-5BB8-F9D7-19F2F3E63338}" dt="2025-11-10T15:59:35.730" v="824" actId="14100"/>
          <ac:spMkLst>
            <pc:docMk/>
            <pc:sldMk cId="2014963187" sldId="292"/>
            <ac:spMk id="4" creationId="{00938EF3-4FC6-1675-9ABA-A2F116CB9889}"/>
          </ac:spMkLst>
        </pc:spChg>
      </pc:sldChg>
      <pc:sldChg chg="del">
        <pc:chgData name="Người dùng Khách" userId="" providerId="Windows Live" clId="Web-{A3C39BC3-4D45-5BB8-F9D7-19F2F3E63338}" dt="2025-11-10T14:14:56.495" v="133"/>
        <pc:sldMkLst>
          <pc:docMk/>
          <pc:sldMk cId="3634037910" sldId="292"/>
        </pc:sldMkLst>
      </pc:sldChg>
    </pc:docChg>
  </pc:docChgLst>
  <pc:docChgLst>
    <pc:chgData name="Người dùng Khách" providerId="Windows Live" clId="Web-{7E7CCD31-0A37-D56B-F840-A3186FFB54F1}"/>
    <pc:docChg chg="modSld">
      <pc:chgData name="Người dùng Khách" userId="" providerId="Windows Live" clId="Web-{7E7CCD31-0A37-D56B-F840-A3186FFB54F1}" dt="2025-11-08T15:36:59.413" v="8" actId="14100"/>
      <pc:docMkLst>
        <pc:docMk/>
      </pc:docMkLst>
      <pc:sldChg chg="modSp">
        <pc:chgData name="Người dùng Khách" userId="" providerId="Windows Live" clId="Web-{7E7CCD31-0A37-D56B-F840-A3186FFB54F1}" dt="2025-11-08T15:36:59.413" v="8" actId="14100"/>
        <pc:sldMkLst>
          <pc:docMk/>
          <pc:sldMk cId="3965618592" sldId="271"/>
        </pc:sldMkLst>
        <pc:spChg chg="mod">
          <ac:chgData name="Người dùng Khách" userId="" providerId="Windows Live" clId="Web-{7E7CCD31-0A37-D56B-F840-A3186FFB54F1}" dt="2025-11-08T15:36:59.413" v="8" actId="14100"/>
          <ac:spMkLst>
            <pc:docMk/>
            <pc:sldMk cId="3965618592" sldId="271"/>
            <ac:spMk id="6" creationId="{6442D571-9FA7-3D2D-76D2-2793035ADE72}"/>
          </ac:spMkLst>
        </pc:spChg>
      </pc:sldChg>
    </pc:docChg>
  </pc:docChgLst>
  <pc:docChgLst>
    <pc:chgData name="Guest User" providerId="Windows Live" clId="Web-{C0B6D267-3027-3598-D9E8-73FAA03A4A59}"/>
    <pc:docChg chg="modSld">
      <pc:chgData name="Guest User" userId="" providerId="Windows Live" clId="Web-{C0B6D267-3027-3598-D9E8-73FAA03A4A59}" dt="2025-11-10T13:56:23.145" v="28" actId="14100"/>
      <pc:docMkLst>
        <pc:docMk/>
      </pc:docMkLst>
      <pc:sldChg chg="modSp">
        <pc:chgData name="Guest User" userId="" providerId="Windows Live" clId="Web-{C0B6D267-3027-3598-D9E8-73FAA03A4A59}" dt="2025-11-10T13:56:23.145" v="28" actId="14100"/>
        <pc:sldMkLst>
          <pc:docMk/>
          <pc:sldMk cId="4271031876" sldId="288"/>
        </pc:sldMkLst>
        <pc:spChg chg="mod">
          <ac:chgData name="Guest User" userId="" providerId="Windows Live" clId="Web-{C0B6D267-3027-3598-D9E8-73FAA03A4A59}" dt="2025-11-10T13:53:11.892" v="13" actId="14100"/>
          <ac:spMkLst>
            <pc:docMk/>
            <pc:sldMk cId="4271031876" sldId="288"/>
            <ac:spMk id="3" creationId="{5ACFC012-D970-09D5-453C-8F8119711945}"/>
          </ac:spMkLst>
        </pc:spChg>
        <pc:spChg chg="mod">
          <ac:chgData name="Guest User" userId="" providerId="Windows Live" clId="Web-{C0B6D267-3027-3598-D9E8-73FAA03A4A59}" dt="2025-11-10T13:56:23.145" v="28" actId="14100"/>
          <ac:spMkLst>
            <pc:docMk/>
            <pc:sldMk cId="4271031876" sldId="288"/>
            <ac:spMk id="5" creationId="{BAABA511-A6A5-5777-15B2-24604366BA07}"/>
          </ac:spMkLst>
        </pc:spChg>
      </pc:sldChg>
      <pc:sldChg chg="modSp">
        <pc:chgData name="Guest User" userId="" providerId="Windows Live" clId="Web-{C0B6D267-3027-3598-D9E8-73FAA03A4A59}" dt="2025-11-10T13:55:03.675" v="22" actId="14100"/>
        <pc:sldMkLst>
          <pc:docMk/>
          <pc:sldMk cId="2331729968" sldId="289"/>
        </pc:sldMkLst>
        <pc:spChg chg="mod">
          <ac:chgData name="Guest User" userId="" providerId="Windows Live" clId="Web-{C0B6D267-3027-3598-D9E8-73FAA03A4A59}" dt="2025-11-10T13:55:03.675" v="22" actId="14100"/>
          <ac:spMkLst>
            <pc:docMk/>
            <pc:sldMk cId="2331729968" sldId="289"/>
            <ac:spMk id="3" creationId="{D8313613-5F59-5478-5F05-8D48794B44F1}"/>
          </ac:spMkLst>
        </pc:spChg>
        <pc:spChg chg="mod">
          <ac:chgData name="Guest User" userId="" providerId="Windows Live" clId="Web-{C0B6D267-3027-3598-D9E8-73FAA03A4A59}" dt="2025-11-10T13:54:56.878" v="20" actId="14100"/>
          <ac:spMkLst>
            <pc:docMk/>
            <pc:sldMk cId="2331729968" sldId="289"/>
            <ac:spMk id="5" creationId="{77B47206-155C-400D-B434-A25E3F89D5B8}"/>
          </ac:spMkLst>
        </pc:spChg>
      </pc:sldChg>
      <pc:sldChg chg="modSp">
        <pc:chgData name="Guest User" userId="" providerId="Windows Live" clId="Web-{C0B6D267-3027-3598-D9E8-73FAA03A4A59}" dt="2025-11-10T13:43:10.093" v="1" actId="14100"/>
        <pc:sldMkLst>
          <pc:docMk/>
          <pc:sldMk cId="3634037910" sldId="292"/>
        </pc:sldMkLst>
        <pc:spChg chg="mod">
          <ac:chgData name="Guest User" userId="" providerId="Windows Live" clId="Web-{C0B6D267-3027-3598-D9E8-73FAA03A4A59}" dt="2025-11-10T13:43:10.093" v="1" actId="14100"/>
          <ac:spMkLst>
            <pc:docMk/>
            <pc:sldMk cId="3634037910" sldId="292"/>
            <ac:spMk id="5" creationId="{6BB40D19-D0C9-3233-218F-6CABABF43567}"/>
          </ac:spMkLst>
        </pc:spChg>
      </pc:sldChg>
    </pc:docChg>
  </pc:docChgLst>
  <pc:docChgLst>
    <pc:chgData clId="Web-{1B17113A-2A11-96DA-D2BB-C2ADE03F4DC9}"/>
    <pc:docChg chg="modSld">
      <pc:chgData name="" userId="" providerId="" clId="Web-{1B17113A-2A11-96DA-D2BB-C2ADE03F4DC9}" dt="2025-11-07T14:20:00.554" v="5"/>
      <pc:docMkLst>
        <pc:docMk/>
      </pc:docMkLst>
    </pc:docChg>
  </pc:docChgLst>
  <pc:docChgLst>
    <pc:chgData name="Người dùng Khách" providerId="Windows Live" clId="Web-{18E7919D-ADA1-5B66-18EB-E549B5B221DB}"/>
    <pc:docChg chg="addSld modSld sldOrd">
      <pc:chgData name="Người dùng Khách" userId="" providerId="Windows Live" clId="Web-{18E7919D-ADA1-5B66-18EB-E549B5B221DB}" dt="2025-11-10T12:12:41.435" v="164" actId="1076"/>
      <pc:docMkLst>
        <pc:docMk/>
      </pc:docMkLst>
      <pc:sldChg chg="modSp">
        <pc:chgData name="Người dùng Khách" userId="" providerId="Windows Live" clId="Web-{18E7919D-ADA1-5B66-18EB-E549B5B221DB}" dt="2025-11-10T11:43:17.512" v="16" actId="1076"/>
        <pc:sldMkLst>
          <pc:docMk/>
          <pc:sldMk cId="753835358" sldId="273"/>
        </pc:sldMkLst>
        <pc:spChg chg="mod">
          <ac:chgData name="Người dùng Khách" userId="" providerId="Windows Live" clId="Web-{18E7919D-ADA1-5B66-18EB-E549B5B221DB}" dt="2025-11-10T11:43:17.512" v="16" actId="1076"/>
          <ac:spMkLst>
            <pc:docMk/>
            <pc:sldMk cId="753835358" sldId="273"/>
            <ac:spMk id="3" creationId="{79353913-F8D6-4B1E-5400-B26A0471D1ED}"/>
          </ac:spMkLst>
        </pc:spChg>
      </pc:sldChg>
      <pc:sldChg chg="modSp">
        <pc:chgData name="Người dùng Khách" userId="" providerId="Windows Live" clId="Web-{18E7919D-ADA1-5B66-18EB-E549B5B221DB}" dt="2025-11-10T12:12:41.435" v="164" actId="1076"/>
        <pc:sldMkLst>
          <pc:docMk/>
          <pc:sldMk cId="3711944761" sldId="277"/>
        </pc:sldMkLst>
        <pc:spChg chg="mod">
          <ac:chgData name="Người dùng Khách" userId="" providerId="Windows Live" clId="Web-{18E7919D-ADA1-5B66-18EB-E549B5B221DB}" dt="2025-11-10T12:12:41.435" v="164" actId="1076"/>
          <ac:spMkLst>
            <pc:docMk/>
            <pc:sldMk cId="3711944761" sldId="277"/>
            <ac:spMk id="3" creationId="{A8667DE2-2E4E-D625-E6C3-903823CD909B}"/>
          </ac:spMkLst>
        </pc:spChg>
      </pc:sldChg>
      <pc:sldChg chg="modSp">
        <pc:chgData name="Người dùng Khách" userId="" providerId="Windows Live" clId="Web-{18E7919D-ADA1-5B66-18EB-E549B5B221DB}" dt="2025-11-10T11:54:08.721" v="23" actId="20577"/>
        <pc:sldMkLst>
          <pc:docMk/>
          <pc:sldMk cId="4110896108" sldId="281"/>
        </pc:sldMkLst>
        <pc:spChg chg="mod">
          <ac:chgData name="Người dùng Khách" userId="" providerId="Windows Live" clId="Web-{18E7919D-ADA1-5B66-18EB-E549B5B221DB}" dt="2025-11-10T11:54:08.721" v="23" actId="20577"/>
          <ac:spMkLst>
            <pc:docMk/>
            <pc:sldMk cId="4110896108" sldId="281"/>
            <ac:spMk id="2" creationId="{22D35C6D-4A71-6308-45C6-C1FC09217197}"/>
          </ac:spMkLst>
        </pc:spChg>
      </pc:sldChg>
      <pc:sldChg chg="add replId">
        <pc:chgData name="Người dùng Khách" userId="" providerId="Windows Live" clId="Web-{18E7919D-ADA1-5B66-18EB-E549B5B221DB}" dt="2025-11-10T11:45:09.841" v="20"/>
        <pc:sldMkLst>
          <pc:docMk/>
          <pc:sldMk cId="3980878243" sldId="285"/>
        </pc:sldMkLst>
      </pc:sldChg>
      <pc:sldChg chg="modSp add ord replId">
        <pc:chgData name="Người dùng Khách" userId="" providerId="Windows Live" clId="Web-{18E7919D-ADA1-5B66-18EB-E549B5B221DB}" dt="2025-11-10T12:00:48.899" v="46" actId="20577"/>
        <pc:sldMkLst>
          <pc:docMk/>
          <pc:sldMk cId="2278570621" sldId="286"/>
        </pc:sldMkLst>
        <pc:spChg chg="mod">
          <ac:chgData name="Người dùng Khách" userId="" providerId="Windows Live" clId="Web-{18E7919D-ADA1-5B66-18EB-E549B5B221DB}" dt="2025-11-10T11:56:20.081" v="31" actId="20577"/>
          <ac:spMkLst>
            <pc:docMk/>
            <pc:sldMk cId="2278570621" sldId="286"/>
            <ac:spMk id="2" creationId="{8BEF3DB8-D260-F783-6F7F-E4CCD6D89A1D}"/>
          </ac:spMkLst>
        </pc:spChg>
        <pc:spChg chg="mod">
          <ac:chgData name="Người dùng Khách" userId="" providerId="Windows Live" clId="Web-{18E7919D-ADA1-5B66-18EB-E549B5B221DB}" dt="2025-11-10T12:00:48.899" v="46" actId="20577"/>
          <ac:spMkLst>
            <pc:docMk/>
            <pc:sldMk cId="2278570621" sldId="286"/>
            <ac:spMk id="3" creationId="{BEBD0AA6-1BE0-7DB2-CA70-521665620A9E}"/>
          </ac:spMkLst>
        </pc:spChg>
        <pc:spChg chg="mod">
          <ac:chgData name="Người dùng Khách" userId="" providerId="Windows Live" clId="Web-{18E7919D-ADA1-5B66-18EB-E549B5B221DB}" dt="2025-11-10T11:56:39.190" v="32" actId="20577"/>
          <ac:spMkLst>
            <pc:docMk/>
            <pc:sldMk cId="2278570621" sldId="286"/>
            <ac:spMk id="5" creationId="{F38B00DB-1B6B-22D9-F4D8-5BE08DB3DDA6}"/>
          </ac:spMkLst>
        </pc:spChg>
      </pc:sldChg>
      <pc:sldChg chg="modSp add replId">
        <pc:chgData name="Người dùng Khách" userId="" providerId="Windows Live" clId="Web-{18E7919D-ADA1-5B66-18EB-E549B5B221DB}" dt="2025-11-10T11:59:19.304" v="44" actId="20577"/>
        <pc:sldMkLst>
          <pc:docMk/>
          <pc:sldMk cId="1286963084" sldId="287"/>
        </pc:sldMkLst>
        <pc:spChg chg="mod">
          <ac:chgData name="Người dùng Khách" userId="" providerId="Windows Live" clId="Web-{18E7919D-ADA1-5B66-18EB-E549B5B221DB}" dt="2025-11-10T11:59:19.304" v="44" actId="20577"/>
          <ac:spMkLst>
            <pc:docMk/>
            <pc:sldMk cId="1286963084" sldId="287"/>
            <ac:spMk id="3" creationId="{A7F493CE-8916-718B-AA47-0A1B2F9C5B70}"/>
          </ac:spMkLst>
        </pc:spChg>
      </pc:sldChg>
      <pc:sldChg chg="modSp add replId">
        <pc:chgData name="Người dùng Khách" userId="" providerId="Windows Live" clId="Web-{18E7919D-ADA1-5B66-18EB-E549B5B221DB}" dt="2025-11-10T11:58:33.631" v="42" actId="14100"/>
        <pc:sldMkLst>
          <pc:docMk/>
          <pc:sldMk cId="4271031876" sldId="288"/>
        </pc:sldMkLst>
        <pc:spChg chg="mod">
          <ac:chgData name="Người dùng Khách" userId="" providerId="Windows Live" clId="Web-{18E7919D-ADA1-5B66-18EB-E549B5B221DB}" dt="2025-11-10T11:58:26.475" v="40" actId="20577"/>
          <ac:spMkLst>
            <pc:docMk/>
            <pc:sldMk cId="4271031876" sldId="288"/>
            <ac:spMk id="2" creationId="{43A7D7DA-C3A4-1CE1-4006-C0348C5C2A07}"/>
          </ac:spMkLst>
        </pc:spChg>
        <pc:spChg chg="mod">
          <ac:chgData name="Người dùng Khách" userId="" providerId="Windows Live" clId="Web-{18E7919D-ADA1-5B66-18EB-E549B5B221DB}" dt="2025-11-10T11:58:33.631" v="42" actId="14100"/>
          <ac:spMkLst>
            <pc:docMk/>
            <pc:sldMk cId="4271031876" sldId="288"/>
            <ac:spMk id="5" creationId="{BAABA511-A6A5-5777-15B2-24604366BA07}"/>
          </ac:spMkLst>
        </pc:spChg>
      </pc:sldChg>
      <pc:sldChg chg="modSp add replId">
        <pc:chgData name="Người dùng Khách" userId="" providerId="Windows Live" clId="Web-{18E7919D-ADA1-5B66-18EB-E549B5B221DB}" dt="2025-11-10T12:02:05.696" v="98" actId="14100"/>
        <pc:sldMkLst>
          <pc:docMk/>
          <pc:sldMk cId="2331729968" sldId="289"/>
        </pc:sldMkLst>
        <pc:spChg chg="mod">
          <ac:chgData name="Người dùng Khách" userId="" providerId="Windows Live" clId="Web-{18E7919D-ADA1-5B66-18EB-E549B5B221DB}" dt="2025-11-10T12:01:14.368" v="65" actId="20577"/>
          <ac:spMkLst>
            <pc:docMk/>
            <pc:sldMk cId="2331729968" sldId="289"/>
            <ac:spMk id="2" creationId="{8133E838-649F-5DD4-3C39-F07025805D84}"/>
          </ac:spMkLst>
        </pc:spChg>
        <pc:spChg chg="mod">
          <ac:chgData name="Người dùng Khách" userId="" providerId="Windows Live" clId="Web-{18E7919D-ADA1-5B66-18EB-E549B5B221DB}" dt="2025-11-10T12:02:05.696" v="98" actId="14100"/>
          <ac:spMkLst>
            <pc:docMk/>
            <pc:sldMk cId="2331729968" sldId="289"/>
            <ac:spMk id="3" creationId="{D8313613-5F59-5478-5F05-8D48794B44F1}"/>
          </ac:spMkLst>
        </pc:spChg>
        <pc:spChg chg="mod">
          <ac:chgData name="Người dùng Khách" userId="" providerId="Windows Live" clId="Web-{18E7919D-ADA1-5B66-18EB-E549B5B221DB}" dt="2025-11-10T12:01:27.259" v="66" actId="20577"/>
          <ac:spMkLst>
            <pc:docMk/>
            <pc:sldMk cId="2331729968" sldId="289"/>
            <ac:spMk id="5" creationId="{77B47206-155C-400D-B434-A25E3F89D5B8}"/>
          </ac:spMkLst>
        </pc:spChg>
      </pc:sldChg>
      <pc:sldChg chg="modSp add replId">
        <pc:chgData name="Người dùng Khách" userId="" providerId="Windows Live" clId="Web-{18E7919D-ADA1-5B66-18EB-E549B5B221DB}" dt="2025-11-10T12:02:53.103" v="111" actId="20577"/>
        <pc:sldMkLst>
          <pc:docMk/>
          <pc:sldMk cId="1966611504" sldId="290"/>
        </pc:sldMkLst>
        <pc:spChg chg="mod">
          <ac:chgData name="Người dùng Khách" userId="" providerId="Windows Live" clId="Web-{18E7919D-ADA1-5B66-18EB-E549B5B221DB}" dt="2025-11-10T12:02:48.572" v="110" actId="20577"/>
          <ac:spMkLst>
            <pc:docMk/>
            <pc:sldMk cId="1966611504" sldId="290"/>
            <ac:spMk id="2" creationId="{6CE3E4A8-731B-EC57-D14E-2D59DA2F8D3D}"/>
          </ac:spMkLst>
        </pc:spChg>
        <pc:spChg chg="mod">
          <ac:chgData name="Người dùng Khách" userId="" providerId="Windows Live" clId="Web-{18E7919D-ADA1-5B66-18EB-E549B5B221DB}" dt="2025-11-10T12:02:53.103" v="111" actId="20577"/>
          <ac:spMkLst>
            <pc:docMk/>
            <pc:sldMk cId="1966611504" sldId="290"/>
            <ac:spMk id="5" creationId="{6CB72419-D345-E767-A308-949EF614DE7B}"/>
          </ac:spMkLst>
        </pc:spChg>
      </pc:sldChg>
      <pc:sldChg chg="modSp add replId">
        <pc:chgData name="Người dùng Khách" userId="" providerId="Windows Live" clId="Web-{18E7919D-ADA1-5B66-18EB-E549B5B221DB}" dt="2025-11-10T12:05:24.480" v="129" actId="1076"/>
        <pc:sldMkLst>
          <pc:docMk/>
          <pc:sldMk cId="3476065875" sldId="291"/>
        </pc:sldMkLst>
        <pc:spChg chg="mod">
          <ac:chgData name="Người dùng Khách" userId="" providerId="Windows Live" clId="Web-{18E7919D-ADA1-5B66-18EB-E549B5B221DB}" dt="2025-11-10T12:03:16.556" v="122" actId="20577"/>
          <ac:spMkLst>
            <pc:docMk/>
            <pc:sldMk cId="3476065875" sldId="291"/>
            <ac:spMk id="2" creationId="{122C4EAA-AEAA-2478-4724-0A7BC12D4C3C}"/>
          </ac:spMkLst>
        </pc:spChg>
        <pc:spChg chg="mod">
          <ac:chgData name="Người dùng Khách" userId="" providerId="Windows Live" clId="Web-{18E7919D-ADA1-5B66-18EB-E549B5B221DB}" dt="2025-11-10T12:05:24.480" v="129" actId="1076"/>
          <ac:spMkLst>
            <pc:docMk/>
            <pc:sldMk cId="3476065875" sldId="291"/>
            <ac:spMk id="5" creationId="{A22E24A0-D586-092C-FAEE-49E7F7DCC510}"/>
          </ac:spMkLst>
        </pc:spChg>
      </pc:sldChg>
      <pc:sldChg chg="add ord replId">
        <pc:chgData name="Người dùng Khách" userId="" providerId="Windows Live" clId="Web-{18E7919D-ADA1-5B66-18EB-E549B5B221DB}" dt="2025-11-10T12:05:40.685" v="132"/>
        <pc:sldMkLst>
          <pc:docMk/>
          <pc:sldMk cId="3634037910" sldId="292"/>
        </pc:sldMkLst>
      </pc:sldChg>
    </pc:docChg>
  </pc:docChgLst>
  <pc:docChgLst>
    <pc:chgData name="Người dùng Khách" providerId="Windows Live" clId="Web-{235675FE-DA12-DF72-3C7B-E5864AC1F0B8}"/>
    <pc:docChg chg="addSld modSld sldOrd">
      <pc:chgData name="Người dùng Khách" userId="" providerId="Windows Live" clId="Web-{235675FE-DA12-DF72-3C7B-E5864AC1F0B8}" dt="2025-11-07T15:43:39.948" v="261" actId="14100"/>
      <pc:docMkLst>
        <pc:docMk/>
      </pc:docMkLst>
      <pc:sldChg chg="new">
        <pc:chgData name="Người dùng Khách" userId="" providerId="Windows Live" clId="Web-{235675FE-DA12-DF72-3C7B-E5864AC1F0B8}" dt="2025-11-07T14:52:26.978" v="17"/>
        <pc:sldMkLst>
          <pc:docMk/>
          <pc:sldMk cId="4218107499" sldId="268"/>
        </pc:sldMkLst>
      </pc:sldChg>
    </pc:docChg>
  </pc:docChgLst>
  <pc:docChgLst>
    <pc:chgData name="Người dùng Khách" providerId="Windows Live" clId="Web-{2FC7E80D-C94D-DDBF-B762-19A3C99A2154}"/>
    <pc:docChg chg="addSld delSld modSld sldOrd">
      <pc:chgData name="Người dùng Khách" userId="" providerId="Windows Live" clId="Web-{2FC7E80D-C94D-DDBF-B762-19A3C99A2154}" dt="2025-11-09T16:46:31.373" v="768" actId="20577"/>
      <pc:docMkLst>
        <pc:docMk/>
      </pc:docMkLst>
      <pc:sldChg chg="modSp">
        <pc:chgData name="Người dùng Khách" userId="" providerId="Windows Live" clId="Web-{2FC7E80D-C94D-DDBF-B762-19A3C99A2154}" dt="2025-11-09T16:16:22.526" v="608" actId="1076"/>
        <pc:sldMkLst>
          <pc:docMk/>
          <pc:sldMk cId="242288225" sldId="258"/>
        </pc:sldMkLst>
        <pc:spChg chg="mod">
          <ac:chgData name="Người dùng Khách" userId="" providerId="Windows Live" clId="Web-{2FC7E80D-C94D-DDBF-B762-19A3C99A2154}" dt="2025-11-09T14:35:24.513" v="18" actId="1076"/>
          <ac:spMkLst>
            <pc:docMk/>
            <pc:sldMk cId="242288225" sldId="258"/>
            <ac:spMk id="3" creationId="{C0A8C0AE-A838-3BD0-0CC5-BBEBE4A7ACE1}"/>
          </ac:spMkLst>
        </pc:spChg>
        <pc:spChg chg="mod">
          <ac:chgData name="Người dùng Khách" userId="" providerId="Windows Live" clId="Web-{2FC7E80D-C94D-DDBF-B762-19A3C99A2154}" dt="2025-11-09T14:33:42.588" v="6" actId="14100"/>
          <ac:spMkLst>
            <pc:docMk/>
            <pc:sldMk cId="242288225" sldId="258"/>
            <ac:spMk id="4" creationId="{721B1DE3-494B-9784-021D-CC9A6DCAF74E}"/>
          </ac:spMkLst>
        </pc:spChg>
        <pc:spChg chg="mod">
          <ac:chgData name="Người dùng Khách" userId="" providerId="Windows Live" clId="Web-{2FC7E80D-C94D-DDBF-B762-19A3C99A2154}" dt="2025-11-09T14:21:05.579" v="2" actId="20577"/>
          <ac:spMkLst>
            <pc:docMk/>
            <pc:sldMk cId="242288225" sldId="258"/>
            <ac:spMk id="7" creationId="{A4EEF802-0397-0F40-886C-3B3B2E21E07A}"/>
          </ac:spMkLst>
        </pc:spChg>
        <pc:spChg chg="mod">
          <ac:chgData name="Người dùng Khách" userId="" providerId="Windows Live" clId="Web-{2FC7E80D-C94D-DDBF-B762-19A3C99A2154}" dt="2025-11-09T16:16:22.526" v="608" actId="1076"/>
          <ac:spMkLst>
            <pc:docMk/>
            <pc:sldMk cId="242288225" sldId="258"/>
            <ac:spMk id="10" creationId="{647730BE-C2BB-2F1F-0D61-B71B0A8265E3}"/>
          </ac:spMkLst>
        </pc:spChg>
        <pc:spChg chg="mod">
          <ac:chgData name="Người dùng Khách" userId="" providerId="Windows Live" clId="Web-{2FC7E80D-C94D-DDBF-B762-19A3C99A2154}" dt="2025-11-09T14:33:51.089" v="7" actId="14100"/>
          <ac:spMkLst>
            <pc:docMk/>
            <pc:sldMk cId="242288225" sldId="258"/>
            <ac:spMk id="14" creationId="{4BDB1E97-9EAA-F5DA-B834-5B36ABE09B63}"/>
          </ac:spMkLst>
        </pc:spChg>
        <pc:picChg chg="mod">
          <ac:chgData name="Người dùng Khách" userId="" providerId="Windows Live" clId="Web-{2FC7E80D-C94D-DDBF-B762-19A3C99A2154}" dt="2025-11-09T14:34:06.558" v="9" actId="1076"/>
          <ac:picMkLst>
            <pc:docMk/>
            <pc:sldMk cId="242288225" sldId="258"/>
            <ac:picMk id="17" creationId="{4CAF00A6-1463-DFEB-32B1-429328C219D7}"/>
          </ac:picMkLst>
        </pc:picChg>
        <pc:picChg chg="mod">
          <ac:chgData name="Người dùng Khách" userId="" providerId="Windows Live" clId="Web-{2FC7E80D-C94D-DDBF-B762-19A3C99A2154}" dt="2025-11-09T14:33:30.604" v="4" actId="1076"/>
          <ac:picMkLst>
            <pc:docMk/>
            <pc:sldMk cId="242288225" sldId="258"/>
            <ac:picMk id="19" creationId="{B59E0F2A-EF0C-E8BC-B2ED-767FB43D74F0}"/>
          </ac:picMkLst>
        </pc:picChg>
      </pc:sldChg>
      <pc:sldChg chg="ord">
        <pc:chgData name="Người dùng Khách" userId="" providerId="Windows Live" clId="Web-{2FC7E80D-C94D-DDBF-B762-19A3C99A2154}" dt="2025-11-09T16:40:25.305" v="705"/>
        <pc:sldMkLst>
          <pc:docMk/>
          <pc:sldMk cId="4218107499" sldId="268"/>
        </pc:sldMkLst>
      </pc:sldChg>
      <pc:sldChg chg="addSp delSp modSp">
        <pc:chgData name="Người dùng Khách" userId="" providerId="Windows Live" clId="Web-{2FC7E80D-C94D-DDBF-B762-19A3C99A2154}" dt="2025-11-09T16:37:27.877" v="684"/>
        <pc:sldMkLst>
          <pc:docMk/>
          <pc:sldMk cId="3545424363" sldId="269"/>
        </pc:sldMkLst>
        <pc:spChg chg="mod">
          <ac:chgData name="Người dùng Khách" userId="" providerId="Windows Live" clId="Web-{2FC7E80D-C94D-DDBF-B762-19A3C99A2154}" dt="2025-11-09T15:56:15.779" v="569" actId="1076"/>
          <ac:spMkLst>
            <pc:docMk/>
            <pc:sldMk cId="3545424363" sldId="269"/>
            <ac:spMk id="2" creationId="{8B354680-490B-24F6-6A96-F5F2D7A4089D}"/>
          </ac:spMkLst>
        </pc:spChg>
        <pc:spChg chg="add mod">
          <ac:chgData name="Người dùng Khách" userId="" providerId="Windows Live" clId="Web-{2FC7E80D-C94D-DDBF-B762-19A3C99A2154}" dt="2025-11-09T16:37:15.283" v="683" actId="20577"/>
          <ac:spMkLst>
            <pc:docMk/>
            <pc:sldMk cId="3545424363" sldId="269"/>
            <ac:spMk id="4" creationId="{717F5FAC-491E-8952-9501-A5DB6DEAE57E}"/>
          </ac:spMkLst>
        </pc:spChg>
      </pc:sldChg>
      <pc:sldChg chg="modSp">
        <pc:chgData name="Người dùng Khách" userId="" providerId="Windows Live" clId="Web-{2FC7E80D-C94D-DDBF-B762-19A3C99A2154}" dt="2025-11-09T16:33:27.908" v="612" actId="1076"/>
        <pc:sldMkLst>
          <pc:docMk/>
          <pc:sldMk cId="2907399524" sldId="270"/>
        </pc:sldMkLst>
        <pc:spChg chg="mod">
          <ac:chgData name="Người dùng Khách" userId="" providerId="Windows Live" clId="Web-{2FC7E80D-C94D-DDBF-B762-19A3C99A2154}" dt="2025-11-09T16:33:27.892" v="611" actId="1076"/>
          <ac:spMkLst>
            <pc:docMk/>
            <pc:sldMk cId="2907399524" sldId="270"/>
            <ac:spMk id="2" creationId="{34F1043C-36BE-9E21-91FA-04A992505E5A}"/>
          </ac:spMkLst>
        </pc:spChg>
        <pc:spChg chg="mod">
          <ac:chgData name="Người dùng Khách" userId="" providerId="Windows Live" clId="Web-{2FC7E80D-C94D-DDBF-B762-19A3C99A2154}" dt="2025-11-09T16:33:27.908" v="612" actId="1076"/>
          <ac:spMkLst>
            <pc:docMk/>
            <pc:sldMk cId="2907399524" sldId="270"/>
            <ac:spMk id="3" creationId="{64AFB64E-2AF8-AB73-930B-21FA6AAB7AFA}"/>
          </ac:spMkLst>
        </pc:spChg>
      </pc:sldChg>
      <pc:sldChg chg="modSp">
        <pc:chgData name="Người dùng Khách" userId="" providerId="Windows Live" clId="Web-{2FC7E80D-C94D-DDBF-B762-19A3C99A2154}" dt="2025-11-09T16:14:54.523" v="607" actId="1076"/>
        <pc:sldMkLst>
          <pc:docMk/>
          <pc:sldMk cId="3965618592" sldId="271"/>
        </pc:sldMkLst>
        <pc:spChg chg="mod">
          <ac:chgData name="Người dùng Khách" userId="" providerId="Windows Live" clId="Web-{2FC7E80D-C94D-DDBF-B762-19A3C99A2154}" dt="2025-11-09T16:13:30.990" v="603" actId="1076"/>
          <ac:spMkLst>
            <pc:docMk/>
            <pc:sldMk cId="3965618592" sldId="271"/>
            <ac:spMk id="9" creationId="{9D0BCB9A-FECD-D2D8-FF19-3D0F40EC28ED}"/>
          </ac:spMkLst>
        </pc:spChg>
        <pc:picChg chg="mod">
          <ac:chgData name="Người dùng Khách" userId="" providerId="Windows Live" clId="Web-{2FC7E80D-C94D-DDBF-B762-19A3C99A2154}" dt="2025-11-09T16:14:46.038" v="606" actId="1076"/>
          <ac:picMkLst>
            <pc:docMk/>
            <pc:sldMk cId="3965618592" sldId="271"/>
            <ac:picMk id="4" creationId="{3C6317E7-C837-B276-3ADB-8474BDE3E384}"/>
          </ac:picMkLst>
        </pc:picChg>
        <pc:picChg chg="mod">
          <ac:chgData name="Người dùng Khách" userId="" providerId="Windows Live" clId="Web-{2FC7E80D-C94D-DDBF-B762-19A3C99A2154}" dt="2025-11-09T16:14:54.523" v="607" actId="1076"/>
          <ac:picMkLst>
            <pc:docMk/>
            <pc:sldMk cId="3965618592" sldId="271"/>
            <ac:picMk id="7" creationId="{C15AA69E-8F67-6E1E-2209-285CF631C3A2}"/>
          </ac:picMkLst>
        </pc:picChg>
        <pc:picChg chg="mod">
          <ac:chgData name="Người dùng Khách" userId="" providerId="Windows Live" clId="Web-{2FC7E80D-C94D-DDBF-B762-19A3C99A2154}" dt="2025-11-09T16:14:40.085" v="605" actId="1076"/>
          <ac:picMkLst>
            <pc:docMk/>
            <pc:sldMk cId="3965618592" sldId="271"/>
            <ac:picMk id="10" creationId="{19382F4A-2589-9BB4-B5B0-3C188F05D8F8}"/>
          </ac:picMkLst>
        </pc:picChg>
        <pc:picChg chg="mod">
          <ac:chgData name="Người dùng Khách" userId="" providerId="Windows Live" clId="Web-{2FC7E80D-C94D-DDBF-B762-19A3C99A2154}" dt="2025-11-09T16:14:35.131" v="604" actId="1076"/>
          <ac:picMkLst>
            <pc:docMk/>
            <pc:sldMk cId="3965618592" sldId="271"/>
            <ac:picMk id="11" creationId="{D4C81452-B84F-1CCB-18ED-C5DC719B8AA4}"/>
          </ac:picMkLst>
        </pc:picChg>
      </pc:sldChg>
      <pc:sldChg chg="modSp">
        <pc:chgData name="Người dùng Khách" userId="" providerId="Windows Live" clId="Web-{2FC7E80D-C94D-DDBF-B762-19A3C99A2154}" dt="2025-11-09T14:35:43.451" v="20" actId="1076"/>
        <pc:sldMkLst>
          <pc:docMk/>
          <pc:sldMk cId="985606290" sldId="272"/>
        </pc:sldMkLst>
        <pc:spChg chg="mod">
          <ac:chgData name="Người dùng Khách" userId="" providerId="Windows Live" clId="Web-{2FC7E80D-C94D-DDBF-B762-19A3C99A2154}" dt="2025-11-09T14:35:43.451" v="20" actId="1076"/>
          <ac:spMkLst>
            <pc:docMk/>
            <pc:sldMk cId="985606290" sldId="272"/>
            <ac:spMk id="10" creationId="{1CB0FA15-0BDB-B807-974F-E4BF6D7190F6}"/>
          </ac:spMkLst>
        </pc:spChg>
      </pc:sldChg>
      <pc:sldChg chg="modSp">
        <pc:chgData name="Người dùng Khách" userId="" providerId="Windows Live" clId="Web-{2FC7E80D-C94D-DDBF-B762-19A3C99A2154}" dt="2025-11-09T14:41:44.593" v="83" actId="14100"/>
        <pc:sldMkLst>
          <pc:docMk/>
          <pc:sldMk cId="753835358" sldId="273"/>
        </pc:sldMkLst>
        <pc:spChg chg="mod">
          <ac:chgData name="Người dùng Khách" userId="" providerId="Windows Live" clId="Web-{2FC7E80D-C94D-DDBF-B762-19A3C99A2154}" dt="2025-11-09T14:40:57.561" v="63"/>
          <ac:spMkLst>
            <pc:docMk/>
            <pc:sldMk cId="753835358" sldId="273"/>
            <ac:spMk id="2" creationId="{FF7DB42F-2281-9D9C-F592-7241FCBE889F}"/>
          </ac:spMkLst>
        </pc:spChg>
        <pc:spChg chg="mod">
          <ac:chgData name="Người dùng Khách" userId="" providerId="Windows Live" clId="Web-{2FC7E80D-C94D-DDBF-B762-19A3C99A2154}" dt="2025-11-09T14:41:44.593" v="83" actId="14100"/>
          <ac:spMkLst>
            <pc:docMk/>
            <pc:sldMk cId="753835358" sldId="273"/>
            <ac:spMk id="3" creationId="{79353913-F8D6-4B1E-5400-B26A0471D1ED}"/>
          </ac:spMkLst>
        </pc:spChg>
        <pc:spChg chg="mod">
          <ac:chgData name="Người dùng Khách" userId="" providerId="Windows Live" clId="Web-{2FC7E80D-C94D-DDBF-B762-19A3C99A2154}" dt="2025-11-09T14:40:57.561" v="62"/>
          <ac:spMkLst>
            <pc:docMk/>
            <pc:sldMk cId="753835358" sldId="273"/>
            <ac:spMk id="4" creationId="{5DF5E96E-5596-7B19-4EB1-8EFBD71D6975}"/>
          </ac:spMkLst>
        </pc:spChg>
        <pc:spChg chg="mod">
          <ac:chgData name="Người dùng Khách" userId="" providerId="Windows Live" clId="Web-{2FC7E80D-C94D-DDBF-B762-19A3C99A2154}" dt="2025-11-09T14:40:57.546" v="61"/>
          <ac:spMkLst>
            <pc:docMk/>
            <pc:sldMk cId="753835358" sldId="273"/>
            <ac:spMk id="5" creationId="{F9D341C4-BB92-091B-A614-1E3B17F354C4}"/>
          </ac:spMkLst>
        </pc:spChg>
        <pc:spChg chg="mod">
          <ac:chgData name="Người dùng Khách" userId="" providerId="Windows Live" clId="Web-{2FC7E80D-C94D-DDBF-B762-19A3C99A2154}" dt="2025-11-09T14:40:57.546" v="60"/>
          <ac:spMkLst>
            <pc:docMk/>
            <pc:sldMk cId="753835358" sldId="273"/>
            <ac:spMk id="6" creationId="{E29698E9-FC99-E3E4-059A-2ABC81B5E449}"/>
          </ac:spMkLst>
        </pc:spChg>
      </pc:sldChg>
      <pc:sldChg chg="addSp delSp modSp add ord replId">
        <pc:chgData name="Người dùng Khách" userId="" providerId="Windows Live" clId="Web-{2FC7E80D-C94D-DDBF-B762-19A3C99A2154}" dt="2025-11-09T16:46:31.373" v="768" actId="20577"/>
        <pc:sldMkLst>
          <pc:docMk/>
          <pc:sldMk cId="1448042315" sldId="276"/>
        </pc:sldMkLst>
        <pc:spChg chg="mod">
          <ac:chgData name="Người dùng Khách" userId="" providerId="Windows Live" clId="Web-{2FC7E80D-C94D-DDBF-B762-19A3C99A2154}" dt="2025-11-09T16:46:31.373" v="768" actId="20577"/>
          <ac:spMkLst>
            <pc:docMk/>
            <pc:sldMk cId="1448042315" sldId="276"/>
            <ac:spMk id="4" creationId="{263AAF4E-B721-30C2-17D9-C5A40CBF2668}"/>
          </ac:spMkLst>
        </pc:spChg>
      </pc:sldChg>
    </pc:docChg>
  </pc:docChgLst>
  <pc:docChgLst>
    <pc:chgData name="Người dùng Khách" providerId="Windows Live" clId="Web-{01B58BB8-723F-7FC6-EB49-358B4834EFCE}"/>
    <pc:docChg chg="modSld">
      <pc:chgData name="Người dùng Khách" userId="" providerId="Windows Live" clId="Web-{01B58BB8-723F-7FC6-EB49-358B4834EFCE}" dt="2025-11-08T15:45:08.937" v="18" actId="20577"/>
      <pc:docMkLst>
        <pc:docMk/>
      </pc:docMkLst>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09T09:05:36.928"/>
    </inkml:context>
    <inkml:brush xml:id="br0">
      <inkml:brushProperty name="width" value="0.1" units="cm"/>
      <inkml:brushProperty name="height" value="0.1" units="cm"/>
      <inkml:brushProperty name="color" value="#E71224"/>
    </inkml:brush>
  </inkml:definitions>
  <inkml:trace contextRef="#ctx0" brushRef="#br0">25612 7646 16383 0 0,'0'0'0'0'0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09T09:05:36.929"/>
    </inkml:context>
    <inkml:brush xml:id="br0">
      <inkml:brushProperty name="width" value="0.1" units="cm"/>
      <inkml:brushProperty name="height" value="0.1" units="cm"/>
      <inkml:brushProperty name="color" value="#E71224"/>
    </inkml:brush>
  </inkml:definitions>
  <inkml:trace contextRef="#ctx0" brushRef="#br0">27543 6218 16383 0 0,'0'0'0'0'0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5359495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5916145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0636999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764DE79-268F-4C1A-8933-263129D2AF90}" type="datetimeFigureOut">
              <a:rPr lang="en-US" dirty="0"/>
              <a:t>11/11/2025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4267953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764DE79-268F-4C1A-8933-263129D2AF90}" type="datetimeFigureOut">
              <a:rPr lang="en-US" dirty="0"/>
              <a:t>11/11/2025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8142539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11/11/2025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5498793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11/11/2025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5688111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9665528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0321056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1443379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4124995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764DE79-268F-4C1A-8933-263129D2AF90}" type="datetimeFigureOut">
              <a:rPr lang="en-US" dirty="0"/>
              <a:t>11/11/2025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8F63A3B-78C7-47BE-AE5E-E10140E04643}" type="slidenum">
              <a:rPr lang="en-US" dirty="0"/>
              <a:t>‹#›</a:t>
            </a:fld>
            <a:endParaRPr lang="en-US"/>
          </a:p>
        </p:txBody>
      </p:sp>
    </p:spTree>
    <p:extLst>
      <p:ext uri="{BB962C8B-B14F-4D97-AF65-F5344CB8AC3E}">
        <p14:creationId xmlns:p14="http://schemas.microsoft.com/office/powerpoint/2010/main" val="373105845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5.xml"/><Relationship Id="rId6" Type="http://schemas.openxmlformats.org/officeDocument/2006/relationships/image" Target="../media/image5.sv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customXml" Target="../ink/ink2.xml"/><Relationship Id="rId2" Type="http://schemas.openxmlformats.org/officeDocument/2006/relationships/image" Target="../media/image1.png"/><Relationship Id="rId1" Type="http://schemas.openxmlformats.org/officeDocument/2006/relationships/slideLayout" Target="../slideLayouts/slideLayout5.xml"/><Relationship Id="rId6" Type="http://schemas.openxmlformats.org/officeDocument/2006/relationships/image" Target="../media/image12.png"/><Relationship Id="rId5" Type="http://schemas.openxmlformats.org/officeDocument/2006/relationships/customXml" Target="../ink/ink1.xml"/><Relationship Id="rId4" Type="http://schemas.openxmlformats.org/officeDocument/2006/relationships/image" Target="../media/image11.sv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3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4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9ECA5216-FA23-D335-1FE6-3200BEF9C4D1}"/>
              </a:ext>
            </a:extLst>
          </p:cNvPr>
          <p:cNvSpPr>
            <a:spLocks noGrp="1"/>
          </p:cNvSpPr>
          <p:nvPr>
            <p:ph type="title"/>
          </p:nvPr>
        </p:nvSpPr>
        <p:spPr>
          <a:xfrm>
            <a:off x="1790612" y="3882"/>
            <a:ext cx="8612996" cy="1156229"/>
          </a:xfrm>
        </p:spPr>
        <p:txBody>
          <a:bodyPr>
            <a:noAutofit/>
          </a:bodyPr>
          <a:lstStyle/>
          <a:p>
            <a:pPr algn="ctr"/>
            <a:r>
              <a:rPr lang="vi-VN" sz="3600" b="1">
                <a:solidFill>
                  <a:srgbClr val="FFC000"/>
                </a:solidFill>
                <a:latin typeface="Calibri"/>
                <a:ea typeface="Calibri"/>
                <a:cs typeface="Times New Roman"/>
              </a:rPr>
              <a:t> TRƯỜNG ĐẠI HỌC GIAO THÔNG VẬN TẢI PHÂN HIỆU TẠI TP. HỒ CHÍ MINH</a:t>
            </a:r>
          </a:p>
        </p:txBody>
      </p:sp>
      <p:sp>
        <p:nvSpPr>
          <p:cNvPr id="3" name="Chỗ dành sẵn cho Nội dung 2">
            <a:extLst>
              <a:ext uri="{FF2B5EF4-FFF2-40B4-BE49-F238E27FC236}">
                <a16:creationId xmlns:a16="http://schemas.microsoft.com/office/drawing/2014/main" id="{3E56DE61-7258-5841-BC20-6A7D40D4A8C3}"/>
              </a:ext>
            </a:extLst>
          </p:cNvPr>
          <p:cNvSpPr>
            <a:spLocks noGrp="1"/>
          </p:cNvSpPr>
          <p:nvPr>
            <p:ph sz="half" idx="2"/>
          </p:nvPr>
        </p:nvSpPr>
        <p:spPr>
          <a:xfrm>
            <a:off x="1533414" y="1702287"/>
            <a:ext cx="9244366" cy="560760"/>
          </a:xfrm>
        </p:spPr>
        <p:txBody>
          <a:bodyPr vert="horz" lIns="91440" tIns="45720" rIns="91440" bIns="45720" rtlCol="0" anchor="t">
            <a:normAutofit/>
          </a:bodyPr>
          <a:lstStyle/>
          <a:p>
            <a:pPr marL="0" indent="0">
              <a:buNone/>
            </a:pPr>
            <a:r>
              <a:rPr lang="vi-VN" sz="3200" b="1">
                <a:latin typeface="Segoe UI"/>
                <a:cs typeface="Segoe UI"/>
              </a:rPr>
              <a:t>         CẤU TRÚC DỮ LIỆU &amp; GIẢI THUẬT (DSA)</a:t>
            </a:r>
          </a:p>
          <a:p>
            <a:pPr marL="0" indent="0">
              <a:buNone/>
            </a:pPr>
            <a:endParaRPr lang="vi-VN" sz="3200" b="1">
              <a:latin typeface="Segoe UI"/>
              <a:cs typeface="Segoe UI"/>
            </a:endParaRPr>
          </a:p>
        </p:txBody>
      </p:sp>
      <p:sp>
        <p:nvSpPr>
          <p:cNvPr id="5" name="Hình chữ nhật 4">
            <a:extLst>
              <a:ext uri="{FF2B5EF4-FFF2-40B4-BE49-F238E27FC236}">
                <a16:creationId xmlns:a16="http://schemas.microsoft.com/office/drawing/2014/main" id="{D56F77BC-B3FA-B49F-7896-32667CB3AE46}"/>
              </a:ext>
            </a:extLst>
          </p:cNvPr>
          <p:cNvSpPr/>
          <p:nvPr/>
        </p:nvSpPr>
        <p:spPr>
          <a:xfrm>
            <a:off x="1706051" y="2266510"/>
            <a:ext cx="9396292" cy="64197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vi-VN" sz="3200" b="1">
                <a:solidFill>
                  <a:schemeClr val="tx2">
                    <a:lumMod val="76000"/>
                    <a:lumOff val="24000"/>
                  </a:schemeClr>
                </a:solidFill>
                <a:latin typeface="Segoe UI"/>
                <a:cs typeface="Segoe UI"/>
              </a:rPr>
              <a:t> ĐỀ TÀI :  CHƯƠNG TRÌNH QUẢN LÝ THƯ VIỆN</a:t>
            </a:r>
          </a:p>
          <a:p>
            <a:endParaRPr lang="vi-VN" sz="900" b="1">
              <a:solidFill>
                <a:schemeClr val="tx2">
                  <a:lumMod val="76000"/>
                  <a:lumOff val="24000"/>
                </a:schemeClr>
              </a:solidFill>
              <a:latin typeface="Segoe UI"/>
              <a:cs typeface="Segoe UI"/>
            </a:endParaRPr>
          </a:p>
        </p:txBody>
      </p:sp>
      <p:sp>
        <p:nvSpPr>
          <p:cNvPr id="9" name="Hình chữ nhật 8">
            <a:extLst>
              <a:ext uri="{FF2B5EF4-FFF2-40B4-BE49-F238E27FC236}">
                <a16:creationId xmlns:a16="http://schemas.microsoft.com/office/drawing/2014/main" id="{571BCC3E-51A1-1035-44CA-E09D6F6DCD30}"/>
              </a:ext>
            </a:extLst>
          </p:cNvPr>
          <p:cNvSpPr/>
          <p:nvPr/>
        </p:nvSpPr>
        <p:spPr>
          <a:xfrm>
            <a:off x="2586568" y="3036502"/>
            <a:ext cx="6442996" cy="9629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vi-VN" sz="3600" b="1">
                <a:solidFill>
                  <a:schemeClr val="tx1"/>
                </a:solidFill>
                <a:latin typeface="Segoe UI"/>
                <a:cs typeface="Segoe UI"/>
              </a:rPr>
              <a:t>NHÓM THỰC HIỆN:09</a:t>
            </a:r>
          </a:p>
        </p:txBody>
      </p:sp>
      <p:sp>
        <p:nvSpPr>
          <p:cNvPr id="10" name="Hình chữ nhật 9">
            <a:extLst>
              <a:ext uri="{FF2B5EF4-FFF2-40B4-BE49-F238E27FC236}">
                <a16:creationId xmlns:a16="http://schemas.microsoft.com/office/drawing/2014/main" id="{A6E30270-785D-3080-0CE7-2A1E54126695}"/>
              </a:ext>
            </a:extLst>
          </p:cNvPr>
          <p:cNvSpPr/>
          <p:nvPr/>
        </p:nvSpPr>
        <p:spPr>
          <a:xfrm>
            <a:off x="3100287" y="5531198"/>
            <a:ext cx="6134705" cy="4459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vi-VN" sz="2400" b="1">
                <a:solidFill>
                  <a:schemeClr val="tx1"/>
                </a:solidFill>
                <a:latin typeface="Roboto Regular"/>
                <a:cs typeface="Arial"/>
              </a:rPr>
              <a:t>Giáo viên hướng dẫn: Trần Thị Dung</a:t>
            </a:r>
            <a:endParaRPr lang="vi-VN" sz="2400" b="1">
              <a:solidFill>
                <a:schemeClr val="tx1"/>
              </a:solidFill>
              <a:latin typeface="Roboto Regular"/>
              <a:cs typeface="Arial" panose="020B0604020202020204" pitchFamily="34" charset="0"/>
            </a:endParaRPr>
          </a:p>
        </p:txBody>
      </p:sp>
      <p:sp>
        <p:nvSpPr>
          <p:cNvPr id="4" name="Hộp Văn bản 3">
            <a:extLst>
              <a:ext uri="{FF2B5EF4-FFF2-40B4-BE49-F238E27FC236}">
                <a16:creationId xmlns:a16="http://schemas.microsoft.com/office/drawing/2014/main" id="{B4ED5C1B-858B-E1B2-3B4B-108CC623AF5C}"/>
              </a:ext>
            </a:extLst>
          </p:cNvPr>
          <p:cNvSpPr txBox="1"/>
          <p:nvPr/>
        </p:nvSpPr>
        <p:spPr>
          <a:xfrm>
            <a:off x="4358702" y="3425984"/>
            <a:ext cx="3457401"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vi-VN" sz="2800" b="1">
                <a:latin typeface="Roboto Regular"/>
                <a:cs typeface="Arial"/>
              </a:rPr>
              <a:t>Trịnh Văn Cảnh</a:t>
            </a:r>
            <a:br>
              <a:rPr lang="vi-VN" sz="2800" b="1">
                <a:latin typeface="Roboto Regular"/>
                <a:cs typeface="Arial"/>
              </a:rPr>
            </a:br>
            <a:r>
              <a:rPr lang="vi-VN" sz="2800" b="1">
                <a:latin typeface="Roboto Regular"/>
                <a:cs typeface="Arial"/>
              </a:rPr>
              <a:t>Vũ Đức Duy  </a:t>
            </a:r>
            <a:br>
              <a:rPr lang="vi-VN" sz="2800" b="1">
                <a:latin typeface="Roboto Regular"/>
                <a:cs typeface="Arial"/>
              </a:rPr>
            </a:br>
            <a:r>
              <a:rPr lang="vi-VN" sz="2800" b="1">
                <a:latin typeface="Roboto Regular"/>
                <a:cs typeface="Arial"/>
              </a:rPr>
              <a:t>Phan Hiểu Đạt</a:t>
            </a:r>
            <a:endParaRPr lang="vi-VN"/>
          </a:p>
          <a:p>
            <a:r>
              <a:rPr lang="vi-VN" sz="2800" b="1">
                <a:solidFill>
                  <a:srgbClr val="000000"/>
                </a:solidFill>
                <a:latin typeface="Roboto Regular"/>
                <a:cs typeface="Arial"/>
              </a:rPr>
              <a:t>Lê Võ Đình Phúc</a:t>
            </a:r>
            <a:endParaRPr lang="vi-VN" sz="2800" b="1">
              <a:solidFill>
                <a:srgbClr val="DFE2E7"/>
              </a:solidFill>
              <a:latin typeface="Roboto Regular"/>
              <a:cs typeface="Arial"/>
            </a:endParaRPr>
          </a:p>
        </p:txBody>
      </p:sp>
    </p:spTree>
    <p:extLst>
      <p:ext uri="{BB962C8B-B14F-4D97-AF65-F5344CB8AC3E}">
        <p14:creationId xmlns:p14="http://schemas.microsoft.com/office/powerpoint/2010/main" val="1699488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8" name="Tiêu đề 7">
            <a:extLst>
              <a:ext uri="{FF2B5EF4-FFF2-40B4-BE49-F238E27FC236}">
                <a16:creationId xmlns:a16="http://schemas.microsoft.com/office/drawing/2014/main" id="{091097AA-181D-0CBB-2B5D-FEF3DE81D425}"/>
              </a:ext>
            </a:extLst>
          </p:cNvPr>
          <p:cNvSpPr>
            <a:spLocks noGrp="1"/>
          </p:cNvSpPr>
          <p:nvPr>
            <p:ph type="title"/>
          </p:nvPr>
        </p:nvSpPr>
        <p:spPr>
          <a:xfrm>
            <a:off x="839788" y="240948"/>
            <a:ext cx="10515600" cy="907874"/>
          </a:xfrm>
        </p:spPr>
        <p:txBody>
          <a:bodyPr/>
          <a:lstStyle/>
          <a:p>
            <a:pPr algn="ctr"/>
            <a:r>
              <a:rPr lang="vi-VN" b="1">
                <a:solidFill>
                  <a:srgbClr val="FFC000"/>
                </a:solidFill>
                <a:latin typeface="Segoe UI"/>
                <a:cs typeface="Times New Roman"/>
              </a:rPr>
              <a:t>LÝ DO CHỌN ĐỀ TÀI</a:t>
            </a:r>
            <a:endParaRPr lang="vi-VN" b="1">
              <a:solidFill>
                <a:srgbClr val="FFC000"/>
              </a:solidFill>
              <a:latin typeface="Segoe UI"/>
              <a:cs typeface="Times New Roman" panose="02020603050405020304" pitchFamily="18" charset="0"/>
            </a:endParaRPr>
          </a:p>
        </p:txBody>
      </p:sp>
      <p:sp>
        <p:nvSpPr>
          <p:cNvPr id="2" name="Hình chữ nhật 1">
            <a:extLst>
              <a:ext uri="{FF2B5EF4-FFF2-40B4-BE49-F238E27FC236}">
                <a16:creationId xmlns:a16="http://schemas.microsoft.com/office/drawing/2014/main" id="{A70B2BC5-6ED5-BABA-A164-6420A539103F}"/>
              </a:ext>
            </a:extLst>
          </p:cNvPr>
          <p:cNvSpPr/>
          <p:nvPr/>
        </p:nvSpPr>
        <p:spPr>
          <a:xfrm>
            <a:off x="861809" y="1618952"/>
            <a:ext cx="4974525" cy="1831323"/>
          </a:xfrm>
          <a:prstGeom prst="rect">
            <a:avLst/>
          </a:prstGeom>
          <a:solidFill>
            <a:schemeClr val="bg2">
              <a:lumMod val="9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vi-VN" b="1">
                <a:latin typeface="Open Sans"/>
                <a:ea typeface="+mn-lt"/>
                <a:cs typeface="Arial"/>
              </a:rPr>
              <a:t>   </a:t>
            </a:r>
            <a:r>
              <a:rPr lang="vi-VN" b="1">
                <a:solidFill>
                  <a:schemeClr val="tx1"/>
                </a:solidFill>
                <a:latin typeface="Open Sans"/>
                <a:ea typeface="+mn-lt"/>
                <a:cs typeface="Arial"/>
              </a:rPr>
              <a:t>       </a:t>
            </a:r>
            <a:r>
              <a:rPr lang="vi-VN" sz="2400" b="1">
                <a:solidFill>
                  <a:schemeClr val="tx1"/>
                </a:solidFill>
                <a:latin typeface="Open Sans"/>
                <a:ea typeface="+mn-lt"/>
                <a:cs typeface="Arial"/>
              </a:rPr>
              <a:t>Tính Thực tế</a:t>
            </a:r>
            <a:br>
              <a:rPr lang="vi-VN" b="1">
                <a:latin typeface="Open Sans"/>
                <a:ea typeface="+mn-lt"/>
                <a:cs typeface="+mn-lt"/>
              </a:rPr>
            </a:br>
            <a:r>
              <a:rPr lang="vi-VN">
                <a:latin typeface="Open Sans"/>
                <a:ea typeface="+mn-lt"/>
                <a:cs typeface="Arial"/>
              </a:rPr>
              <a:t> </a:t>
            </a:r>
            <a:r>
              <a:rPr lang="vi-VN">
                <a:solidFill>
                  <a:schemeClr val="tx1"/>
                </a:solidFill>
                <a:latin typeface="Open Sans"/>
                <a:ea typeface="+mn-lt"/>
                <a:cs typeface="Arial"/>
              </a:rPr>
              <a:t>Nhóm muốn xây dựng một chương   trình hỗ trợ quản lý sách, sinh viên và phiếu mượn – trả một cách khoa học, chính xác .</a:t>
            </a:r>
            <a:endParaRPr lang="vi-VN">
              <a:solidFill>
                <a:schemeClr val="tx1"/>
              </a:solidFill>
              <a:latin typeface="Arial"/>
              <a:ea typeface="Open Sans"/>
              <a:cs typeface="Arial"/>
            </a:endParaRPr>
          </a:p>
        </p:txBody>
      </p:sp>
      <p:pic>
        <p:nvPicPr>
          <p:cNvPr id="3" name="Đồ họa 2">
            <a:extLst>
              <a:ext uri="{FF2B5EF4-FFF2-40B4-BE49-F238E27FC236}">
                <a16:creationId xmlns:a16="http://schemas.microsoft.com/office/drawing/2014/main" id="{A34AC652-3CDB-BD89-A3FA-C868EA7BE13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102599" y="5435599"/>
            <a:ext cx="50801" cy="50801"/>
          </a:xfrm>
          <a:prstGeom prst="rect">
            <a:avLst/>
          </a:prstGeom>
        </p:spPr>
      </p:pic>
      <p:pic>
        <p:nvPicPr>
          <p:cNvPr id="4" name="Đồ họa 3">
            <a:extLst>
              <a:ext uri="{FF2B5EF4-FFF2-40B4-BE49-F238E27FC236}">
                <a16:creationId xmlns:a16="http://schemas.microsoft.com/office/drawing/2014/main" id="{3C6317E7-C837-B276-3ADB-8474BDE3E38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77332" y="1658827"/>
            <a:ext cx="420258" cy="420258"/>
          </a:xfrm>
          <a:prstGeom prst="rect">
            <a:avLst/>
          </a:prstGeom>
        </p:spPr>
      </p:pic>
      <p:sp>
        <p:nvSpPr>
          <p:cNvPr id="5" name="Hình chữ nhật 4">
            <a:extLst>
              <a:ext uri="{FF2B5EF4-FFF2-40B4-BE49-F238E27FC236}">
                <a16:creationId xmlns:a16="http://schemas.microsoft.com/office/drawing/2014/main" id="{6AEE9630-913E-0E38-AA57-609814E67950}"/>
              </a:ext>
            </a:extLst>
          </p:cNvPr>
          <p:cNvSpPr/>
          <p:nvPr/>
        </p:nvSpPr>
        <p:spPr>
          <a:xfrm>
            <a:off x="6234994" y="1612241"/>
            <a:ext cx="4950913" cy="1823788"/>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vi-VN" b="1">
                <a:solidFill>
                  <a:schemeClr val="tx1"/>
                </a:solidFill>
                <a:latin typeface="Open Sans"/>
                <a:ea typeface="+mn-lt"/>
                <a:cs typeface="Arial"/>
              </a:rPr>
              <a:t>       </a:t>
            </a:r>
            <a:r>
              <a:rPr lang="vi-VN" sz="2400" b="1">
                <a:solidFill>
                  <a:schemeClr val="tx1"/>
                </a:solidFill>
                <a:latin typeface="Open Sans"/>
                <a:ea typeface="+mn-lt"/>
                <a:cs typeface="Arial"/>
              </a:rPr>
              <a:t>   Mục tiêu học tập</a:t>
            </a:r>
            <a:endParaRPr lang="vi-VN">
              <a:solidFill>
                <a:schemeClr val="tx1"/>
              </a:solidFill>
              <a:latin typeface="Arial"/>
              <a:ea typeface="Open Sans"/>
              <a:cs typeface="Arial"/>
            </a:endParaRPr>
          </a:p>
          <a:p>
            <a:r>
              <a:rPr lang="vi-VN">
                <a:solidFill>
                  <a:schemeClr val="tx1"/>
                </a:solidFill>
                <a:latin typeface="Open Sans"/>
                <a:ea typeface="+mn-lt"/>
                <a:cs typeface="Arial"/>
              </a:rPr>
              <a:t>Đề tài phù hợp với môn Cấu trúc dữ liệu và Giải thuật, giúp nhóm áp dụng cấu trúc danh sách liên kết đơn (</a:t>
            </a:r>
            <a:r>
              <a:rPr lang="vi-VN" err="1">
                <a:solidFill>
                  <a:schemeClr val="tx1"/>
                </a:solidFill>
                <a:latin typeface="Open Sans"/>
                <a:ea typeface="+mn-lt"/>
                <a:cs typeface="Arial"/>
              </a:rPr>
              <a:t>Linked</a:t>
            </a:r>
            <a:r>
              <a:rPr lang="vi-VN">
                <a:solidFill>
                  <a:schemeClr val="tx1"/>
                </a:solidFill>
                <a:latin typeface="Open Sans"/>
                <a:ea typeface="+mn-lt"/>
                <a:cs typeface="Arial"/>
              </a:rPr>
              <a:t> </a:t>
            </a:r>
            <a:r>
              <a:rPr lang="vi-VN" err="1">
                <a:solidFill>
                  <a:schemeClr val="tx1"/>
                </a:solidFill>
                <a:latin typeface="Open Sans"/>
                <a:ea typeface="+mn-lt"/>
                <a:cs typeface="Arial"/>
              </a:rPr>
              <a:t>List</a:t>
            </a:r>
            <a:r>
              <a:rPr lang="vi-VN">
                <a:solidFill>
                  <a:schemeClr val="tx1"/>
                </a:solidFill>
                <a:latin typeface="Open Sans"/>
                <a:ea typeface="+mn-lt"/>
                <a:cs typeface="Arial"/>
              </a:rPr>
              <a:t>) vào một bài toán thực tế.</a:t>
            </a:r>
            <a:endParaRPr lang="vi-VN">
              <a:solidFill>
                <a:schemeClr val="tx1"/>
              </a:solidFill>
              <a:latin typeface="Arial"/>
              <a:ea typeface="Open Sans"/>
              <a:cs typeface="Arial"/>
            </a:endParaRPr>
          </a:p>
        </p:txBody>
      </p:sp>
      <p:pic>
        <p:nvPicPr>
          <p:cNvPr id="7" name="Đồ họa 6">
            <a:extLst>
              <a:ext uri="{FF2B5EF4-FFF2-40B4-BE49-F238E27FC236}">
                <a16:creationId xmlns:a16="http://schemas.microsoft.com/office/drawing/2014/main" id="{C15AA69E-8F67-6E1E-2209-285CF631C3A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54389" y="1624116"/>
            <a:ext cx="493776" cy="493776"/>
          </a:xfrm>
          <a:prstGeom prst="rect">
            <a:avLst/>
          </a:prstGeom>
        </p:spPr>
      </p:pic>
      <p:sp>
        <p:nvSpPr>
          <p:cNvPr id="6" name="Hình chữ nhật 5">
            <a:extLst>
              <a:ext uri="{FF2B5EF4-FFF2-40B4-BE49-F238E27FC236}">
                <a16:creationId xmlns:a16="http://schemas.microsoft.com/office/drawing/2014/main" id="{6442D571-9FA7-3D2D-76D2-2793035ADE72}"/>
              </a:ext>
            </a:extLst>
          </p:cNvPr>
          <p:cNvSpPr/>
          <p:nvPr/>
        </p:nvSpPr>
        <p:spPr>
          <a:xfrm>
            <a:off x="848785" y="3831331"/>
            <a:ext cx="4981325" cy="2057481"/>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vi-VN" b="1">
                <a:solidFill>
                  <a:srgbClr val="FFFFFF"/>
                </a:solidFill>
                <a:latin typeface="Open Sans"/>
                <a:ea typeface="+mn-lt"/>
                <a:cs typeface="Arial"/>
              </a:rPr>
              <a:t>        </a:t>
            </a:r>
            <a:r>
              <a:rPr lang="vi-VN" sz="2000" b="1">
                <a:solidFill>
                  <a:srgbClr val="FFFFFF"/>
                </a:solidFill>
                <a:latin typeface="Open Sans"/>
                <a:ea typeface="+mn-lt"/>
                <a:cs typeface="Arial"/>
              </a:rPr>
              <a:t> </a:t>
            </a:r>
            <a:r>
              <a:rPr lang="vi-VN" sz="2400" b="1">
                <a:solidFill>
                  <a:schemeClr val="tx1"/>
                </a:solidFill>
                <a:latin typeface="Open Sans"/>
                <a:ea typeface="+mn-lt"/>
                <a:cs typeface="Arial"/>
              </a:rPr>
              <a:t>Rèn luyện kỹ năng lập trình</a:t>
            </a:r>
            <a:br>
              <a:rPr lang="vi-VN" b="1">
                <a:latin typeface="Open Sans"/>
                <a:ea typeface="+mn-lt"/>
                <a:cs typeface="+mn-lt"/>
              </a:rPr>
            </a:br>
            <a:r>
              <a:rPr lang="vi-VN">
                <a:solidFill>
                  <a:schemeClr val="tx1"/>
                </a:solidFill>
                <a:latin typeface="Open Sans"/>
                <a:ea typeface="+mn-lt"/>
                <a:cs typeface="Arial"/>
              </a:rPr>
              <a:t>Thông qua đề tài, nhóm được thực hành lập trình hướng đối tượng trong C++, sử dụng các thao tác thêm, xóa, sắp xếp, tìm kiếm trên danh sách liên kết.</a:t>
            </a:r>
            <a:endParaRPr lang="vi-VN">
              <a:solidFill>
                <a:schemeClr val="tx1"/>
              </a:solidFill>
              <a:latin typeface="Arial"/>
              <a:ea typeface="Open Sans"/>
              <a:cs typeface="Arial"/>
            </a:endParaRPr>
          </a:p>
        </p:txBody>
      </p:sp>
      <p:sp>
        <p:nvSpPr>
          <p:cNvPr id="9" name="Hình chữ nhật 8">
            <a:extLst>
              <a:ext uri="{FF2B5EF4-FFF2-40B4-BE49-F238E27FC236}">
                <a16:creationId xmlns:a16="http://schemas.microsoft.com/office/drawing/2014/main" id="{9D0BCB9A-FECD-D2D8-FF19-3D0F40EC28ED}"/>
              </a:ext>
            </a:extLst>
          </p:cNvPr>
          <p:cNvSpPr/>
          <p:nvPr/>
        </p:nvSpPr>
        <p:spPr>
          <a:xfrm>
            <a:off x="6233334" y="3835214"/>
            <a:ext cx="4955247" cy="2080976"/>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vi-VN" b="1">
                <a:latin typeface="Open Sans"/>
                <a:ea typeface="Open Sans"/>
                <a:cs typeface="Arial"/>
              </a:rPr>
              <a:t>       </a:t>
            </a:r>
            <a:r>
              <a:rPr lang="vi-VN" b="1">
                <a:solidFill>
                  <a:srgbClr val="FFFFFF"/>
                </a:solidFill>
                <a:latin typeface="Open Sans"/>
                <a:ea typeface="Open Sans"/>
                <a:cs typeface="Arial"/>
              </a:rPr>
              <a:t>  </a:t>
            </a:r>
            <a:r>
              <a:rPr lang="vi-VN" sz="2400" b="1">
                <a:solidFill>
                  <a:schemeClr val="tx1"/>
                </a:solidFill>
                <a:latin typeface="Open Sans"/>
                <a:ea typeface="Open Sans"/>
                <a:cs typeface="Arial"/>
              </a:rPr>
              <a:t>Tính mở rộng và phát triển</a:t>
            </a:r>
            <a:endParaRPr lang="vi-VN">
              <a:solidFill>
                <a:schemeClr val="tx1"/>
              </a:solidFill>
              <a:latin typeface="Open Sans"/>
              <a:ea typeface="Open Sans"/>
              <a:cs typeface="Open Sans"/>
            </a:endParaRPr>
          </a:p>
          <a:p>
            <a:r>
              <a:rPr lang="vi-VN">
                <a:solidFill>
                  <a:schemeClr val="tx1"/>
                </a:solidFill>
                <a:latin typeface="Open Sans"/>
                <a:ea typeface="Open Sans"/>
                <a:cs typeface="Arial"/>
              </a:rPr>
              <a:t>Chương trình có thể nâng cấp thêm các tính năng như lưu trữ dữ liệu ra </a:t>
            </a:r>
            <a:r>
              <a:rPr lang="vi-VN" err="1">
                <a:solidFill>
                  <a:schemeClr val="tx1"/>
                </a:solidFill>
                <a:latin typeface="Open Sans"/>
                <a:ea typeface="Open Sans"/>
                <a:cs typeface="Arial"/>
              </a:rPr>
              <a:t>file</a:t>
            </a:r>
            <a:r>
              <a:rPr lang="vi-VN">
                <a:solidFill>
                  <a:schemeClr val="tx1"/>
                </a:solidFill>
                <a:latin typeface="Open Sans"/>
                <a:ea typeface="Open Sans"/>
                <a:cs typeface="Arial"/>
              </a:rPr>
              <a:t>, giao diện đồ họa, và tìm kiếm nâng cao trong tương lai</a:t>
            </a:r>
            <a:endParaRPr lang="vi-VN">
              <a:solidFill>
                <a:schemeClr val="tx1"/>
              </a:solidFill>
              <a:latin typeface="Open Sans"/>
              <a:ea typeface="Open Sans"/>
              <a:cs typeface="Open Sans"/>
            </a:endParaRPr>
          </a:p>
        </p:txBody>
      </p:sp>
      <p:pic>
        <p:nvPicPr>
          <p:cNvPr id="10" name="Đồ họa 9">
            <a:extLst>
              <a:ext uri="{FF2B5EF4-FFF2-40B4-BE49-F238E27FC236}">
                <a16:creationId xmlns:a16="http://schemas.microsoft.com/office/drawing/2014/main" id="{19382F4A-2589-9BB4-B5B0-3C188F05D8F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flipH="1">
            <a:off x="982845" y="3963816"/>
            <a:ext cx="455906" cy="500181"/>
          </a:xfrm>
          <a:prstGeom prst="rect">
            <a:avLst/>
          </a:prstGeom>
        </p:spPr>
      </p:pic>
      <p:pic>
        <p:nvPicPr>
          <p:cNvPr id="11" name="Đồ họa 10">
            <a:extLst>
              <a:ext uri="{FF2B5EF4-FFF2-40B4-BE49-F238E27FC236}">
                <a16:creationId xmlns:a16="http://schemas.microsoft.com/office/drawing/2014/main" id="{D4C81452-B84F-1CCB-18ED-C5DC719B8AA4}"/>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350803" y="4101744"/>
            <a:ext cx="369947" cy="359049"/>
          </a:xfrm>
          <a:prstGeom prst="rect">
            <a:avLst/>
          </a:prstGeom>
        </p:spPr>
      </p:pic>
    </p:spTree>
    <p:extLst>
      <p:ext uri="{BB962C8B-B14F-4D97-AF65-F5344CB8AC3E}">
        <p14:creationId xmlns:p14="http://schemas.microsoft.com/office/powerpoint/2010/main" val="39656185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7" name="Chỗ dành sẵn cho Nội dung 6">
            <a:extLst>
              <a:ext uri="{FF2B5EF4-FFF2-40B4-BE49-F238E27FC236}">
                <a16:creationId xmlns:a16="http://schemas.microsoft.com/office/drawing/2014/main" id="{54E02B88-6CF4-9C42-96BA-518F8FF10A85}"/>
              </a:ext>
            </a:extLst>
          </p:cNvPr>
          <p:cNvSpPr>
            <a:spLocks noGrp="1"/>
          </p:cNvSpPr>
          <p:nvPr>
            <p:ph sz="half" idx="2"/>
          </p:nvPr>
        </p:nvSpPr>
        <p:spPr>
          <a:xfrm>
            <a:off x="3575107" y="366150"/>
            <a:ext cx="4974285" cy="777382"/>
          </a:xfrm>
        </p:spPr>
        <p:txBody>
          <a:bodyPr vert="horz" lIns="91440" tIns="45720" rIns="91440" bIns="45720" rtlCol="0" anchor="t">
            <a:noAutofit/>
          </a:bodyPr>
          <a:lstStyle/>
          <a:p>
            <a:pPr marL="0" indent="0">
              <a:buNone/>
            </a:pPr>
            <a:r>
              <a:rPr lang="vi-VN" sz="4400" b="1">
                <a:solidFill>
                  <a:srgbClr val="FFC000"/>
                </a:solidFill>
                <a:latin typeface="Segoe UI"/>
                <a:cs typeface="Segoe UI"/>
              </a:rPr>
              <a:t>MỤC TIÊU ĐỀ TÀI</a:t>
            </a:r>
          </a:p>
          <a:p>
            <a:pPr marL="0" indent="0">
              <a:buNone/>
            </a:pPr>
            <a:r>
              <a:rPr lang="vi-VN" sz="4400" b="1">
                <a:solidFill>
                  <a:srgbClr val="FFC000"/>
                </a:solidFill>
                <a:latin typeface="Segoe UI"/>
                <a:cs typeface="Segoe UI"/>
              </a:rPr>
              <a:t>     </a:t>
            </a:r>
          </a:p>
        </p:txBody>
      </p:sp>
      <p:sp>
        <p:nvSpPr>
          <p:cNvPr id="10" name="Hình chữ nhật 9">
            <a:extLst>
              <a:ext uri="{FF2B5EF4-FFF2-40B4-BE49-F238E27FC236}">
                <a16:creationId xmlns:a16="http://schemas.microsoft.com/office/drawing/2014/main" id="{21F9F028-B4DD-2B1C-4893-64ECC7FE82FA}"/>
              </a:ext>
            </a:extLst>
          </p:cNvPr>
          <p:cNvSpPr/>
          <p:nvPr/>
        </p:nvSpPr>
        <p:spPr>
          <a:xfrm>
            <a:off x="1426609" y="1707261"/>
            <a:ext cx="8997755" cy="43386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vi-VN" sz="2800">
                <a:solidFill>
                  <a:srgbClr val="000000"/>
                </a:solidFill>
                <a:latin typeface="Open Sans"/>
                <a:ea typeface="Open Sans"/>
                <a:cs typeface="Open Sans"/>
              </a:rPr>
              <a:t>Ứng dụng danh sách liên kết đơn vào chương trình.</a:t>
            </a:r>
            <a:endParaRPr lang="vi-VN" sz="2500">
              <a:latin typeface="Open Sans"/>
              <a:ea typeface="Open Sans"/>
              <a:cs typeface="Open Sans"/>
            </a:endParaRPr>
          </a:p>
        </p:txBody>
      </p:sp>
      <p:sp>
        <p:nvSpPr>
          <p:cNvPr id="12" name="Hình chữ nhật 11">
            <a:extLst>
              <a:ext uri="{FF2B5EF4-FFF2-40B4-BE49-F238E27FC236}">
                <a16:creationId xmlns:a16="http://schemas.microsoft.com/office/drawing/2014/main" id="{983FA38E-64BE-C67B-0600-C1EA4A948E05}"/>
              </a:ext>
            </a:extLst>
          </p:cNvPr>
          <p:cNvSpPr/>
          <p:nvPr/>
        </p:nvSpPr>
        <p:spPr>
          <a:xfrm>
            <a:off x="1391994" y="2782707"/>
            <a:ext cx="10240559" cy="41330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vi-VN" sz="2800">
                <a:solidFill>
                  <a:schemeClr val="tx1"/>
                </a:solidFill>
                <a:latin typeface="Open Sans"/>
                <a:ea typeface="Open Sans"/>
                <a:cs typeface="Open Sans"/>
              </a:rPr>
              <a:t>Lưu trữ và xử lý thông tin sách - sinh viên - phiếu mượn trả.</a:t>
            </a:r>
          </a:p>
        </p:txBody>
      </p:sp>
      <p:pic>
        <p:nvPicPr>
          <p:cNvPr id="13" name="Đồ họa 12">
            <a:extLst>
              <a:ext uri="{FF2B5EF4-FFF2-40B4-BE49-F238E27FC236}">
                <a16:creationId xmlns:a16="http://schemas.microsoft.com/office/drawing/2014/main" id="{C7307565-2173-6B94-D5C3-EB34E7E3606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19147" y="2779122"/>
            <a:ext cx="474136" cy="417691"/>
          </a:xfrm>
          <a:prstGeom prst="rect">
            <a:avLst/>
          </a:prstGeom>
        </p:spPr>
      </p:pic>
      <p:sp>
        <p:nvSpPr>
          <p:cNvPr id="14" name="Hình chữ nhật 13">
            <a:extLst>
              <a:ext uri="{FF2B5EF4-FFF2-40B4-BE49-F238E27FC236}">
                <a16:creationId xmlns:a16="http://schemas.microsoft.com/office/drawing/2014/main" id="{2A1E8414-28BC-E092-EC8C-03C0341C83F0}"/>
              </a:ext>
            </a:extLst>
          </p:cNvPr>
          <p:cNvSpPr/>
          <p:nvPr/>
        </p:nvSpPr>
        <p:spPr>
          <a:xfrm>
            <a:off x="1357825" y="3834041"/>
            <a:ext cx="6973821" cy="41821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vi-VN" sz="2800">
                <a:solidFill>
                  <a:schemeClr val="tx1"/>
                </a:solidFill>
                <a:latin typeface="Open Sans"/>
                <a:ea typeface="Open Sans"/>
                <a:cs typeface="Open Sans"/>
              </a:rPr>
              <a:t>Thực hành tìm kiếm và sắp xếp dữ liệu.</a:t>
            </a:r>
          </a:p>
        </p:txBody>
      </p:sp>
      <p:pic>
        <p:nvPicPr>
          <p:cNvPr id="15" name="Đồ họa 14">
            <a:extLst>
              <a:ext uri="{FF2B5EF4-FFF2-40B4-BE49-F238E27FC236}">
                <a16:creationId xmlns:a16="http://schemas.microsoft.com/office/drawing/2014/main" id="{2AB587CA-7D57-8883-1818-3DABF3718B1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82598" y="1710797"/>
            <a:ext cx="457203" cy="434624"/>
          </a:xfrm>
          <a:prstGeom prst="rect">
            <a:avLst/>
          </a:prstGeom>
        </p:spPr>
      </p:pic>
      <p:pic>
        <p:nvPicPr>
          <p:cNvPr id="16" name="Đồ họa 15">
            <a:extLst>
              <a:ext uri="{FF2B5EF4-FFF2-40B4-BE49-F238E27FC236}">
                <a16:creationId xmlns:a16="http://schemas.microsoft.com/office/drawing/2014/main" id="{8BA6DB7C-B2D2-5B60-60C5-A2B57D37221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16440" y="3832305"/>
            <a:ext cx="474135" cy="417693"/>
          </a:xfrm>
          <a:prstGeom prst="rect">
            <a:avLst/>
          </a:prstGeom>
        </p:spPr>
      </p:pic>
      <p:sp>
        <p:nvSpPr>
          <p:cNvPr id="17" name="Hình chữ nhật 16">
            <a:extLst>
              <a:ext uri="{FF2B5EF4-FFF2-40B4-BE49-F238E27FC236}">
                <a16:creationId xmlns:a16="http://schemas.microsoft.com/office/drawing/2014/main" id="{1AAD995E-513F-4962-D9B0-F2532AF9AE5E}"/>
              </a:ext>
            </a:extLst>
          </p:cNvPr>
          <p:cNvSpPr/>
          <p:nvPr/>
        </p:nvSpPr>
        <p:spPr>
          <a:xfrm>
            <a:off x="1427476" y="4911433"/>
            <a:ext cx="9620181" cy="52082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vi-VN" sz="2800">
                <a:solidFill>
                  <a:schemeClr val="tx1"/>
                </a:solidFill>
                <a:latin typeface="Open Sans"/>
                <a:ea typeface="Open Sans"/>
                <a:cs typeface="Open Sans"/>
              </a:rPr>
              <a:t>Rèn luyện kỹ năng lập trình hướng đối tượng trong C++.</a:t>
            </a:r>
          </a:p>
        </p:txBody>
      </p:sp>
      <p:pic>
        <p:nvPicPr>
          <p:cNvPr id="18" name="Đồ họa 17">
            <a:extLst>
              <a:ext uri="{FF2B5EF4-FFF2-40B4-BE49-F238E27FC236}">
                <a16:creationId xmlns:a16="http://schemas.microsoft.com/office/drawing/2014/main" id="{43660DD5-657F-0C58-1787-4A061E5CB94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35965" y="4915247"/>
            <a:ext cx="485425" cy="428977"/>
          </a:xfrm>
          <a:prstGeom prst="rect">
            <a:avLst/>
          </a:prstGeom>
        </p:spPr>
      </p:pic>
      <mc:AlternateContent xmlns:mc="http://schemas.openxmlformats.org/markup-compatibility/2006" xmlns:p14="http://schemas.microsoft.com/office/powerpoint/2010/main">
        <mc:Choice Requires="p14">
          <p:contentPart p14:bwMode="auto" r:id="rId5">
            <p14:nvContentPartPr>
              <p14:cNvPr id="20" name="Viết tay 19">
                <a:extLst>
                  <a:ext uri="{FF2B5EF4-FFF2-40B4-BE49-F238E27FC236}">
                    <a16:creationId xmlns:a16="http://schemas.microsoft.com/office/drawing/2014/main" id="{4DFF343D-8EAA-80FC-2636-4492D80E284E}"/>
                  </a:ext>
                </a:extLst>
              </p14:cNvPr>
              <p14:cNvContentPartPr/>
              <p14:nvPr/>
            </p14:nvContentPartPr>
            <p14:xfrm>
              <a:off x="13049249" y="4238624"/>
              <a:ext cx="15875" cy="15875"/>
            </p14:xfrm>
          </p:contentPart>
        </mc:Choice>
        <mc:Fallback xmlns="">
          <p:pic>
            <p:nvPicPr>
              <p:cNvPr id="20" name="Viết tay 19">
                <a:extLst>
                  <a:ext uri="{FF2B5EF4-FFF2-40B4-BE49-F238E27FC236}">
                    <a16:creationId xmlns:a16="http://schemas.microsoft.com/office/drawing/2014/main" id="{4DFF343D-8EAA-80FC-2636-4492D80E284E}"/>
                  </a:ext>
                </a:extLst>
              </p:cNvPr>
              <p:cNvPicPr/>
              <p:nvPr/>
            </p:nvPicPr>
            <p:blipFill>
              <a:blip r:embed="rId6"/>
              <a:stretch>
                <a:fillRect/>
              </a:stretch>
            </p:blipFill>
            <p:spPr>
              <a:xfrm>
                <a:off x="12255499" y="3444874"/>
                <a:ext cx="1587500" cy="15875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1" name="Viết tay 20">
                <a:extLst>
                  <a:ext uri="{FF2B5EF4-FFF2-40B4-BE49-F238E27FC236}">
                    <a16:creationId xmlns:a16="http://schemas.microsoft.com/office/drawing/2014/main" id="{85842E85-8815-FCAB-A199-3F848B3776B1}"/>
                  </a:ext>
                </a:extLst>
              </p14:cNvPr>
              <p14:cNvContentPartPr/>
              <p14:nvPr/>
            </p14:nvContentPartPr>
            <p14:xfrm>
              <a:off x="14208124" y="3460749"/>
              <a:ext cx="15875" cy="15875"/>
            </p14:xfrm>
          </p:contentPart>
        </mc:Choice>
        <mc:Fallback xmlns="">
          <p:pic>
            <p:nvPicPr>
              <p:cNvPr id="21" name="Viết tay 20">
                <a:extLst>
                  <a:ext uri="{FF2B5EF4-FFF2-40B4-BE49-F238E27FC236}">
                    <a16:creationId xmlns:a16="http://schemas.microsoft.com/office/drawing/2014/main" id="{85842E85-8815-FCAB-A199-3F848B3776B1}"/>
                  </a:ext>
                </a:extLst>
              </p:cNvPr>
              <p:cNvPicPr/>
              <p:nvPr/>
            </p:nvPicPr>
            <p:blipFill>
              <a:blip r:embed="rId6"/>
              <a:stretch>
                <a:fillRect/>
              </a:stretch>
            </p:blipFill>
            <p:spPr>
              <a:xfrm>
                <a:off x="13414374" y="2666999"/>
                <a:ext cx="1587500" cy="1587500"/>
              </a:xfrm>
              <a:prstGeom prst="rect">
                <a:avLst/>
              </a:prstGeom>
            </p:spPr>
          </p:pic>
        </mc:Fallback>
      </mc:AlternateContent>
    </p:spTree>
    <p:extLst>
      <p:ext uri="{BB962C8B-B14F-4D97-AF65-F5344CB8AC3E}">
        <p14:creationId xmlns:p14="http://schemas.microsoft.com/office/powerpoint/2010/main" val="8980591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a:extLst>
            <a:ext uri="{FF2B5EF4-FFF2-40B4-BE49-F238E27FC236}">
              <a16:creationId xmlns:a16="http://schemas.microsoft.com/office/drawing/2014/main" id="{E76020E2-FF37-6306-3567-8D1D3B99CFE5}"/>
            </a:ext>
          </a:extLst>
        </p:cNvPr>
        <p:cNvGrpSpPr/>
        <p:nvPr/>
      </p:nvGrpSpPr>
      <p:grpSpPr>
        <a:xfrm>
          <a:off x="0" y="0"/>
          <a:ext cx="0" cy="0"/>
          <a:chOff x="0" y="0"/>
          <a:chExt cx="0" cy="0"/>
        </a:xfrm>
      </p:grpSpPr>
      <p:sp>
        <p:nvSpPr>
          <p:cNvPr id="10" name="Tiêu đề 9">
            <a:extLst>
              <a:ext uri="{FF2B5EF4-FFF2-40B4-BE49-F238E27FC236}">
                <a16:creationId xmlns:a16="http://schemas.microsoft.com/office/drawing/2014/main" id="{1CB0FA15-0BDB-B807-974F-E4BF6D7190F6}"/>
              </a:ext>
            </a:extLst>
          </p:cNvPr>
          <p:cNvSpPr>
            <a:spLocks noGrp="1"/>
          </p:cNvSpPr>
          <p:nvPr>
            <p:ph type="title"/>
          </p:nvPr>
        </p:nvSpPr>
        <p:spPr>
          <a:xfrm>
            <a:off x="825411" y="130190"/>
            <a:ext cx="10515600" cy="1082851"/>
          </a:xfrm>
        </p:spPr>
        <p:txBody>
          <a:bodyPr/>
          <a:lstStyle/>
          <a:p>
            <a:pPr algn="just"/>
            <a:r>
              <a:rPr lang="vi-VN" b="1">
                <a:solidFill>
                  <a:srgbClr val="FFC000"/>
                </a:solidFill>
                <a:latin typeface="Segoe UI"/>
                <a:ea typeface="+mj-lt"/>
                <a:cs typeface="Times New Roman"/>
              </a:rPr>
              <a:t>Đối tượng và phạm vi nghiên cứu</a:t>
            </a:r>
            <a:endParaRPr lang="vi-VN" b="1">
              <a:solidFill>
                <a:srgbClr val="FFC000"/>
              </a:solidFill>
              <a:latin typeface="Segoe UI"/>
              <a:cs typeface="Times New Roman"/>
            </a:endParaRPr>
          </a:p>
        </p:txBody>
      </p:sp>
      <p:pic>
        <p:nvPicPr>
          <p:cNvPr id="8" name="Hình ảnh 7" descr="Ảnh có chứa Hình chữ nhật, ảnh chụp màn hình, màu trắng, khung ảnh&#10;&#10;Nội dung do AI tạo ra có thể không chính xác.">
            <a:extLst>
              <a:ext uri="{FF2B5EF4-FFF2-40B4-BE49-F238E27FC236}">
                <a16:creationId xmlns:a16="http://schemas.microsoft.com/office/drawing/2014/main" id="{483B3003-C46A-AFC4-6612-6479623E8D45}"/>
              </a:ext>
            </a:extLst>
          </p:cNvPr>
          <p:cNvPicPr>
            <a:picLocks noChangeAspect="1"/>
          </p:cNvPicPr>
          <p:nvPr/>
        </p:nvPicPr>
        <p:blipFill>
          <a:blip r:embed="rId3"/>
          <a:stretch>
            <a:fillRect/>
          </a:stretch>
        </p:blipFill>
        <p:spPr>
          <a:xfrm>
            <a:off x="202360" y="1350391"/>
            <a:ext cx="11772900" cy="1310499"/>
          </a:xfrm>
          <a:prstGeom prst="rect">
            <a:avLst/>
          </a:prstGeom>
        </p:spPr>
      </p:pic>
      <p:pic>
        <p:nvPicPr>
          <p:cNvPr id="11" name="Hình ảnh 10" descr="Ảnh có chứa Hình chữ nhật, ảnh chụp màn hình, màu trắng, khung ảnh">
            <a:extLst>
              <a:ext uri="{FF2B5EF4-FFF2-40B4-BE49-F238E27FC236}">
                <a16:creationId xmlns:a16="http://schemas.microsoft.com/office/drawing/2014/main" id="{AC23470B-B796-F835-9E72-B700CF33C795}"/>
              </a:ext>
            </a:extLst>
          </p:cNvPr>
          <p:cNvPicPr>
            <a:picLocks noChangeAspect="1"/>
          </p:cNvPicPr>
          <p:nvPr/>
        </p:nvPicPr>
        <p:blipFill>
          <a:blip r:embed="rId3"/>
          <a:stretch>
            <a:fillRect/>
          </a:stretch>
        </p:blipFill>
        <p:spPr>
          <a:xfrm>
            <a:off x="202360" y="2658730"/>
            <a:ext cx="11772900" cy="1310499"/>
          </a:xfrm>
          <a:prstGeom prst="rect">
            <a:avLst/>
          </a:prstGeom>
        </p:spPr>
      </p:pic>
      <p:pic>
        <p:nvPicPr>
          <p:cNvPr id="12" name="Hình ảnh 11" descr="Ảnh có chứa Hình chữ nhật, ảnh chụp màn hình, màu trắng, khung ảnh">
            <a:extLst>
              <a:ext uri="{FF2B5EF4-FFF2-40B4-BE49-F238E27FC236}">
                <a16:creationId xmlns:a16="http://schemas.microsoft.com/office/drawing/2014/main" id="{E52EC185-86C3-470F-9F70-B2FD160267B8}"/>
              </a:ext>
            </a:extLst>
          </p:cNvPr>
          <p:cNvPicPr>
            <a:picLocks noChangeAspect="1"/>
          </p:cNvPicPr>
          <p:nvPr/>
        </p:nvPicPr>
        <p:blipFill>
          <a:blip r:embed="rId3"/>
          <a:stretch>
            <a:fillRect/>
          </a:stretch>
        </p:blipFill>
        <p:spPr>
          <a:xfrm>
            <a:off x="202359" y="3967069"/>
            <a:ext cx="11772900" cy="1310499"/>
          </a:xfrm>
          <a:prstGeom prst="rect">
            <a:avLst/>
          </a:prstGeom>
        </p:spPr>
      </p:pic>
      <p:pic>
        <p:nvPicPr>
          <p:cNvPr id="13" name="Hình ảnh 12" descr="Ảnh có chứa Hình chữ nhật, ảnh chụp màn hình, màu trắng, khung ảnh">
            <a:extLst>
              <a:ext uri="{FF2B5EF4-FFF2-40B4-BE49-F238E27FC236}">
                <a16:creationId xmlns:a16="http://schemas.microsoft.com/office/drawing/2014/main" id="{29FC4AE4-6443-1411-BDF1-121EF93A792C}"/>
              </a:ext>
            </a:extLst>
          </p:cNvPr>
          <p:cNvPicPr>
            <a:picLocks noChangeAspect="1"/>
          </p:cNvPicPr>
          <p:nvPr/>
        </p:nvPicPr>
        <p:blipFill>
          <a:blip r:embed="rId3"/>
          <a:stretch>
            <a:fillRect/>
          </a:stretch>
        </p:blipFill>
        <p:spPr>
          <a:xfrm>
            <a:off x="202359" y="5275409"/>
            <a:ext cx="11772900" cy="1310499"/>
          </a:xfrm>
          <a:prstGeom prst="rect">
            <a:avLst/>
          </a:prstGeom>
        </p:spPr>
      </p:pic>
      <p:sp>
        <p:nvSpPr>
          <p:cNvPr id="16" name="Hộp Văn bản 15">
            <a:extLst>
              <a:ext uri="{FF2B5EF4-FFF2-40B4-BE49-F238E27FC236}">
                <a16:creationId xmlns:a16="http://schemas.microsoft.com/office/drawing/2014/main" id="{0C809EA4-7BD4-5940-EF3C-CD9C3854807F}"/>
              </a:ext>
            </a:extLst>
          </p:cNvPr>
          <p:cNvSpPr txBox="1"/>
          <p:nvPr/>
        </p:nvSpPr>
        <p:spPr>
          <a:xfrm>
            <a:off x="402566" y="1344282"/>
            <a:ext cx="271732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algn="l" rtl="0"/>
            <a:r>
              <a:rPr lang="en-US" sz="2000" b="1" kern="1200" err="1">
                <a:solidFill>
                  <a:srgbClr val="000000"/>
                </a:solidFill>
                <a:latin typeface="Roboto Regular"/>
                <a:ea typeface="MiSans"/>
                <a:cs typeface="MiSans"/>
              </a:rPr>
              <a:t>Ngôn</a:t>
            </a:r>
            <a:r>
              <a:rPr lang="en-US" sz="2000" b="1" kern="1200">
                <a:solidFill>
                  <a:srgbClr val="000000"/>
                </a:solidFill>
                <a:latin typeface="Roboto Regular"/>
                <a:ea typeface="MiSans"/>
                <a:cs typeface="MiSans"/>
              </a:rPr>
              <a:t> </a:t>
            </a:r>
            <a:r>
              <a:rPr lang="en-US" sz="2000" b="1" kern="1200" err="1">
                <a:solidFill>
                  <a:srgbClr val="000000"/>
                </a:solidFill>
                <a:latin typeface="Roboto Regular"/>
                <a:ea typeface="MiSans"/>
                <a:cs typeface="MiSans"/>
              </a:rPr>
              <a:t>ngữ</a:t>
            </a:r>
            <a:r>
              <a:rPr lang="en-US" sz="2000" b="1" kern="1200">
                <a:solidFill>
                  <a:srgbClr val="000000"/>
                </a:solidFill>
                <a:latin typeface="Roboto Regular"/>
                <a:ea typeface="MiSans"/>
                <a:cs typeface="MiSans"/>
              </a:rPr>
              <a:t> </a:t>
            </a:r>
            <a:r>
              <a:rPr lang="en-US" sz="2000" b="1" kern="1200" err="1">
                <a:solidFill>
                  <a:srgbClr val="000000"/>
                </a:solidFill>
                <a:latin typeface="Roboto Regular"/>
                <a:ea typeface="MiSans"/>
                <a:cs typeface="MiSans"/>
              </a:rPr>
              <a:t>lập</a:t>
            </a:r>
            <a:r>
              <a:rPr lang="en-US" sz="2000" b="1" kern="1200">
                <a:solidFill>
                  <a:srgbClr val="000000"/>
                </a:solidFill>
                <a:latin typeface="Roboto Regular"/>
                <a:ea typeface="MiSans"/>
                <a:cs typeface="MiSans"/>
              </a:rPr>
              <a:t> </a:t>
            </a:r>
            <a:r>
              <a:rPr lang="en-US" sz="2000" b="1" kern="1200" err="1">
                <a:solidFill>
                  <a:srgbClr val="000000"/>
                </a:solidFill>
                <a:latin typeface="Roboto Regular"/>
                <a:ea typeface="MiSans"/>
                <a:cs typeface="MiSans"/>
              </a:rPr>
              <a:t>trình</a:t>
            </a:r>
          </a:p>
        </p:txBody>
      </p:sp>
      <p:sp>
        <p:nvSpPr>
          <p:cNvPr id="17" name="Hộp Văn bản 16">
            <a:extLst>
              <a:ext uri="{FF2B5EF4-FFF2-40B4-BE49-F238E27FC236}">
                <a16:creationId xmlns:a16="http://schemas.microsoft.com/office/drawing/2014/main" id="{E96F335E-C8C9-EB2C-4C8C-687659DE8F70}"/>
              </a:ext>
            </a:extLst>
          </p:cNvPr>
          <p:cNvSpPr txBox="1"/>
          <p:nvPr/>
        </p:nvSpPr>
        <p:spPr>
          <a:xfrm>
            <a:off x="503208" y="1660584"/>
            <a:ext cx="10840527"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kern="1200" err="1">
                <a:solidFill>
                  <a:srgbClr val="2B2F36"/>
                </a:solidFill>
                <a:latin typeface="Open Sans"/>
                <a:ea typeface="Open Sans"/>
                <a:cs typeface="Open Sans"/>
              </a:rPr>
              <a:t>Đề</a:t>
            </a:r>
            <a:r>
              <a:rPr lang="en-US" kern="1200">
                <a:solidFill>
                  <a:srgbClr val="2B2F36"/>
                </a:solidFill>
                <a:latin typeface="Open Sans"/>
                <a:ea typeface="Open Sans"/>
                <a:cs typeface="Open Sans"/>
              </a:rPr>
              <a:t> </a:t>
            </a:r>
            <a:r>
              <a:rPr lang="en-US" kern="1200" err="1">
                <a:solidFill>
                  <a:srgbClr val="2B2F36"/>
                </a:solidFill>
                <a:latin typeface="Open Sans"/>
                <a:ea typeface="Open Sans"/>
                <a:cs typeface="Open Sans"/>
              </a:rPr>
              <a:t>tài</a:t>
            </a:r>
            <a:r>
              <a:rPr lang="en-US" kern="1200">
                <a:solidFill>
                  <a:srgbClr val="2B2F36"/>
                </a:solidFill>
                <a:latin typeface="Open Sans"/>
                <a:ea typeface="Open Sans"/>
                <a:cs typeface="Open Sans"/>
              </a:rPr>
              <a:t> </a:t>
            </a:r>
            <a:r>
              <a:rPr lang="en-US" kern="1200" err="1">
                <a:solidFill>
                  <a:srgbClr val="2B2F36"/>
                </a:solidFill>
                <a:latin typeface="Open Sans"/>
                <a:ea typeface="Open Sans"/>
                <a:cs typeface="Open Sans"/>
              </a:rPr>
              <a:t>sử</a:t>
            </a:r>
            <a:r>
              <a:rPr lang="en-US" kern="1200">
                <a:solidFill>
                  <a:srgbClr val="2B2F36"/>
                </a:solidFill>
                <a:latin typeface="Open Sans"/>
                <a:ea typeface="Open Sans"/>
                <a:cs typeface="Open Sans"/>
              </a:rPr>
              <a:t> </a:t>
            </a:r>
            <a:r>
              <a:rPr lang="en-US" kern="1200" err="1">
                <a:solidFill>
                  <a:srgbClr val="2B2F36"/>
                </a:solidFill>
                <a:latin typeface="Open Sans"/>
                <a:ea typeface="Open Sans"/>
                <a:cs typeface="Open Sans"/>
              </a:rPr>
              <a:t>dụng</a:t>
            </a:r>
            <a:r>
              <a:rPr lang="en-US" kern="1200">
                <a:solidFill>
                  <a:srgbClr val="2B2F36"/>
                </a:solidFill>
                <a:latin typeface="Open Sans"/>
                <a:ea typeface="Open Sans"/>
                <a:cs typeface="Open Sans"/>
              </a:rPr>
              <a:t> </a:t>
            </a:r>
            <a:r>
              <a:rPr lang="en-US" b="1" kern="1200" err="1">
                <a:solidFill>
                  <a:srgbClr val="2B2F36"/>
                </a:solidFill>
                <a:latin typeface="Open Sans"/>
                <a:ea typeface="Open Sans"/>
                <a:cs typeface="Open Sans"/>
              </a:rPr>
              <a:t>ngôn</a:t>
            </a:r>
            <a:r>
              <a:rPr lang="en-US" b="1" kern="1200">
                <a:solidFill>
                  <a:srgbClr val="2B2F36"/>
                </a:solidFill>
                <a:latin typeface="Open Sans"/>
                <a:ea typeface="Open Sans"/>
                <a:cs typeface="Open Sans"/>
              </a:rPr>
              <a:t> </a:t>
            </a:r>
            <a:r>
              <a:rPr lang="en-US" b="1" kern="1200" err="1">
                <a:solidFill>
                  <a:srgbClr val="2B2F36"/>
                </a:solidFill>
                <a:latin typeface="Open Sans"/>
                <a:ea typeface="Open Sans"/>
                <a:cs typeface="Open Sans"/>
              </a:rPr>
              <a:t>ngữ</a:t>
            </a:r>
            <a:r>
              <a:rPr lang="en-US" b="1" kern="1200">
                <a:solidFill>
                  <a:srgbClr val="2B2F36"/>
                </a:solidFill>
                <a:latin typeface="Open Sans"/>
                <a:ea typeface="Open Sans"/>
                <a:cs typeface="Open Sans"/>
              </a:rPr>
              <a:t> </a:t>
            </a:r>
            <a:r>
              <a:rPr lang="en-US" b="1" kern="1200" err="1">
                <a:solidFill>
                  <a:srgbClr val="2B2F36"/>
                </a:solidFill>
                <a:latin typeface="Open Sans"/>
                <a:ea typeface="Open Sans"/>
                <a:cs typeface="Open Sans"/>
              </a:rPr>
              <a:t>lập</a:t>
            </a:r>
            <a:r>
              <a:rPr lang="en-US" b="1" kern="1200">
                <a:solidFill>
                  <a:srgbClr val="2B2F36"/>
                </a:solidFill>
                <a:latin typeface="Open Sans"/>
                <a:ea typeface="Open Sans"/>
                <a:cs typeface="Open Sans"/>
              </a:rPr>
              <a:t> </a:t>
            </a:r>
            <a:r>
              <a:rPr lang="en-US" b="1" kern="1200" err="1">
                <a:solidFill>
                  <a:srgbClr val="2B2F36"/>
                </a:solidFill>
                <a:latin typeface="Open Sans"/>
                <a:ea typeface="Open Sans"/>
                <a:cs typeface="Open Sans"/>
              </a:rPr>
              <a:t>trình</a:t>
            </a:r>
            <a:r>
              <a:rPr lang="en-US" b="1" kern="1200">
                <a:solidFill>
                  <a:srgbClr val="2B2F36"/>
                </a:solidFill>
                <a:latin typeface="Open Sans"/>
                <a:ea typeface="Open Sans"/>
                <a:cs typeface="Open Sans"/>
              </a:rPr>
              <a:t> C++</a:t>
            </a:r>
            <a:r>
              <a:rPr lang="en-US" kern="1200">
                <a:solidFill>
                  <a:srgbClr val="2B2F36"/>
                </a:solidFill>
                <a:latin typeface="Open Sans"/>
                <a:ea typeface="Open Sans"/>
                <a:cs typeface="Open Sans"/>
              </a:rPr>
              <a:t> </a:t>
            </a:r>
            <a:r>
              <a:rPr lang="en-US" kern="1200" err="1">
                <a:solidFill>
                  <a:srgbClr val="2B2F36"/>
                </a:solidFill>
                <a:latin typeface="Open Sans"/>
                <a:ea typeface="Open Sans"/>
                <a:cs typeface="Open Sans"/>
              </a:rPr>
              <a:t>để</a:t>
            </a:r>
            <a:r>
              <a:rPr lang="en-US" kern="1200">
                <a:solidFill>
                  <a:srgbClr val="2B2F36"/>
                </a:solidFill>
                <a:latin typeface="Open Sans"/>
                <a:ea typeface="Open Sans"/>
                <a:cs typeface="Open Sans"/>
              </a:rPr>
              <a:t> </a:t>
            </a:r>
            <a:r>
              <a:rPr lang="en-US" kern="1200" err="1">
                <a:solidFill>
                  <a:srgbClr val="2B2F36"/>
                </a:solidFill>
                <a:latin typeface="Open Sans"/>
                <a:ea typeface="Open Sans"/>
                <a:cs typeface="Open Sans"/>
              </a:rPr>
              <a:t>xây</a:t>
            </a:r>
            <a:r>
              <a:rPr lang="en-US" kern="1200">
                <a:solidFill>
                  <a:srgbClr val="2B2F36"/>
                </a:solidFill>
                <a:latin typeface="Open Sans"/>
                <a:ea typeface="Open Sans"/>
                <a:cs typeface="Open Sans"/>
              </a:rPr>
              <a:t> </a:t>
            </a:r>
            <a:r>
              <a:rPr lang="en-US" kern="1200" err="1">
                <a:solidFill>
                  <a:srgbClr val="2B2F36"/>
                </a:solidFill>
                <a:latin typeface="Open Sans"/>
                <a:ea typeface="Open Sans"/>
                <a:cs typeface="Open Sans"/>
              </a:rPr>
              <a:t>dựng</a:t>
            </a:r>
            <a:r>
              <a:rPr lang="en-US" kern="1200">
                <a:solidFill>
                  <a:srgbClr val="2B2F36"/>
                </a:solidFill>
                <a:latin typeface="Open Sans"/>
                <a:ea typeface="Open Sans"/>
                <a:cs typeface="Open Sans"/>
              </a:rPr>
              <a:t> </a:t>
            </a:r>
            <a:r>
              <a:rPr lang="en-US" kern="1200" err="1">
                <a:solidFill>
                  <a:srgbClr val="2B2F36"/>
                </a:solidFill>
                <a:latin typeface="Open Sans"/>
                <a:ea typeface="Open Sans"/>
                <a:cs typeface="Open Sans"/>
              </a:rPr>
              <a:t>chương</a:t>
            </a:r>
            <a:r>
              <a:rPr lang="en-US" kern="1200">
                <a:solidFill>
                  <a:srgbClr val="2B2F36"/>
                </a:solidFill>
                <a:latin typeface="Open Sans"/>
                <a:ea typeface="Open Sans"/>
                <a:cs typeface="Open Sans"/>
              </a:rPr>
              <a:t> </a:t>
            </a:r>
            <a:r>
              <a:rPr lang="en-US" kern="1200" err="1">
                <a:solidFill>
                  <a:srgbClr val="2B2F36"/>
                </a:solidFill>
                <a:latin typeface="Open Sans"/>
                <a:ea typeface="Open Sans"/>
                <a:cs typeface="Open Sans"/>
              </a:rPr>
              <a:t>trình</a:t>
            </a:r>
            <a:r>
              <a:rPr lang="en-US" kern="1200">
                <a:solidFill>
                  <a:srgbClr val="2B2F36"/>
                </a:solidFill>
                <a:latin typeface="Open Sans"/>
                <a:ea typeface="Open Sans"/>
                <a:cs typeface="Open Sans"/>
              </a:rPr>
              <a:t> </a:t>
            </a:r>
            <a:r>
              <a:rPr lang="en-US" kern="1200" err="1">
                <a:solidFill>
                  <a:srgbClr val="2B2F36"/>
                </a:solidFill>
                <a:latin typeface="Open Sans"/>
                <a:ea typeface="Open Sans"/>
                <a:cs typeface="Open Sans"/>
              </a:rPr>
              <a:t>quản</a:t>
            </a:r>
            <a:r>
              <a:rPr lang="en-US" kern="1200">
                <a:solidFill>
                  <a:srgbClr val="2B2F36"/>
                </a:solidFill>
                <a:latin typeface="Open Sans"/>
                <a:ea typeface="Open Sans"/>
                <a:cs typeface="Open Sans"/>
              </a:rPr>
              <a:t> </a:t>
            </a:r>
            <a:r>
              <a:rPr lang="en-US" kern="1200" err="1">
                <a:solidFill>
                  <a:srgbClr val="2B2F36"/>
                </a:solidFill>
                <a:latin typeface="Open Sans"/>
                <a:ea typeface="Open Sans"/>
                <a:cs typeface="Open Sans"/>
              </a:rPr>
              <a:t>lý</a:t>
            </a:r>
            <a:r>
              <a:rPr lang="en-US" kern="1200">
                <a:solidFill>
                  <a:srgbClr val="2B2F36"/>
                </a:solidFill>
                <a:latin typeface="Open Sans"/>
                <a:ea typeface="Open Sans"/>
                <a:cs typeface="Open Sans"/>
              </a:rPr>
              <a:t> </a:t>
            </a:r>
            <a:r>
              <a:rPr lang="en-US" kern="1200" err="1">
                <a:solidFill>
                  <a:srgbClr val="2B2F36"/>
                </a:solidFill>
                <a:latin typeface="Open Sans"/>
                <a:ea typeface="Open Sans"/>
                <a:cs typeface="Open Sans"/>
              </a:rPr>
              <a:t>thư</a:t>
            </a:r>
            <a:r>
              <a:rPr lang="en-US" kern="1200">
                <a:solidFill>
                  <a:srgbClr val="2B2F36"/>
                </a:solidFill>
                <a:latin typeface="Open Sans"/>
                <a:ea typeface="Open Sans"/>
                <a:cs typeface="Open Sans"/>
              </a:rPr>
              <a:t> </a:t>
            </a:r>
            <a:r>
              <a:rPr lang="en-US" kern="1200" err="1">
                <a:solidFill>
                  <a:srgbClr val="2B2F36"/>
                </a:solidFill>
                <a:latin typeface="Open Sans"/>
                <a:ea typeface="Open Sans"/>
                <a:cs typeface="Open Sans"/>
              </a:rPr>
              <a:t>viện</a:t>
            </a:r>
            <a:r>
              <a:rPr lang="en-US" kern="1200">
                <a:solidFill>
                  <a:srgbClr val="2B2F36"/>
                </a:solidFill>
                <a:latin typeface="Open Sans"/>
                <a:ea typeface="Open Sans"/>
                <a:cs typeface="Open Sans"/>
              </a:rPr>
              <a:t>. C++ </a:t>
            </a:r>
            <a:r>
              <a:rPr lang="en-US" kern="1200" err="1">
                <a:solidFill>
                  <a:srgbClr val="2B2F36"/>
                </a:solidFill>
                <a:latin typeface="Open Sans"/>
                <a:ea typeface="Open Sans"/>
                <a:cs typeface="Open Sans"/>
              </a:rPr>
              <a:t>được</a:t>
            </a:r>
            <a:r>
              <a:rPr lang="en-US" kern="1200">
                <a:solidFill>
                  <a:srgbClr val="2B2F36"/>
                </a:solidFill>
                <a:latin typeface="Open Sans"/>
                <a:ea typeface="Open Sans"/>
                <a:cs typeface="Open Sans"/>
              </a:rPr>
              <a:t> </a:t>
            </a:r>
            <a:r>
              <a:rPr lang="en-US" kern="1200" err="1">
                <a:solidFill>
                  <a:srgbClr val="2B2F36"/>
                </a:solidFill>
                <a:latin typeface="Open Sans"/>
                <a:ea typeface="Open Sans"/>
                <a:cs typeface="Open Sans"/>
              </a:rPr>
              <a:t>lựa</a:t>
            </a:r>
            <a:r>
              <a:rPr lang="en-US" kern="1200">
                <a:solidFill>
                  <a:srgbClr val="2B2F36"/>
                </a:solidFill>
                <a:latin typeface="Open Sans"/>
                <a:ea typeface="Open Sans"/>
                <a:cs typeface="Open Sans"/>
              </a:rPr>
              <a:t> </a:t>
            </a:r>
            <a:r>
              <a:rPr lang="en-US" kern="1200" err="1">
                <a:solidFill>
                  <a:srgbClr val="2B2F36"/>
                </a:solidFill>
                <a:latin typeface="Open Sans"/>
                <a:ea typeface="Open Sans"/>
                <a:cs typeface="Open Sans"/>
              </a:rPr>
              <a:t>chọn</a:t>
            </a:r>
            <a:r>
              <a:rPr lang="en-US" kern="1200">
                <a:solidFill>
                  <a:srgbClr val="2B2F36"/>
                </a:solidFill>
                <a:latin typeface="Open Sans"/>
                <a:ea typeface="Open Sans"/>
                <a:cs typeface="Open Sans"/>
              </a:rPr>
              <a:t> </a:t>
            </a:r>
            <a:r>
              <a:rPr lang="en-US" kern="1200" err="1">
                <a:solidFill>
                  <a:srgbClr val="2B2F36"/>
                </a:solidFill>
                <a:latin typeface="Open Sans"/>
                <a:ea typeface="Open Sans"/>
                <a:cs typeface="Open Sans"/>
              </a:rPr>
              <a:t>vì</a:t>
            </a:r>
            <a:r>
              <a:rPr lang="en-US" kern="1200">
                <a:solidFill>
                  <a:srgbClr val="2B2F36"/>
                </a:solidFill>
                <a:latin typeface="Open Sans"/>
                <a:ea typeface="Open Sans"/>
                <a:cs typeface="Open Sans"/>
              </a:rPr>
              <a:t> </a:t>
            </a:r>
            <a:r>
              <a:rPr lang="en-US" kern="1200" err="1">
                <a:solidFill>
                  <a:srgbClr val="2B2F36"/>
                </a:solidFill>
                <a:latin typeface="Open Sans"/>
                <a:ea typeface="Open Sans"/>
                <a:cs typeface="Open Sans"/>
              </a:rPr>
              <a:t>khả</a:t>
            </a:r>
            <a:r>
              <a:rPr lang="en-US" kern="1200">
                <a:solidFill>
                  <a:srgbClr val="2B2F36"/>
                </a:solidFill>
                <a:latin typeface="Open Sans"/>
                <a:ea typeface="Open Sans"/>
                <a:cs typeface="Open Sans"/>
              </a:rPr>
              <a:t> </a:t>
            </a:r>
            <a:r>
              <a:rPr lang="en-US" kern="1200" err="1">
                <a:solidFill>
                  <a:srgbClr val="2B2F36"/>
                </a:solidFill>
                <a:latin typeface="Open Sans"/>
                <a:ea typeface="Open Sans"/>
                <a:cs typeface="Open Sans"/>
              </a:rPr>
              <a:t>năng</a:t>
            </a:r>
            <a:r>
              <a:rPr lang="en-US" kern="1200">
                <a:solidFill>
                  <a:srgbClr val="2B2F36"/>
                </a:solidFill>
                <a:latin typeface="Open Sans"/>
                <a:ea typeface="Open Sans"/>
                <a:cs typeface="Open Sans"/>
              </a:rPr>
              <a:t> </a:t>
            </a:r>
            <a:r>
              <a:rPr lang="en-US" kern="1200" err="1">
                <a:solidFill>
                  <a:srgbClr val="2B2F36"/>
                </a:solidFill>
                <a:latin typeface="Open Sans"/>
                <a:ea typeface="Open Sans"/>
                <a:cs typeface="Open Sans"/>
              </a:rPr>
              <a:t>quản</a:t>
            </a:r>
            <a:r>
              <a:rPr lang="en-US" kern="1200">
                <a:solidFill>
                  <a:srgbClr val="2B2F36"/>
                </a:solidFill>
                <a:latin typeface="Open Sans"/>
                <a:ea typeface="Open Sans"/>
                <a:cs typeface="Open Sans"/>
              </a:rPr>
              <a:t> </a:t>
            </a:r>
            <a:r>
              <a:rPr lang="en-US" kern="1200" err="1">
                <a:solidFill>
                  <a:srgbClr val="2B2F36"/>
                </a:solidFill>
                <a:latin typeface="Open Sans"/>
                <a:ea typeface="Open Sans"/>
                <a:cs typeface="Open Sans"/>
              </a:rPr>
              <a:t>lý</a:t>
            </a:r>
            <a:r>
              <a:rPr lang="en-US" kern="1200">
                <a:solidFill>
                  <a:srgbClr val="2B2F36"/>
                </a:solidFill>
                <a:latin typeface="Open Sans"/>
                <a:ea typeface="Open Sans"/>
                <a:cs typeface="Open Sans"/>
              </a:rPr>
              <a:t> </a:t>
            </a:r>
            <a:r>
              <a:rPr lang="en-US" kern="1200" err="1">
                <a:solidFill>
                  <a:srgbClr val="2B2F36"/>
                </a:solidFill>
                <a:latin typeface="Open Sans"/>
                <a:ea typeface="Open Sans"/>
                <a:cs typeface="Open Sans"/>
              </a:rPr>
              <a:t>bộ</a:t>
            </a:r>
            <a:r>
              <a:rPr lang="en-US" kern="1200">
                <a:solidFill>
                  <a:srgbClr val="2B2F36"/>
                </a:solidFill>
                <a:latin typeface="Open Sans"/>
                <a:ea typeface="Open Sans"/>
                <a:cs typeface="Open Sans"/>
              </a:rPr>
              <a:t> </a:t>
            </a:r>
            <a:r>
              <a:rPr lang="en-US" kern="1200" err="1">
                <a:solidFill>
                  <a:srgbClr val="2B2F36"/>
                </a:solidFill>
                <a:latin typeface="Open Sans"/>
                <a:ea typeface="Open Sans"/>
                <a:cs typeface="Open Sans"/>
              </a:rPr>
              <a:t>nhớ</a:t>
            </a:r>
            <a:r>
              <a:rPr lang="en-US" kern="1200">
                <a:solidFill>
                  <a:srgbClr val="2B2F36"/>
                </a:solidFill>
                <a:latin typeface="Open Sans"/>
                <a:ea typeface="Open Sans"/>
                <a:cs typeface="Open Sans"/>
              </a:rPr>
              <a:t> </a:t>
            </a:r>
            <a:r>
              <a:rPr lang="en-US" kern="1200" err="1">
                <a:solidFill>
                  <a:srgbClr val="2B2F36"/>
                </a:solidFill>
                <a:latin typeface="Open Sans"/>
                <a:ea typeface="Open Sans"/>
                <a:cs typeface="Open Sans"/>
              </a:rPr>
              <a:t>và</a:t>
            </a:r>
            <a:r>
              <a:rPr lang="en-US" kern="1200">
                <a:solidFill>
                  <a:srgbClr val="2B2F36"/>
                </a:solidFill>
                <a:latin typeface="Open Sans"/>
                <a:ea typeface="Open Sans"/>
                <a:cs typeface="Open Sans"/>
              </a:rPr>
              <a:t> </a:t>
            </a:r>
            <a:r>
              <a:rPr lang="en-US" kern="1200" err="1">
                <a:solidFill>
                  <a:srgbClr val="2B2F36"/>
                </a:solidFill>
                <a:latin typeface="Open Sans"/>
                <a:ea typeface="Open Sans"/>
                <a:cs typeface="Open Sans"/>
              </a:rPr>
              <a:t>hiệu</a:t>
            </a:r>
            <a:r>
              <a:rPr lang="en-US" kern="1200">
                <a:solidFill>
                  <a:srgbClr val="2B2F36"/>
                </a:solidFill>
                <a:latin typeface="Open Sans"/>
                <a:ea typeface="Open Sans"/>
                <a:cs typeface="Open Sans"/>
              </a:rPr>
              <a:t> </a:t>
            </a:r>
            <a:r>
              <a:rPr lang="en-US" kern="1200" err="1">
                <a:solidFill>
                  <a:srgbClr val="2B2F36"/>
                </a:solidFill>
                <a:latin typeface="Open Sans"/>
                <a:ea typeface="Open Sans"/>
                <a:cs typeface="Open Sans"/>
              </a:rPr>
              <a:t>suất</a:t>
            </a:r>
            <a:r>
              <a:rPr lang="en-US" kern="1200">
                <a:solidFill>
                  <a:srgbClr val="2B2F36"/>
                </a:solidFill>
                <a:latin typeface="Open Sans"/>
                <a:ea typeface="Open Sans"/>
                <a:cs typeface="Open Sans"/>
              </a:rPr>
              <a:t> </a:t>
            </a:r>
            <a:r>
              <a:rPr lang="en-US" kern="1200" err="1">
                <a:solidFill>
                  <a:srgbClr val="2B2F36"/>
                </a:solidFill>
                <a:latin typeface="Open Sans"/>
                <a:ea typeface="Open Sans"/>
                <a:cs typeface="Open Sans"/>
              </a:rPr>
              <a:t>cao</a:t>
            </a:r>
            <a:r>
              <a:rPr lang="en-US" kern="1200">
                <a:solidFill>
                  <a:srgbClr val="2B2F36"/>
                </a:solidFill>
                <a:latin typeface="Open Sans"/>
                <a:ea typeface="Open Sans"/>
                <a:cs typeface="Open Sans"/>
              </a:rPr>
              <a:t>, </a:t>
            </a:r>
            <a:r>
              <a:rPr lang="en-US" kern="1200" err="1">
                <a:solidFill>
                  <a:srgbClr val="2B2F36"/>
                </a:solidFill>
                <a:latin typeface="Open Sans"/>
                <a:ea typeface="Open Sans"/>
                <a:cs typeface="Open Sans"/>
              </a:rPr>
              <a:t>phù</a:t>
            </a:r>
            <a:r>
              <a:rPr lang="en-US" kern="1200">
                <a:solidFill>
                  <a:srgbClr val="2B2F36"/>
                </a:solidFill>
                <a:latin typeface="Open Sans"/>
                <a:ea typeface="Open Sans"/>
                <a:cs typeface="Open Sans"/>
              </a:rPr>
              <a:t> </a:t>
            </a:r>
            <a:r>
              <a:rPr lang="en-US" kern="1200" err="1">
                <a:solidFill>
                  <a:srgbClr val="2B2F36"/>
                </a:solidFill>
                <a:latin typeface="Open Sans"/>
                <a:ea typeface="Open Sans"/>
                <a:cs typeface="Open Sans"/>
              </a:rPr>
              <a:t>hợp</a:t>
            </a:r>
            <a:r>
              <a:rPr lang="en-US" kern="1200">
                <a:solidFill>
                  <a:srgbClr val="2B2F36"/>
                </a:solidFill>
                <a:latin typeface="Open Sans"/>
                <a:ea typeface="Open Sans"/>
                <a:cs typeface="Open Sans"/>
              </a:rPr>
              <a:t> </a:t>
            </a:r>
            <a:r>
              <a:rPr lang="en-US" kern="1200" err="1">
                <a:solidFill>
                  <a:srgbClr val="2B2F36"/>
                </a:solidFill>
                <a:latin typeface="Open Sans"/>
                <a:ea typeface="Open Sans"/>
                <a:cs typeface="Open Sans"/>
              </a:rPr>
              <a:t>với</a:t>
            </a:r>
            <a:r>
              <a:rPr lang="en-US" kern="1200">
                <a:solidFill>
                  <a:srgbClr val="2B2F36"/>
                </a:solidFill>
                <a:latin typeface="Open Sans"/>
                <a:ea typeface="Open Sans"/>
                <a:cs typeface="Open Sans"/>
              </a:rPr>
              <a:t> </a:t>
            </a:r>
            <a:r>
              <a:rPr lang="en-US" kern="1200" err="1">
                <a:solidFill>
                  <a:srgbClr val="2B2F36"/>
                </a:solidFill>
                <a:latin typeface="Open Sans"/>
                <a:ea typeface="Open Sans"/>
                <a:cs typeface="Open Sans"/>
              </a:rPr>
              <a:t>việc</a:t>
            </a:r>
            <a:r>
              <a:rPr lang="en-US" kern="1200">
                <a:solidFill>
                  <a:srgbClr val="2B2F36"/>
                </a:solidFill>
                <a:latin typeface="Open Sans"/>
                <a:ea typeface="Open Sans"/>
                <a:cs typeface="Open Sans"/>
              </a:rPr>
              <a:t> </a:t>
            </a:r>
            <a:r>
              <a:rPr lang="en-US" kern="1200" err="1">
                <a:solidFill>
                  <a:srgbClr val="2B2F36"/>
                </a:solidFill>
                <a:latin typeface="Open Sans"/>
                <a:ea typeface="Open Sans"/>
                <a:cs typeface="Open Sans"/>
              </a:rPr>
              <a:t>sử</a:t>
            </a:r>
            <a:r>
              <a:rPr lang="en-US" kern="1200">
                <a:solidFill>
                  <a:srgbClr val="2B2F36"/>
                </a:solidFill>
                <a:latin typeface="Open Sans"/>
                <a:ea typeface="Open Sans"/>
                <a:cs typeface="Open Sans"/>
              </a:rPr>
              <a:t> </a:t>
            </a:r>
            <a:r>
              <a:rPr lang="en-US" kern="1200" err="1">
                <a:solidFill>
                  <a:srgbClr val="2B2F36"/>
                </a:solidFill>
                <a:latin typeface="Open Sans"/>
                <a:ea typeface="Open Sans"/>
                <a:cs typeface="Open Sans"/>
              </a:rPr>
              <a:t>dụng</a:t>
            </a:r>
            <a:r>
              <a:rPr lang="en-US" kern="1200">
                <a:solidFill>
                  <a:srgbClr val="2B2F36"/>
                </a:solidFill>
                <a:latin typeface="Open Sans"/>
                <a:ea typeface="Open Sans"/>
                <a:cs typeface="Open Sans"/>
              </a:rPr>
              <a:t> </a:t>
            </a:r>
            <a:r>
              <a:rPr lang="en-US" kern="1200" err="1">
                <a:solidFill>
                  <a:srgbClr val="2B2F36"/>
                </a:solidFill>
                <a:latin typeface="Open Sans"/>
                <a:ea typeface="Open Sans"/>
                <a:cs typeface="Open Sans"/>
              </a:rPr>
              <a:t>cấu</a:t>
            </a:r>
            <a:r>
              <a:rPr lang="en-US" kern="1200">
                <a:solidFill>
                  <a:srgbClr val="2B2F36"/>
                </a:solidFill>
                <a:latin typeface="Open Sans"/>
                <a:ea typeface="Open Sans"/>
                <a:cs typeface="Open Sans"/>
              </a:rPr>
              <a:t> </a:t>
            </a:r>
            <a:r>
              <a:rPr lang="en-US" kern="1200" err="1">
                <a:solidFill>
                  <a:srgbClr val="2B2F36"/>
                </a:solidFill>
                <a:latin typeface="Open Sans"/>
                <a:ea typeface="Open Sans"/>
                <a:cs typeface="Open Sans"/>
              </a:rPr>
              <a:t>trúc</a:t>
            </a:r>
            <a:r>
              <a:rPr lang="en-US" kern="1200">
                <a:solidFill>
                  <a:srgbClr val="2B2F36"/>
                </a:solidFill>
                <a:latin typeface="Open Sans"/>
                <a:ea typeface="Open Sans"/>
                <a:cs typeface="Open Sans"/>
              </a:rPr>
              <a:t> </a:t>
            </a:r>
            <a:r>
              <a:rPr lang="en-US" kern="1200" err="1">
                <a:solidFill>
                  <a:srgbClr val="2B2F36"/>
                </a:solidFill>
                <a:latin typeface="Open Sans"/>
                <a:ea typeface="Open Sans"/>
                <a:cs typeface="Open Sans"/>
              </a:rPr>
              <a:t>dữ</a:t>
            </a:r>
            <a:r>
              <a:rPr lang="en-US" kern="1200">
                <a:solidFill>
                  <a:srgbClr val="2B2F36"/>
                </a:solidFill>
                <a:latin typeface="Open Sans"/>
                <a:ea typeface="Open Sans"/>
                <a:cs typeface="Open Sans"/>
              </a:rPr>
              <a:t> </a:t>
            </a:r>
            <a:r>
              <a:rPr lang="en-US" kern="1200" err="1">
                <a:solidFill>
                  <a:srgbClr val="2B2F36"/>
                </a:solidFill>
                <a:latin typeface="Open Sans"/>
                <a:ea typeface="Open Sans"/>
                <a:cs typeface="Open Sans"/>
              </a:rPr>
              <a:t>liệu</a:t>
            </a:r>
            <a:r>
              <a:rPr lang="en-US" kern="1200">
                <a:solidFill>
                  <a:srgbClr val="2B2F36"/>
                </a:solidFill>
                <a:latin typeface="Open Sans"/>
                <a:ea typeface="Open Sans"/>
                <a:cs typeface="Open Sans"/>
              </a:rPr>
              <a:t> </a:t>
            </a:r>
            <a:r>
              <a:rPr lang="en-US" kern="1200" err="1">
                <a:solidFill>
                  <a:srgbClr val="2B2F36"/>
                </a:solidFill>
                <a:latin typeface="Open Sans"/>
                <a:ea typeface="Open Sans"/>
                <a:cs typeface="Open Sans"/>
              </a:rPr>
              <a:t>danh</a:t>
            </a:r>
            <a:r>
              <a:rPr lang="en-US" kern="1200">
                <a:solidFill>
                  <a:srgbClr val="2B2F36"/>
                </a:solidFill>
                <a:latin typeface="Open Sans"/>
                <a:ea typeface="Open Sans"/>
                <a:cs typeface="Open Sans"/>
              </a:rPr>
              <a:t> </a:t>
            </a:r>
            <a:r>
              <a:rPr lang="en-US" kern="1200" err="1">
                <a:solidFill>
                  <a:srgbClr val="2B2F36"/>
                </a:solidFill>
                <a:latin typeface="Open Sans"/>
                <a:ea typeface="Open Sans"/>
                <a:cs typeface="Open Sans"/>
              </a:rPr>
              <a:t>sách</a:t>
            </a:r>
            <a:r>
              <a:rPr lang="en-US" kern="1200">
                <a:solidFill>
                  <a:srgbClr val="2B2F36"/>
                </a:solidFill>
                <a:latin typeface="Open Sans"/>
                <a:ea typeface="Open Sans"/>
                <a:cs typeface="Open Sans"/>
              </a:rPr>
              <a:t> </a:t>
            </a:r>
            <a:r>
              <a:rPr lang="en-US" kern="1200" err="1">
                <a:solidFill>
                  <a:srgbClr val="2B2F36"/>
                </a:solidFill>
                <a:latin typeface="Open Sans"/>
                <a:ea typeface="Open Sans"/>
                <a:cs typeface="Open Sans"/>
              </a:rPr>
              <a:t>liên</a:t>
            </a:r>
            <a:r>
              <a:rPr lang="en-US" kern="1200">
                <a:solidFill>
                  <a:srgbClr val="2B2F36"/>
                </a:solidFill>
                <a:latin typeface="Open Sans"/>
                <a:ea typeface="Open Sans"/>
                <a:cs typeface="Open Sans"/>
              </a:rPr>
              <a:t> </a:t>
            </a:r>
            <a:r>
              <a:rPr lang="en-US" kern="1200" err="1">
                <a:solidFill>
                  <a:srgbClr val="2B2F36"/>
                </a:solidFill>
                <a:latin typeface="Open Sans"/>
                <a:ea typeface="Open Sans"/>
                <a:cs typeface="Open Sans"/>
              </a:rPr>
              <a:t>kết</a:t>
            </a:r>
            <a:r>
              <a:rPr lang="en-US" kern="1200">
                <a:solidFill>
                  <a:srgbClr val="2B2F36"/>
                </a:solidFill>
                <a:latin typeface="Open Sans"/>
                <a:ea typeface="Open Sans"/>
                <a:cs typeface="Open Sans"/>
              </a:rPr>
              <a:t> </a:t>
            </a:r>
            <a:r>
              <a:rPr lang="en-US" kern="1200" err="1">
                <a:solidFill>
                  <a:srgbClr val="2B2F36"/>
                </a:solidFill>
                <a:latin typeface="Open Sans"/>
                <a:ea typeface="Open Sans"/>
                <a:cs typeface="Open Sans"/>
              </a:rPr>
              <a:t>đơn</a:t>
            </a:r>
            <a:r>
              <a:rPr lang="en-US" kern="1200">
                <a:solidFill>
                  <a:srgbClr val="2B2F36"/>
                </a:solidFill>
                <a:latin typeface="Open Sans"/>
                <a:ea typeface="Open Sans"/>
                <a:cs typeface="Open Sans"/>
              </a:rPr>
              <a:t>.</a:t>
            </a:r>
          </a:p>
        </p:txBody>
      </p:sp>
      <p:sp>
        <p:nvSpPr>
          <p:cNvPr id="18" name="Hộp Văn bản 17">
            <a:extLst>
              <a:ext uri="{FF2B5EF4-FFF2-40B4-BE49-F238E27FC236}">
                <a16:creationId xmlns:a16="http://schemas.microsoft.com/office/drawing/2014/main" id="{1D0C6C29-0897-93DD-CEA3-3FEF45E486B6}"/>
              </a:ext>
            </a:extLst>
          </p:cNvPr>
          <p:cNvSpPr txBox="1"/>
          <p:nvPr/>
        </p:nvSpPr>
        <p:spPr>
          <a:xfrm>
            <a:off x="402565" y="2681376"/>
            <a:ext cx="2027208"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err="1">
                <a:solidFill>
                  <a:srgbClr val="000000"/>
                </a:solidFill>
                <a:latin typeface="Roboto Regular"/>
                <a:ea typeface="+mn-lt"/>
                <a:cs typeface="+mn-lt"/>
              </a:rPr>
              <a:t>Cấu</a:t>
            </a:r>
            <a:r>
              <a:rPr lang="en-US" sz="2000" b="1">
                <a:solidFill>
                  <a:srgbClr val="000000"/>
                </a:solidFill>
                <a:latin typeface="Roboto Regular"/>
                <a:ea typeface="+mn-lt"/>
                <a:cs typeface="+mn-lt"/>
              </a:rPr>
              <a:t> </a:t>
            </a:r>
            <a:r>
              <a:rPr lang="en-US" sz="2000" b="1" err="1">
                <a:solidFill>
                  <a:srgbClr val="000000"/>
                </a:solidFill>
                <a:latin typeface="Roboto Regular"/>
                <a:ea typeface="+mn-lt"/>
                <a:cs typeface="+mn-lt"/>
              </a:rPr>
              <a:t>trúc</a:t>
            </a:r>
            <a:r>
              <a:rPr lang="en-US" sz="2000" b="1">
                <a:solidFill>
                  <a:srgbClr val="000000"/>
                </a:solidFill>
                <a:latin typeface="Roboto Regular"/>
                <a:ea typeface="+mn-lt"/>
                <a:cs typeface="+mn-lt"/>
              </a:rPr>
              <a:t> </a:t>
            </a:r>
            <a:r>
              <a:rPr lang="en-US" sz="2000" b="1" err="1">
                <a:solidFill>
                  <a:srgbClr val="000000"/>
                </a:solidFill>
                <a:latin typeface="Roboto Regular"/>
                <a:ea typeface="+mn-lt"/>
                <a:cs typeface="+mn-lt"/>
              </a:rPr>
              <a:t>dữ</a:t>
            </a:r>
            <a:r>
              <a:rPr lang="en-US" sz="2000" b="1">
                <a:solidFill>
                  <a:srgbClr val="000000"/>
                </a:solidFill>
                <a:latin typeface="Roboto Regular"/>
                <a:ea typeface="+mn-lt"/>
                <a:cs typeface="+mn-lt"/>
              </a:rPr>
              <a:t> </a:t>
            </a:r>
            <a:r>
              <a:rPr lang="en-US" sz="2000" b="1" err="1">
                <a:solidFill>
                  <a:srgbClr val="000000"/>
                </a:solidFill>
                <a:latin typeface="Roboto Regular"/>
                <a:ea typeface="+mn-lt"/>
                <a:cs typeface="+mn-lt"/>
              </a:rPr>
              <a:t>liệu</a:t>
            </a:r>
            <a:endParaRPr lang="vi-VN" sz="2000" err="1">
              <a:latin typeface="Roboto Regular"/>
            </a:endParaRPr>
          </a:p>
          <a:p>
            <a:pPr marL="0" algn="l"/>
            <a:endParaRPr lang="en-US" sz="2000" b="1" kern="1200">
              <a:solidFill>
                <a:srgbClr val="000000"/>
              </a:solidFill>
              <a:latin typeface="Roboto Regular"/>
              <a:ea typeface="MiSans"/>
              <a:cs typeface="MiSans"/>
            </a:endParaRPr>
          </a:p>
        </p:txBody>
      </p:sp>
      <p:sp>
        <p:nvSpPr>
          <p:cNvPr id="19" name="Hộp Văn bản 18">
            <a:extLst>
              <a:ext uri="{FF2B5EF4-FFF2-40B4-BE49-F238E27FC236}">
                <a16:creationId xmlns:a16="http://schemas.microsoft.com/office/drawing/2014/main" id="{73F08F0E-FB79-D7FB-DADA-3DD73F8A76DA}"/>
              </a:ext>
            </a:extLst>
          </p:cNvPr>
          <p:cNvSpPr txBox="1"/>
          <p:nvPr/>
        </p:nvSpPr>
        <p:spPr>
          <a:xfrm>
            <a:off x="402564" y="3989715"/>
            <a:ext cx="2875472"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err="1">
                <a:solidFill>
                  <a:srgbClr val="000000"/>
                </a:solidFill>
                <a:latin typeface="Roboto Regular"/>
                <a:ea typeface="+mn-lt"/>
                <a:cs typeface="+mn-lt"/>
              </a:rPr>
              <a:t>Đối</a:t>
            </a:r>
            <a:r>
              <a:rPr lang="en-US" sz="2000" b="1">
                <a:solidFill>
                  <a:srgbClr val="000000"/>
                </a:solidFill>
                <a:latin typeface="Roboto Regular"/>
                <a:ea typeface="+mn-lt"/>
                <a:cs typeface="+mn-lt"/>
              </a:rPr>
              <a:t> </a:t>
            </a:r>
            <a:r>
              <a:rPr lang="en-US" sz="2000" b="1" err="1">
                <a:solidFill>
                  <a:srgbClr val="000000"/>
                </a:solidFill>
                <a:latin typeface="Roboto Regular"/>
                <a:ea typeface="+mn-lt"/>
                <a:cs typeface="+mn-lt"/>
              </a:rPr>
              <a:t>tượng</a:t>
            </a:r>
            <a:r>
              <a:rPr lang="en-US" sz="2000" b="1">
                <a:solidFill>
                  <a:srgbClr val="000000"/>
                </a:solidFill>
                <a:latin typeface="Roboto Regular"/>
                <a:ea typeface="+mn-lt"/>
                <a:cs typeface="+mn-lt"/>
              </a:rPr>
              <a:t> </a:t>
            </a:r>
            <a:r>
              <a:rPr lang="en-US" sz="2000" b="1" err="1">
                <a:solidFill>
                  <a:srgbClr val="000000"/>
                </a:solidFill>
                <a:latin typeface="Roboto Regular"/>
                <a:ea typeface="+mn-lt"/>
                <a:cs typeface="+mn-lt"/>
              </a:rPr>
              <a:t>quản</a:t>
            </a:r>
            <a:r>
              <a:rPr lang="en-US" sz="2000" b="1">
                <a:solidFill>
                  <a:srgbClr val="000000"/>
                </a:solidFill>
                <a:latin typeface="Roboto Regular"/>
                <a:ea typeface="+mn-lt"/>
                <a:cs typeface="+mn-lt"/>
              </a:rPr>
              <a:t> </a:t>
            </a:r>
            <a:r>
              <a:rPr lang="en-US" sz="2000" b="1" err="1">
                <a:solidFill>
                  <a:srgbClr val="000000"/>
                </a:solidFill>
                <a:latin typeface="Roboto Regular"/>
                <a:ea typeface="+mn-lt"/>
                <a:cs typeface="+mn-lt"/>
              </a:rPr>
              <a:t>lý</a:t>
            </a:r>
            <a:endParaRPr lang="vi-VN" sz="2000" err="1">
              <a:latin typeface="Roboto Regular"/>
            </a:endParaRPr>
          </a:p>
          <a:p>
            <a:pPr marL="0" algn="l"/>
            <a:endParaRPr lang="en-US" sz="2000" b="1" kern="1200">
              <a:solidFill>
                <a:srgbClr val="000000"/>
              </a:solidFill>
              <a:latin typeface="Roboto Regular"/>
              <a:ea typeface="MiSans"/>
              <a:cs typeface="MiSans"/>
            </a:endParaRPr>
          </a:p>
        </p:txBody>
      </p:sp>
      <p:sp>
        <p:nvSpPr>
          <p:cNvPr id="20" name="Hộp Văn bản 19">
            <a:extLst>
              <a:ext uri="{FF2B5EF4-FFF2-40B4-BE49-F238E27FC236}">
                <a16:creationId xmlns:a16="http://schemas.microsoft.com/office/drawing/2014/main" id="{6F87E8BD-3BB9-C352-9E0A-B807E4A79E75}"/>
              </a:ext>
            </a:extLst>
          </p:cNvPr>
          <p:cNvSpPr txBox="1"/>
          <p:nvPr/>
        </p:nvSpPr>
        <p:spPr>
          <a:xfrm>
            <a:off x="402563" y="5326809"/>
            <a:ext cx="2372264"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solidFill>
                  <a:srgbClr val="000000"/>
                </a:solidFill>
                <a:latin typeface="Roboto Regular"/>
                <a:ea typeface="+mn-lt"/>
                <a:cs typeface="+mn-lt"/>
              </a:rPr>
              <a:t>Phạm vi </a:t>
            </a:r>
            <a:r>
              <a:rPr lang="en-US" sz="2000" b="1" err="1">
                <a:solidFill>
                  <a:srgbClr val="000000"/>
                </a:solidFill>
                <a:latin typeface="Roboto Regular"/>
                <a:ea typeface="+mn-lt"/>
                <a:cs typeface="+mn-lt"/>
              </a:rPr>
              <a:t>ứng</a:t>
            </a:r>
            <a:r>
              <a:rPr lang="en-US" sz="2000" b="1">
                <a:solidFill>
                  <a:srgbClr val="000000"/>
                </a:solidFill>
                <a:latin typeface="Roboto Regular"/>
                <a:ea typeface="+mn-lt"/>
                <a:cs typeface="+mn-lt"/>
              </a:rPr>
              <a:t> dụng</a:t>
            </a:r>
            <a:endParaRPr lang="vi-VN" sz="2000">
              <a:latin typeface="Roboto Regular"/>
              <a:ea typeface="+mn-lt"/>
              <a:cs typeface="+mn-lt"/>
            </a:endParaRPr>
          </a:p>
          <a:p>
            <a:pPr marL="0" algn="l"/>
            <a:endParaRPr lang="en-US" sz="2000" b="1" kern="1200">
              <a:solidFill>
                <a:srgbClr val="000000"/>
              </a:solidFill>
              <a:latin typeface="Roboto Regular"/>
              <a:ea typeface="MiSans"/>
              <a:cs typeface="MiSans"/>
            </a:endParaRPr>
          </a:p>
        </p:txBody>
      </p:sp>
      <p:sp>
        <p:nvSpPr>
          <p:cNvPr id="21" name="Hộp Văn bản 20">
            <a:extLst>
              <a:ext uri="{FF2B5EF4-FFF2-40B4-BE49-F238E27FC236}">
                <a16:creationId xmlns:a16="http://schemas.microsoft.com/office/drawing/2014/main" id="{C5C2830A-6167-C1F2-DB05-6A5D120CEBE7}"/>
              </a:ext>
            </a:extLst>
          </p:cNvPr>
          <p:cNvSpPr txBox="1"/>
          <p:nvPr/>
        </p:nvSpPr>
        <p:spPr>
          <a:xfrm>
            <a:off x="503208" y="3040813"/>
            <a:ext cx="10840527"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err="1">
                <a:solidFill>
                  <a:srgbClr val="2B2F36"/>
                </a:solidFill>
                <a:latin typeface="Open Sans"/>
                <a:ea typeface="Open Sans"/>
                <a:cs typeface="Open Sans"/>
              </a:rPr>
              <a:t>Cấu</a:t>
            </a:r>
            <a:r>
              <a:rPr lang="en-US">
                <a:solidFill>
                  <a:srgbClr val="2B2F36"/>
                </a:solidFill>
                <a:latin typeface="Open Sans"/>
                <a:ea typeface="Open Sans"/>
                <a:cs typeface="Open Sans"/>
              </a:rPr>
              <a:t> </a:t>
            </a:r>
            <a:r>
              <a:rPr lang="en-US" kern="1200" err="1">
                <a:solidFill>
                  <a:srgbClr val="2B2F36"/>
                </a:solidFill>
                <a:latin typeface="Open Sans"/>
                <a:ea typeface="Open Sans"/>
                <a:cs typeface="Open Sans"/>
              </a:rPr>
              <a:t>trúc</a:t>
            </a:r>
            <a:r>
              <a:rPr lang="en-US" kern="1200">
                <a:solidFill>
                  <a:srgbClr val="2B2F36"/>
                </a:solidFill>
                <a:latin typeface="Open Sans"/>
                <a:ea typeface="Open Sans"/>
                <a:cs typeface="Open Sans"/>
              </a:rPr>
              <a:t> </a:t>
            </a:r>
            <a:r>
              <a:rPr lang="en-US" kern="1200" err="1">
                <a:solidFill>
                  <a:srgbClr val="2B2F36"/>
                </a:solidFill>
                <a:latin typeface="Open Sans"/>
                <a:ea typeface="Open Sans"/>
                <a:cs typeface="Open Sans"/>
              </a:rPr>
              <a:t>dữ</a:t>
            </a:r>
            <a:r>
              <a:rPr lang="en-US" kern="1200">
                <a:solidFill>
                  <a:srgbClr val="2B2F36"/>
                </a:solidFill>
                <a:latin typeface="Open Sans"/>
                <a:ea typeface="Open Sans"/>
                <a:cs typeface="Open Sans"/>
              </a:rPr>
              <a:t> </a:t>
            </a:r>
            <a:r>
              <a:rPr lang="en-US" kern="1200" err="1">
                <a:solidFill>
                  <a:srgbClr val="2B2F36"/>
                </a:solidFill>
                <a:latin typeface="Open Sans"/>
                <a:ea typeface="Open Sans"/>
                <a:cs typeface="Open Sans"/>
              </a:rPr>
              <a:t>liệu</a:t>
            </a:r>
            <a:r>
              <a:rPr lang="en-US" kern="1200">
                <a:solidFill>
                  <a:srgbClr val="2B2F36"/>
                </a:solidFill>
                <a:latin typeface="Open Sans"/>
                <a:ea typeface="Open Sans"/>
                <a:cs typeface="Open Sans"/>
              </a:rPr>
              <a:t> </a:t>
            </a:r>
            <a:r>
              <a:rPr lang="en-US" err="1">
                <a:solidFill>
                  <a:srgbClr val="2B2F36"/>
                </a:solidFill>
                <a:latin typeface="Open Sans"/>
                <a:ea typeface="Open Sans"/>
                <a:cs typeface="Open Sans"/>
              </a:rPr>
              <a:t>chính</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được</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sử</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dụng</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là</a:t>
            </a:r>
            <a:r>
              <a:rPr lang="en-US">
                <a:solidFill>
                  <a:srgbClr val="2B2F36"/>
                </a:solidFill>
                <a:latin typeface="Open Sans"/>
                <a:ea typeface="Open Sans"/>
                <a:cs typeface="Open Sans"/>
              </a:rPr>
              <a:t> </a:t>
            </a:r>
            <a:r>
              <a:rPr lang="en-US" b="1" kern="1200" err="1">
                <a:solidFill>
                  <a:srgbClr val="2B2F36"/>
                </a:solidFill>
                <a:latin typeface="Open Sans"/>
                <a:ea typeface="Open Sans"/>
                <a:cs typeface="Open Sans"/>
              </a:rPr>
              <a:t>danh</a:t>
            </a:r>
            <a:r>
              <a:rPr lang="en-US" b="1" kern="1200">
                <a:solidFill>
                  <a:srgbClr val="2B2F36"/>
                </a:solidFill>
                <a:latin typeface="Open Sans"/>
                <a:ea typeface="Open Sans"/>
                <a:cs typeface="Open Sans"/>
              </a:rPr>
              <a:t> </a:t>
            </a:r>
            <a:r>
              <a:rPr lang="en-US" b="1" kern="1200" err="1">
                <a:solidFill>
                  <a:srgbClr val="2B2F36"/>
                </a:solidFill>
                <a:latin typeface="Open Sans"/>
                <a:ea typeface="Open Sans"/>
                <a:cs typeface="Open Sans"/>
              </a:rPr>
              <a:t>sách</a:t>
            </a:r>
            <a:r>
              <a:rPr lang="en-US" b="1" kern="1200">
                <a:solidFill>
                  <a:srgbClr val="2B2F36"/>
                </a:solidFill>
                <a:latin typeface="Open Sans"/>
                <a:ea typeface="Open Sans"/>
                <a:cs typeface="Open Sans"/>
              </a:rPr>
              <a:t> </a:t>
            </a:r>
            <a:r>
              <a:rPr lang="en-US" b="1" kern="1200" err="1">
                <a:solidFill>
                  <a:srgbClr val="2B2F36"/>
                </a:solidFill>
                <a:latin typeface="Open Sans"/>
                <a:ea typeface="Open Sans"/>
                <a:cs typeface="Open Sans"/>
              </a:rPr>
              <a:t>liên</a:t>
            </a:r>
            <a:r>
              <a:rPr lang="en-US" b="1" kern="1200">
                <a:solidFill>
                  <a:srgbClr val="2B2F36"/>
                </a:solidFill>
                <a:latin typeface="Open Sans"/>
                <a:ea typeface="Open Sans"/>
                <a:cs typeface="Open Sans"/>
              </a:rPr>
              <a:t> </a:t>
            </a:r>
            <a:r>
              <a:rPr lang="en-US" b="1" kern="1200" err="1">
                <a:solidFill>
                  <a:srgbClr val="2B2F36"/>
                </a:solidFill>
                <a:latin typeface="Open Sans"/>
                <a:ea typeface="Open Sans"/>
                <a:cs typeface="Open Sans"/>
              </a:rPr>
              <a:t>kết</a:t>
            </a:r>
            <a:r>
              <a:rPr lang="en-US" b="1" kern="1200">
                <a:solidFill>
                  <a:srgbClr val="2B2F36"/>
                </a:solidFill>
                <a:latin typeface="Open Sans"/>
                <a:ea typeface="Open Sans"/>
                <a:cs typeface="Open Sans"/>
              </a:rPr>
              <a:t> </a:t>
            </a:r>
            <a:r>
              <a:rPr lang="en-US" b="1" kern="1200" err="1">
                <a:solidFill>
                  <a:srgbClr val="2B2F36"/>
                </a:solidFill>
                <a:latin typeface="Open Sans"/>
                <a:ea typeface="Open Sans"/>
                <a:cs typeface="Open Sans"/>
              </a:rPr>
              <a:t>đơn</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Nó</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cho</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phép</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dễ</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dàng</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thêm</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xóa</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và</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truy</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cập</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các</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phần</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tử</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mà</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không</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cần</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cấp</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phát</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lại</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mảng</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giúp</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quản</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lý</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dữ</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liệu</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động</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một</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cách</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hiệu</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quả</a:t>
            </a:r>
            <a:r>
              <a:rPr lang="en-US" kern="1200">
                <a:solidFill>
                  <a:srgbClr val="2B2F36"/>
                </a:solidFill>
                <a:latin typeface="Open Sans"/>
                <a:ea typeface="Open Sans"/>
                <a:cs typeface="Open Sans"/>
              </a:rPr>
              <a:t>.</a:t>
            </a:r>
            <a:endParaRPr lang="vi-VN">
              <a:latin typeface="Open Sans"/>
              <a:ea typeface="Open Sans"/>
              <a:cs typeface="Open Sans"/>
            </a:endParaRPr>
          </a:p>
          <a:p>
            <a:endParaRPr lang="en-US">
              <a:solidFill>
                <a:srgbClr val="2B2F36"/>
              </a:solidFill>
              <a:latin typeface="Open Sans"/>
              <a:ea typeface="Open Sans"/>
              <a:cs typeface="Open Sans"/>
            </a:endParaRPr>
          </a:p>
        </p:txBody>
      </p:sp>
      <p:sp>
        <p:nvSpPr>
          <p:cNvPr id="22" name="Hộp Văn bản 21">
            <a:extLst>
              <a:ext uri="{FF2B5EF4-FFF2-40B4-BE49-F238E27FC236}">
                <a16:creationId xmlns:a16="http://schemas.microsoft.com/office/drawing/2014/main" id="{2B6878D7-20A3-B898-C012-34EBCB0A87AD}"/>
              </a:ext>
            </a:extLst>
          </p:cNvPr>
          <p:cNvSpPr txBox="1"/>
          <p:nvPr/>
        </p:nvSpPr>
        <p:spPr>
          <a:xfrm>
            <a:off x="531961" y="4349151"/>
            <a:ext cx="970471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err="1">
                <a:solidFill>
                  <a:srgbClr val="2B2F36"/>
                </a:solidFill>
                <a:latin typeface="Open Sans"/>
                <a:ea typeface="Open Sans"/>
                <a:cs typeface="Open Sans"/>
              </a:rPr>
              <a:t>Chương</a:t>
            </a:r>
            <a:r>
              <a:rPr lang="en-US">
                <a:solidFill>
                  <a:srgbClr val="2B2F36"/>
                </a:solidFill>
                <a:latin typeface="Open Sans"/>
                <a:ea typeface="Open Sans"/>
                <a:cs typeface="Open Sans"/>
              </a:rPr>
              <a:t> </a:t>
            </a:r>
            <a:r>
              <a:rPr lang="en-US" kern="1200" err="1">
                <a:solidFill>
                  <a:srgbClr val="2B2F36"/>
                </a:solidFill>
                <a:latin typeface="Open Sans"/>
                <a:ea typeface="Open Sans"/>
                <a:cs typeface="Open Sans"/>
              </a:rPr>
              <a:t>trình</a:t>
            </a:r>
            <a:r>
              <a:rPr lang="en-US" kern="1200">
                <a:solidFill>
                  <a:srgbClr val="2B2F36"/>
                </a:solidFill>
                <a:latin typeface="Open Sans"/>
                <a:ea typeface="Open Sans"/>
                <a:cs typeface="Open Sans"/>
              </a:rPr>
              <a:t> </a:t>
            </a:r>
            <a:r>
              <a:rPr lang="en-US" err="1">
                <a:solidFill>
                  <a:srgbClr val="2B2F36"/>
                </a:solidFill>
                <a:latin typeface="Open Sans"/>
                <a:ea typeface="Open Sans"/>
                <a:cs typeface="Open Sans"/>
              </a:rPr>
              <a:t>sẽ</a:t>
            </a:r>
            <a:r>
              <a:rPr lang="en-US">
                <a:solidFill>
                  <a:srgbClr val="2B2F36"/>
                </a:solidFill>
                <a:latin typeface="Open Sans"/>
                <a:ea typeface="Open Sans"/>
                <a:cs typeface="Open Sans"/>
              </a:rPr>
              <a:t> </a:t>
            </a:r>
            <a:r>
              <a:rPr lang="en-US" kern="1200" err="1">
                <a:solidFill>
                  <a:srgbClr val="2B2F36"/>
                </a:solidFill>
                <a:latin typeface="Open Sans"/>
                <a:ea typeface="Open Sans"/>
                <a:cs typeface="Open Sans"/>
              </a:rPr>
              <a:t>quản</a:t>
            </a:r>
            <a:r>
              <a:rPr lang="en-US" kern="1200">
                <a:solidFill>
                  <a:srgbClr val="2B2F36"/>
                </a:solidFill>
                <a:latin typeface="Open Sans"/>
                <a:ea typeface="Open Sans"/>
                <a:cs typeface="Open Sans"/>
              </a:rPr>
              <a:t> </a:t>
            </a:r>
            <a:r>
              <a:rPr lang="en-US" kern="1200" err="1">
                <a:solidFill>
                  <a:srgbClr val="2B2F36"/>
                </a:solidFill>
                <a:latin typeface="Open Sans"/>
                <a:ea typeface="Open Sans"/>
                <a:cs typeface="Open Sans"/>
              </a:rPr>
              <a:t>lý</a:t>
            </a:r>
            <a:r>
              <a:rPr lang="en-US" kern="1200">
                <a:solidFill>
                  <a:srgbClr val="2B2F36"/>
                </a:solidFill>
                <a:latin typeface="Open Sans"/>
                <a:ea typeface="Open Sans"/>
                <a:cs typeface="Open Sans"/>
              </a:rPr>
              <a:t> </a:t>
            </a:r>
            <a:r>
              <a:rPr lang="en-US" err="1">
                <a:solidFill>
                  <a:srgbClr val="2B2F36"/>
                </a:solidFill>
                <a:latin typeface="Open Sans"/>
                <a:ea typeface="Open Sans"/>
                <a:cs typeface="Open Sans"/>
              </a:rPr>
              <a:t>ba</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đối</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tượng</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chính</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sách</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mã</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sách</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tên</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tác</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giả</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thể</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loại</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sinh</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viên</a:t>
            </a:r>
            <a:r>
              <a:rPr lang="en-US">
                <a:solidFill>
                  <a:srgbClr val="2B2F36"/>
                </a:solidFill>
                <a:latin typeface="Open Sans"/>
                <a:ea typeface="Open Sans"/>
                <a:cs typeface="Open Sans"/>
              </a:rPr>
              <a:t> (MSSV, </a:t>
            </a:r>
            <a:r>
              <a:rPr lang="en-US" err="1">
                <a:solidFill>
                  <a:srgbClr val="2B2F36"/>
                </a:solidFill>
                <a:latin typeface="Open Sans"/>
                <a:ea typeface="Open Sans"/>
                <a:cs typeface="Open Sans"/>
              </a:rPr>
              <a:t>họ</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tên</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lớp</a:t>
            </a:r>
            <a:r>
              <a:rPr lang="en-US">
                <a:solidFill>
                  <a:srgbClr val="2B2F36"/>
                </a:solidFill>
                <a:latin typeface="Open Sans"/>
                <a:ea typeface="Open Sans"/>
                <a:cs typeface="Open Sans"/>
              </a:rPr>
              <a:t>) </a:t>
            </a:r>
            <a:r>
              <a:rPr lang="en-US" kern="1200" err="1">
                <a:solidFill>
                  <a:srgbClr val="2B2F36"/>
                </a:solidFill>
                <a:latin typeface="Open Sans"/>
                <a:ea typeface="Open Sans"/>
                <a:cs typeface="Open Sans"/>
              </a:rPr>
              <a:t>và</a:t>
            </a:r>
            <a:r>
              <a:rPr lang="en-US" kern="1200">
                <a:solidFill>
                  <a:srgbClr val="2B2F36"/>
                </a:solidFill>
                <a:latin typeface="Open Sans"/>
                <a:ea typeface="Open Sans"/>
                <a:cs typeface="Open Sans"/>
              </a:rPr>
              <a:t> </a:t>
            </a:r>
            <a:r>
              <a:rPr lang="en-US" err="1">
                <a:solidFill>
                  <a:srgbClr val="2B2F36"/>
                </a:solidFill>
                <a:latin typeface="Open Sans"/>
                <a:ea typeface="Open Sans"/>
                <a:cs typeface="Open Sans"/>
              </a:rPr>
              <a:t>phiếu</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mượn</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mã</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phiếu</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mã</a:t>
            </a:r>
            <a:r>
              <a:rPr lang="en-US">
                <a:solidFill>
                  <a:srgbClr val="2B2F36"/>
                </a:solidFill>
                <a:latin typeface="Open Sans"/>
                <a:ea typeface="Open Sans"/>
                <a:cs typeface="Open Sans"/>
              </a:rPr>
              <a:t> SV</a:t>
            </a:r>
            <a:r>
              <a:rPr lang="en-US" kern="1200">
                <a:solidFill>
                  <a:srgbClr val="2B2F36"/>
                </a:solidFill>
                <a:latin typeface="Open Sans"/>
                <a:ea typeface="Open Sans"/>
                <a:cs typeface="Open Sans"/>
              </a:rPr>
              <a:t>, </a:t>
            </a:r>
            <a:r>
              <a:rPr lang="en-US" err="1">
                <a:solidFill>
                  <a:srgbClr val="2B2F36"/>
                </a:solidFill>
                <a:latin typeface="Open Sans"/>
                <a:ea typeface="Open Sans"/>
                <a:cs typeface="Open Sans"/>
              </a:rPr>
              <a:t>mã</a:t>
            </a:r>
            <a:r>
              <a:rPr lang="en-US">
                <a:solidFill>
                  <a:srgbClr val="2B2F36"/>
                </a:solidFill>
                <a:latin typeface="Open Sans"/>
                <a:ea typeface="Open Sans"/>
                <a:cs typeface="Open Sans"/>
              </a:rPr>
              <a:t> </a:t>
            </a:r>
            <a:r>
              <a:rPr lang="en-US" kern="1200" err="1">
                <a:solidFill>
                  <a:srgbClr val="2B2F36"/>
                </a:solidFill>
                <a:latin typeface="Open Sans"/>
                <a:ea typeface="Open Sans"/>
                <a:cs typeface="Open Sans"/>
              </a:rPr>
              <a:t>sách</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ngày</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mượn</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ngày</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trả</a:t>
            </a:r>
            <a:r>
              <a:rPr lang="en-US">
                <a:solidFill>
                  <a:srgbClr val="2B2F36"/>
                </a:solidFill>
                <a:latin typeface="Open Sans"/>
                <a:ea typeface="Open Sans"/>
                <a:cs typeface="Open Sans"/>
              </a:rPr>
              <a:t>).</a:t>
            </a:r>
            <a:endParaRPr lang="vi-VN">
              <a:latin typeface="Open Sans"/>
              <a:ea typeface="Open Sans"/>
              <a:cs typeface="Open Sans"/>
            </a:endParaRPr>
          </a:p>
        </p:txBody>
      </p:sp>
      <p:sp>
        <p:nvSpPr>
          <p:cNvPr id="23" name="Hộp Văn bản 22">
            <a:extLst>
              <a:ext uri="{FF2B5EF4-FFF2-40B4-BE49-F238E27FC236}">
                <a16:creationId xmlns:a16="http://schemas.microsoft.com/office/drawing/2014/main" id="{C59274A4-CA1F-AAE9-D3B1-083FDB9AAAB9}"/>
              </a:ext>
            </a:extLst>
          </p:cNvPr>
          <p:cNvSpPr txBox="1"/>
          <p:nvPr/>
        </p:nvSpPr>
        <p:spPr>
          <a:xfrm>
            <a:off x="503205" y="5686244"/>
            <a:ext cx="10667999"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2B2F36"/>
                </a:solidFill>
                <a:latin typeface="Open Sans"/>
                <a:ea typeface="Open Sans"/>
                <a:cs typeface="Open Sans"/>
              </a:rPr>
              <a:t>Phạm vi </a:t>
            </a:r>
            <a:r>
              <a:rPr lang="en-US" err="1">
                <a:solidFill>
                  <a:srgbClr val="2B2F36"/>
                </a:solidFill>
                <a:latin typeface="Open Sans"/>
                <a:ea typeface="Open Sans"/>
                <a:cs typeface="Open Sans"/>
              </a:rPr>
              <a:t>nghiên</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cứu</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tập</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trung</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vào</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việc</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xây</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dựng</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một</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chương</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trình</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quản</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lý</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thư</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viện</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cơ</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bản</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phù</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hợp</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với</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môi</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trường</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học</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thuật</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và</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có</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thể</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mở</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rộng</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cho</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các</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ứng</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dụng</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phức</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tạp</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hơn</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trong</a:t>
            </a:r>
            <a:r>
              <a:rPr lang="en-US">
                <a:solidFill>
                  <a:srgbClr val="2B2F36"/>
                </a:solidFill>
                <a:latin typeface="Open Sans"/>
                <a:ea typeface="Open Sans"/>
                <a:cs typeface="Open Sans"/>
              </a:rPr>
              <a:t> </a:t>
            </a:r>
            <a:r>
              <a:rPr lang="en-US" err="1">
                <a:solidFill>
                  <a:srgbClr val="2B2F36"/>
                </a:solidFill>
                <a:latin typeface="Open Sans"/>
                <a:ea typeface="Open Sans"/>
                <a:cs typeface="Open Sans"/>
              </a:rPr>
              <a:t>tương</a:t>
            </a:r>
            <a:r>
              <a:rPr lang="en-US">
                <a:solidFill>
                  <a:srgbClr val="2B2F36"/>
                </a:solidFill>
                <a:latin typeface="Open Sans"/>
                <a:ea typeface="Open Sans"/>
                <a:cs typeface="Open Sans"/>
              </a:rPr>
              <a:t> lai.</a:t>
            </a:r>
            <a:endParaRPr lang="vi-VN">
              <a:solidFill>
                <a:srgbClr val="000000"/>
              </a:solidFill>
              <a:latin typeface="Open Sans"/>
              <a:ea typeface="Open Sans"/>
              <a:cs typeface="Open Sans"/>
            </a:endParaRPr>
          </a:p>
          <a:p>
            <a:endParaRPr lang="en-US">
              <a:solidFill>
                <a:srgbClr val="2B2F36"/>
              </a:solidFill>
              <a:latin typeface="Open Sans"/>
              <a:ea typeface="Open Sans"/>
              <a:cs typeface="Open Sans"/>
            </a:endParaRPr>
          </a:p>
        </p:txBody>
      </p:sp>
    </p:spTree>
    <p:extLst>
      <p:ext uri="{BB962C8B-B14F-4D97-AF65-F5344CB8AC3E}">
        <p14:creationId xmlns:p14="http://schemas.microsoft.com/office/powerpoint/2010/main" val="9856062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10" name="Tiêu đề 9">
            <a:extLst>
              <a:ext uri="{FF2B5EF4-FFF2-40B4-BE49-F238E27FC236}">
                <a16:creationId xmlns:a16="http://schemas.microsoft.com/office/drawing/2014/main" id="{093E43BB-7D5E-3CB2-761A-8D41C3C7F417}"/>
              </a:ext>
            </a:extLst>
          </p:cNvPr>
          <p:cNvSpPr>
            <a:spLocks noGrp="1"/>
          </p:cNvSpPr>
          <p:nvPr>
            <p:ph type="title"/>
          </p:nvPr>
        </p:nvSpPr>
        <p:spPr>
          <a:xfrm>
            <a:off x="839788" y="158945"/>
            <a:ext cx="10515600" cy="1082851"/>
          </a:xfrm>
        </p:spPr>
        <p:txBody>
          <a:bodyPr/>
          <a:lstStyle/>
          <a:p>
            <a:pPr algn="ctr"/>
            <a:r>
              <a:rPr lang="vi-VN" b="1">
                <a:solidFill>
                  <a:srgbClr val="FFC000"/>
                </a:solidFill>
                <a:latin typeface="Segoe UI"/>
                <a:cs typeface="Times New Roman"/>
              </a:rPr>
              <a:t>TỔNG QUAN VỀ LÝ THUYẾT</a:t>
            </a:r>
            <a:endParaRPr lang="vi-VN" b="1">
              <a:solidFill>
                <a:srgbClr val="FFC000"/>
              </a:solidFill>
              <a:latin typeface="Segoe UI"/>
              <a:cs typeface="Times New Roman" panose="02020603050405020304" pitchFamily="18" charset="0"/>
            </a:endParaRPr>
          </a:p>
        </p:txBody>
      </p:sp>
      <p:sp>
        <p:nvSpPr>
          <p:cNvPr id="2" name="Hộp Văn bản 1">
            <a:extLst>
              <a:ext uri="{FF2B5EF4-FFF2-40B4-BE49-F238E27FC236}">
                <a16:creationId xmlns:a16="http://schemas.microsoft.com/office/drawing/2014/main" id="{34F1043C-36BE-9E21-91FA-04A992505E5A}"/>
              </a:ext>
            </a:extLst>
          </p:cNvPr>
          <p:cNvSpPr txBox="1"/>
          <p:nvPr/>
        </p:nvSpPr>
        <p:spPr>
          <a:xfrm>
            <a:off x="807662" y="2416029"/>
            <a:ext cx="10852375"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buFont typeface=""/>
              <a:buChar char="•"/>
            </a:pPr>
            <a:r>
              <a:rPr lang="en-US" sz="2400" b="1">
                <a:latin typeface="Open Sans"/>
                <a:ea typeface="Open Sans"/>
                <a:cs typeface="Open Sans"/>
              </a:rPr>
              <a:t>Danh </a:t>
            </a:r>
            <a:r>
              <a:rPr lang="en-US" sz="2400" b="1" err="1">
                <a:latin typeface="Open Sans"/>
                <a:ea typeface="Open Sans"/>
                <a:cs typeface="Open Sans"/>
              </a:rPr>
              <a:t>sách</a:t>
            </a:r>
            <a:r>
              <a:rPr lang="en-US" sz="2400" b="1">
                <a:latin typeface="Open Sans"/>
                <a:ea typeface="Open Sans"/>
                <a:cs typeface="Open Sans"/>
              </a:rPr>
              <a:t> </a:t>
            </a:r>
            <a:r>
              <a:rPr lang="en-US" sz="2400" b="1" err="1">
                <a:latin typeface="Open Sans"/>
                <a:ea typeface="Open Sans"/>
                <a:cs typeface="Open Sans"/>
              </a:rPr>
              <a:t>liên</a:t>
            </a:r>
            <a:r>
              <a:rPr lang="en-US" sz="2400" b="1">
                <a:latin typeface="Open Sans"/>
                <a:ea typeface="Open Sans"/>
                <a:cs typeface="Open Sans"/>
              </a:rPr>
              <a:t> </a:t>
            </a:r>
            <a:r>
              <a:rPr lang="en-US" sz="2400" b="1" err="1">
                <a:latin typeface="Open Sans"/>
                <a:ea typeface="Open Sans"/>
                <a:cs typeface="Open Sans"/>
              </a:rPr>
              <a:t>kết</a:t>
            </a:r>
            <a:r>
              <a:rPr lang="en-US" sz="2400" b="1">
                <a:latin typeface="Open Sans"/>
                <a:ea typeface="Open Sans"/>
                <a:cs typeface="Open Sans"/>
              </a:rPr>
              <a:t> </a:t>
            </a:r>
            <a:r>
              <a:rPr lang="en-US" sz="2400" b="1" err="1">
                <a:latin typeface="Open Sans"/>
                <a:ea typeface="Open Sans"/>
                <a:cs typeface="Open Sans"/>
              </a:rPr>
              <a:t>đơn</a:t>
            </a:r>
            <a:r>
              <a:rPr lang="en-US" sz="2400" b="1">
                <a:latin typeface="Open Sans"/>
                <a:ea typeface="Open Sans"/>
                <a:cs typeface="Open Sans"/>
              </a:rPr>
              <a:t> (Singly Linked List)</a:t>
            </a:r>
            <a:r>
              <a:rPr lang="en-US" sz="2400">
                <a:latin typeface="Open Sans"/>
                <a:ea typeface="Open Sans"/>
                <a:cs typeface="Open Sans"/>
              </a:rPr>
              <a:t> </a:t>
            </a:r>
            <a:r>
              <a:rPr lang="en-US" sz="2400" err="1">
                <a:latin typeface="Open Sans"/>
                <a:ea typeface="Open Sans"/>
                <a:cs typeface="Open Sans"/>
              </a:rPr>
              <a:t>là</a:t>
            </a:r>
            <a:r>
              <a:rPr lang="en-US" sz="2400">
                <a:latin typeface="Open Sans"/>
                <a:ea typeface="Open Sans"/>
                <a:cs typeface="Open Sans"/>
              </a:rPr>
              <a:t> </a:t>
            </a:r>
            <a:r>
              <a:rPr lang="en-US" sz="2400" b="1" err="1">
                <a:latin typeface="Open Sans"/>
                <a:ea typeface="Open Sans"/>
                <a:cs typeface="Open Sans"/>
              </a:rPr>
              <a:t>cấu</a:t>
            </a:r>
            <a:r>
              <a:rPr lang="en-US" sz="2400" b="1">
                <a:latin typeface="Open Sans"/>
                <a:ea typeface="Open Sans"/>
                <a:cs typeface="Open Sans"/>
              </a:rPr>
              <a:t> </a:t>
            </a:r>
            <a:r>
              <a:rPr lang="en-US" sz="2400" b="1" err="1">
                <a:latin typeface="Open Sans"/>
                <a:ea typeface="Open Sans"/>
                <a:cs typeface="Open Sans"/>
              </a:rPr>
              <a:t>trúc</a:t>
            </a:r>
            <a:r>
              <a:rPr lang="en-US" sz="2400" b="1">
                <a:latin typeface="Open Sans"/>
                <a:ea typeface="Open Sans"/>
                <a:cs typeface="Open Sans"/>
              </a:rPr>
              <a:t> </a:t>
            </a:r>
            <a:r>
              <a:rPr lang="en-US" sz="2400" b="1" err="1">
                <a:latin typeface="Open Sans"/>
                <a:ea typeface="Open Sans"/>
                <a:cs typeface="Open Sans"/>
              </a:rPr>
              <a:t>dữ</a:t>
            </a:r>
            <a:r>
              <a:rPr lang="en-US" sz="2400" b="1">
                <a:latin typeface="Open Sans"/>
                <a:ea typeface="Open Sans"/>
                <a:cs typeface="Open Sans"/>
              </a:rPr>
              <a:t> </a:t>
            </a:r>
            <a:r>
              <a:rPr lang="en-US" sz="2400" b="1" err="1">
                <a:latin typeface="Open Sans"/>
                <a:ea typeface="Open Sans"/>
                <a:cs typeface="Open Sans"/>
              </a:rPr>
              <a:t>liệu</a:t>
            </a:r>
            <a:r>
              <a:rPr lang="en-US" sz="2400" b="1">
                <a:latin typeface="Open Sans"/>
                <a:ea typeface="Open Sans"/>
                <a:cs typeface="Open Sans"/>
              </a:rPr>
              <a:t> </a:t>
            </a:r>
            <a:r>
              <a:rPr lang="en-US" sz="2400" b="1" err="1">
                <a:latin typeface="Open Sans"/>
                <a:ea typeface="Open Sans"/>
                <a:cs typeface="Open Sans"/>
              </a:rPr>
              <a:t>động</a:t>
            </a:r>
            <a:r>
              <a:rPr lang="en-US" sz="2400">
                <a:latin typeface="Open Sans"/>
                <a:ea typeface="Open Sans"/>
                <a:cs typeface="Open Sans"/>
              </a:rPr>
              <a:t>, </a:t>
            </a:r>
            <a:r>
              <a:rPr lang="en-US" sz="2400" err="1">
                <a:latin typeface="Open Sans"/>
                <a:ea typeface="Open Sans"/>
                <a:cs typeface="Open Sans"/>
              </a:rPr>
              <a:t>gồm</a:t>
            </a:r>
            <a:r>
              <a:rPr lang="en-US" sz="2400">
                <a:latin typeface="Open Sans"/>
                <a:ea typeface="Open Sans"/>
                <a:cs typeface="Open Sans"/>
              </a:rPr>
              <a:t> </a:t>
            </a:r>
            <a:r>
              <a:rPr lang="en-US" sz="2400" err="1">
                <a:latin typeface="Open Sans"/>
                <a:ea typeface="Open Sans"/>
                <a:cs typeface="Open Sans"/>
              </a:rPr>
              <a:t>nhiều</a:t>
            </a:r>
            <a:r>
              <a:rPr lang="en-US" sz="2400">
                <a:latin typeface="Open Sans"/>
                <a:ea typeface="Open Sans"/>
                <a:cs typeface="Open Sans"/>
              </a:rPr>
              <a:t> </a:t>
            </a:r>
            <a:r>
              <a:rPr lang="en-US" sz="2400" err="1">
                <a:latin typeface="Open Sans"/>
                <a:ea typeface="Open Sans"/>
                <a:cs typeface="Open Sans"/>
              </a:rPr>
              <a:t>phần</a:t>
            </a:r>
            <a:r>
              <a:rPr lang="en-US" sz="2400">
                <a:latin typeface="Open Sans"/>
                <a:ea typeface="Open Sans"/>
                <a:cs typeface="Open Sans"/>
              </a:rPr>
              <a:t> </a:t>
            </a:r>
            <a:r>
              <a:rPr lang="en-US" sz="2400" err="1">
                <a:latin typeface="Open Sans"/>
                <a:ea typeface="Open Sans"/>
                <a:cs typeface="Open Sans"/>
              </a:rPr>
              <a:t>tử</a:t>
            </a:r>
            <a:r>
              <a:rPr lang="en-US" sz="2400">
                <a:latin typeface="Open Sans"/>
                <a:ea typeface="Open Sans"/>
                <a:cs typeface="Open Sans"/>
              </a:rPr>
              <a:t> (node) </a:t>
            </a:r>
            <a:r>
              <a:rPr lang="en-US" sz="2400" err="1">
                <a:latin typeface="Open Sans"/>
                <a:ea typeface="Open Sans"/>
                <a:cs typeface="Open Sans"/>
              </a:rPr>
              <a:t>nối</a:t>
            </a:r>
            <a:r>
              <a:rPr lang="en-US" sz="2400">
                <a:latin typeface="Open Sans"/>
                <a:ea typeface="Open Sans"/>
                <a:cs typeface="Open Sans"/>
              </a:rPr>
              <a:t> </a:t>
            </a:r>
            <a:r>
              <a:rPr lang="en-US" sz="2400" err="1">
                <a:latin typeface="Open Sans"/>
                <a:ea typeface="Open Sans"/>
                <a:cs typeface="Open Sans"/>
              </a:rPr>
              <a:t>với</a:t>
            </a:r>
            <a:r>
              <a:rPr lang="en-US" sz="2400">
                <a:latin typeface="Open Sans"/>
                <a:ea typeface="Open Sans"/>
                <a:cs typeface="Open Sans"/>
              </a:rPr>
              <a:t> </a:t>
            </a:r>
            <a:r>
              <a:rPr lang="en-US" sz="2400" err="1">
                <a:latin typeface="Open Sans"/>
                <a:ea typeface="Open Sans"/>
                <a:cs typeface="Open Sans"/>
              </a:rPr>
              <a:t>nhau</a:t>
            </a:r>
            <a:r>
              <a:rPr lang="en-US" sz="2400">
                <a:latin typeface="Open Sans"/>
                <a:ea typeface="Open Sans"/>
                <a:cs typeface="Open Sans"/>
              </a:rPr>
              <a:t> </a:t>
            </a:r>
            <a:r>
              <a:rPr lang="en-US" sz="2400" err="1">
                <a:latin typeface="Open Sans"/>
                <a:ea typeface="Open Sans"/>
                <a:cs typeface="Open Sans"/>
              </a:rPr>
              <a:t>bằng</a:t>
            </a:r>
            <a:r>
              <a:rPr lang="en-US" sz="2400">
                <a:latin typeface="Open Sans"/>
                <a:ea typeface="Open Sans"/>
                <a:cs typeface="Open Sans"/>
              </a:rPr>
              <a:t> </a:t>
            </a:r>
            <a:r>
              <a:rPr lang="en-US" sz="2400" b="1">
                <a:latin typeface="Open Sans"/>
                <a:ea typeface="Open Sans"/>
                <a:cs typeface="Open Sans"/>
              </a:rPr>
              <a:t>con </a:t>
            </a:r>
            <a:r>
              <a:rPr lang="en-US" sz="2400" b="1" err="1">
                <a:latin typeface="Open Sans"/>
                <a:ea typeface="Open Sans"/>
                <a:cs typeface="Open Sans"/>
              </a:rPr>
              <a:t>trỏ</a:t>
            </a:r>
            <a:r>
              <a:rPr lang="en-US" sz="2400">
                <a:latin typeface="Open Sans"/>
                <a:ea typeface="Open Sans"/>
                <a:cs typeface="Open Sans"/>
              </a:rPr>
              <a:t>.</a:t>
            </a:r>
          </a:p>
          <a:p>
            <a:pPr marL="228600" indent="-228600">
              <a:buFont typeface=""/>
              <a:buChar char="•"/>
            </a:pPr>
            <a:r>
              <a:rPr lang="en-US" sz="2400" err="1">
                <a:latin typeface="Open Sans"/>
                <a:ea typeface="Open Sans"/>
                <a:cs typeface="Open Sans"/>
              </a:rPr>
              <a:t>Mỗi</a:t>
            </a:r>
            <a:r>
              <a:rPr lang="en-US" sz="2400">
                <a:latin typeface="Open Sans"/>
                <a:ea typeface="Open Sans"/>
                <a:cs typeface="Open Sans"/>
              </a:rPr>
              <a:t> </a:t>
            </a:r>
            <a:r>
              <a:rPr lang="en-US" sz="2400" b="1">
                <a:latin typeface="Open Sans"/>
                <a:ea typeface="Open Sans"/>
                <a:cs typeface="Open Sans"/>
              </a:rPr>
              <a:t>node</a:t>
            </a:r>
            <a:r>
              <a:rPr lang="en-US" sz="2400">
                <a:latin typeface="Open Sans"/>
                <a:ea typeface="Open Sans"/>
                <a:cs typeface="Open Sans"/>
              </a:rPr>
              <a:t> </a:t>
            </a:r>
            <a:r>
              <a:rPr lang="en-US" sz="2400" err="1">
                <a:latin typeface="Open Sans"/>
                <a:ea typeface="Open Sans"/>
                <a:cs typeface="Open Sans"/>
              </a:rPr>
              <a:t>gồm</a:t>
            </a:r>
            <a:r>
              <a:rPr lang="en-US" sz="2400">
                <a:latin typeface="Open Sans"/>
                <a:ea typeface="Open Sans"/>
                <a:cs typeface="Open Sans"/>
              </a:rPr>
              <a:t> 2 </a:t>
            </a:r>
            <a:r>
              <a:rPr lang="en-US" sz="2400" err="1">
                <a:latin typeface="Open Sans"/>
                <a:ea typeface="Open Sans"/>
                <a:cs typeface="Open Sans"/>
              </a:rPr>
              <a:t>phần</a:t>
            </a:r>
            <a:r>
              <a:rPr lang="en-US" sz="2400">
                <a:latin typeface="Open Sans"/>
                <a:ea typeface="Open Sans"/>
                <a:cs typeface="Open Sans"/>
              </a:rPr>
              <a:t>:</a:t>
            </a:r>
            <a:br>
              <a:rPr lang="en-US" sz="2400">
                <a:latin typeface="Open Sans"/>
                <a:ea typeface="Open Sans"/>
                <a:cs typeface="Open Sans"/>
              </a:rPr>
            </a:br>
            <a:r>
              <a:rPr lang="en-US" sz="2400">
                <a:latin typeface="Open Sans"/>
                <a:ea typeface="Open Sans"/>
                <a:cs typeface="Open Sans"/>
              </a:rPr>
              <a:t>→ </a:t>
            </a:r>
            <a:r>
              <a:rPr lang="en-US" sz="2400" b="1" err="1">
                <a:latin typeface="Open Sans"/>
                <a:ea typeface="Open Sans"/>
                <a:cs typeface="Open Sans"/>
              </a:rPr>
              <a:t>Dữ</a:t>
            </a:r>
            <a:r>
              <a:rPr lang="en-US" sz="2400" b="1">
                <a:latin typeface="Open Sans"/>
                <a:ea typeface="Open Sans"/>
                <a:cs typeface="Open Sans"/>
              </a:rPr>
              <a:t> </a:t>
            </a:r>
            <a:r>
              <a:rPr lang="en-US" sz="2400" b="1" err="1">
                <a:latin typeface="Open Sans"/>
                <a:ea typeface="Open Sans"/>
                <a:cs typeface="Open Sans"/>
              </a:rPr>
              <a:t>liệu</a:t>
            </a:r>
            <a:r>
              <a:rPr lang="en-US" sz="2400" b="1">
                <a:latin typeface="Open Sans"/>
                <a:ea typeface="Open Sans"/>
                <a:cs typeface="Open Sans"/>
              </a:rPr>
              <a:t> (data)</a:t>
            </a:r>
            <a:r>
              <a:rPr lang="en-US" sz="2400">
                <a:latin typeface="Open Sans"/>
                <a:ea typeface="Open Sans"/>
                <a:cs typeface="Open Sans"/>
              </a:rPr>
              <a:t> – </a:t>
            </a:r>
            <a:r>
              <a:rPr lang="en-US" sz="2400" err="1">
                <a:latin typeface="Open Sans"/>
                <a:ea typeface="Open Sans"/>
                <a:cs typeface="Open Sans"/>
              </a:rPr>
              <a:t>lưu</a:t>
            </a:r>
            <a:r>
              <a:rPr lang="en-US" sz="2400">
                <a:latin typeface="Open Sans"/>
                <a:ea typeface="Open Sans"/>
                <a:cs typeface="Open Sans"/>
              </a:rPr>
              <a:t> </a:t>
            </a:r>
            <a:r>
              <a:rPr lang="en-US" sz="2400" err="1">
                <a:latin typeface="Open Sans"/>
                <a:ea typeface="Open Sans"/>
                <a:cs typeface="Open Sans"/>
              </a:rPr>
              <a:t>giá</a:t>
            </a:r>
            <a:r>
              <a:rPr lang="en-US" sz="2400">
                <a:latin typeface="Open Sans"/>
                <a:ea typeface="Open Sans"/>
                <a:cs typeface="Open Sans"/>
              </a:rPr>
              <a:t> </a:t>
            </a:r>
            <a:r>
              <a:rPr lang="en-US" sz="2400" err="1">
                <a:latin typeface="Open Sans"/>
                <a:ea typeface="Open Sans"/>
                <a:cs typeface="Open Sans"/>
              </a:rPr>
              <a:t>trị</a:t>
            </a:r>
            <a:r>
              <a:rPr lang="en-US" sz="2400">
                <a:latin typeface="Open Sans"/>
                <a:ea typeface="Open Sans"/>
                <a:cs typeface="Open Sans"/>
              </a:rPr>
              <a:t>.</a:t>
            </a:r>
            <a:br>
              <a:rPr lang="en-US" sz="2400">
                <a:latin typeface="Open Sans"/>
                <a:ea typeface="Open Sans"/>
                <a:cs typeface="Open Sans"/>
              </a:rPr>
            </a:br>
            <a:r>
              <a:rPr lang="en-US" sz="2400">
                <a:latin typeface="Open Sans"/>
                <a:ea typeface="Open Sans"/>
                <a:cs typeface="Open Sans"/>
              </a:rPr>
              <a:t>→ </a:t>
            </a:r>
            <a:r>
              <a:rPr lang="en-US" sz="2400" b="1">
                <a:latin typeface="Open Sans"/>
                <a:ea typeface="Open Sans"/>
                <a:cs typeface="Open Sans"/>
              </a:rPr>
              <a:t>Liên </a:t>
            </a:r>
            <a:r>
              <a:rPr lang="en-US" sz="2400" b="1" err="1">
                <a:latin typeface="Open Sans"/>
                <a:ea typeface="Open Sans"/>
                <a:cs typeface="Open Sans"/>
              </a:rPr>
              <a:t>kết</a:t>
            </a:r>
            <a:r>
              <a:rPr lang="en-US" sz="2400" b="1">
                <a:latin typeface="Open Sans"/>
                <a:ea typeface="Open Sans"/>
                <a:cs typeface="Open Sans"/>
              </a:rPr>
              <a:t> (next)</a:t>
            </a:r>
            <a:r>
              <a:rPr lang="en-US" sz="2400">
                <a:latin typeface="Open Sans"/>
                <a:ea typeface="Open Sans"/>
                <a:cs typeface="Open Sans"/>
              </a:rPr>
              <a:t> – </a:t>
            </a:r>
            <a:r>
              <a:rPr lang="en-US" sz="2400" err="1">
                <a:latin typeface="Open Sans"/>
                <a:ea typeface="Open Sans"/>
                <a:cs typeface="Open Sans"/>
              </a:rPr>
              <a:t>trỏ</a:t>
            </a:r>
            <a:r>
              <a:rPr lang="en-US" sz="2400">
                <a:latin typeface="Open Sans"/>
                <a:ea typeface="Open Sans"/>
                <a:cs typeface="Open Sans"/>
              </a:rPr>
              <a:t> </a:t>
            </a:r>
            <a:r>
              <a:rPr lang="en-US" sz="2400" err="1">
                <a:latin typeface="Open Sans"/>
                <a:ea typeface="Open Sans"/>
                <a:cs typeface="Open Sans"/>
              </a:rPr>
              <a:t>đến</a:t>
            </a:r>
            <a:r>
              <a:rPr lang="en-US" sz="2400">
                <a:latin typeface="Open Sans"/>
                <a:ea typeface="Open Sans"/>
                <a:cs typeface="Open Sans"/>
              </a:rPr>
              <a:t> node </a:t>
            </a:r>
            <a:r>
              <a:rPr lang="en-US" sz="2400" err="1">
                <a:latin typeface="Open Sans"/>
                <a:ea typeface="Open Sans"/>
                <a:cs typeface="Open Sans"/>
              </a:rPr>
              <a:t>kế</a:t>
            </a:r>
            <a:r>
              <a:rPr lang="en-US" sz="2400">
                <a:latin typeface="Open Sans"/>
                <a:ea typeface="Open Sans"/>
                <a:cs typeface="Open Sans"/>
              </a:rPr>
              <a:t> </a:t>
            </a:r>
            <a:r>
              <a:rPr lang="en-US" sz="2400" err="1">
                <a:latin typeface="Open Sans"/>
                <a:ea typeface="Open Sans"/>
                <a:cs typeface="Open Sans"/>
              </a:rPr>
              <a:t>tiếp</a:t>
            </a:r>
            <a:r>
              <a:rPr lang="en-US" sz="2400">
                <a:latin typeface="Open Sans"/>
                <a:ea typeface="Open Sans"/>
                <a:cs typeface="Open Sans"/>
              </a:rPr>
              <a:t>.</a:t>
            </a:r>
          </a:p>
          <a:p>
            <a:pPr marL="228600" indent="-228600">
              <a:buFont typeface=""/>
              <a:buChar char="•"/>
            </a:pPr>
            <a:r>
              <a:rPr lang="en-US" sz="2400">
                <a:latin typeface="Open Sans"/>
                <a:ea typeface="Open Sans"/>
                <a:cs typeface="Open Sans"/>
              </a:rPr>
              <a:t>Node </a:t>
            </a:r>
            <a:r>
              <a:rPr lang="en-US" sz="2400" err="1">
                <a:latin typeface="Open Sans"/>
                <a:ea typeface="Open Sans"/>
                <a:cs typeface="Open Sans"/>
              </a:rPr>
              <a:t>cuối</a:t>
            </a:r>
            <a:r>
              <a:rPr lang="en-US" sz="2400">
                <a:latin typeface="Open Sans"/>
                <a:ea typeface="Open Sans"/>
                <a:cs typeface="Open Sans"/>
              </a:rPr>
              <a:t> </a:t>
            </a:r>
            <a:r>
              <a:rPr lang="en-US" sz="2400" err="1">
                <a:latin typeface="Open Sans"/>
                <a:ea typeface="Open Sans"/>
                <a:cs typeface="Open Sans"/>
              </a:rPr>
              <a:t>cùng</a:t>
            </a:r>
            <a:r>
              <a:rPr lang="en-US" sz="2400">
                <a:latin typeface="Open Sans"/>
                <a:ea typeface="Open Sans"/>
                <a:cs typeface="Open Sans"/>
              </a:rPr>
              <a:t> </a:t>
            </a:r>
            <a:r>
              <a:rPr lang="en-US" sz="2400" err="1">
                <a:latin typeface="Open Sans"/>
                <a:ea typeface="Open Sans"/>
                <a:cs typeface="Open Sans"/>
              </a:rPr>
              <a:t>có</a:t>
            </a:r>
            <a:r>
              <a:rPr lang="en-US" sz="2400">
                <a:latin typeface="Open Sans"/>
                <a:ea typeface="Open Sans"/>
                <a:cs typeface="Open Sans"/>
              </a:rPr>
              <a:t> con </a:t>
            </a:r>
            <a:r>
              <a:rPr lang="en-US" sz="2400" err="1">
                <a:latin typeface="Open Sans"/>
                <a:ea typeface="Open Sans"/>
                <a:cs typeface="Open Sans"/>
              </a:rPr>
              <a:t>trỏ</a:t>
            </a:r>
            <a:r>
              <a:rPr lang="en-US" sz="2400">
                <a:latin typeface="Open Sans"/>
                <a:ea typeface="Open Sans"/>
                <a:cs typeface="Open Sans"/>
              </a:rPr>
              <a:t> </a:t>
            </a:r>
            <a:r>
              <a:rPr lang="en-US" sz="2400" b="1">
                <a:latin typeface="Open Sans"/>
                <a:ea typeface="Open Sans"/>
                <a:cs typeface="Open Sans"/>
              </a:rPr>
              <a:t>next = NULL</a:t>
            </a:r>
            <a:r>
              <a:rPr lang="en-US" sz="2400">
                <a:latin typeface="Open Sans"/>
                <a:ea typeface="Open Sans"/>
                <a:cs typeface="Open Sans"/>
              </a:rPr>
              <a:t>.</a:t>
            </a:r>
          </a:p>
          <a:p>
            <a:pPr marL="228600" indent="-228600">
              <a:buFont typeface=""/>
              <a:buChar char="•"/>
            </a:pPr>
            <a:r>
              <a:rPr lang="en-US" sz="2400" b="1" err="1">
                <a:latin typeface="Open Sans"/>
                <a:ea typeface="Open Sans"/>
                <a:cs typeface="Open Sans"/>
              </a:rPr>
              <a:t>Ưu</a:t>
            </a:r>
            <a:r>
              <a:rPr lang="en-US" sz="2400" b="1">
                <a:latin typeface="Open Sans"/>
                <a:ea typeface="Open Sans"/>
                <a:cs typeface="Open Sans"/>
              </a:rPr>
              <a:t> </a:t>
            </a:r>
            <a:r>
              <a:rPr lang="en-US" sz="2400" b="1" err="1">
                <a:latin typeface="Open Sans"/>
                <a:ea typeface="Open Sans"/>
                <a:cs typeface="Open Sans"/>
              </a:rPr>
              <a:t>điểm</a:t>
            </a:r>
            <a:r>
              <a:rPr lang="en-US" sz="2400" b="1">
                <a:latin typeface="Open Sans"/>
                <a:ea typeface="Open Sans"/>
                <a:cs typeface="Open Sans"/>
              </a:rPr>
              <a:t>:</a:t>
            </a:r>
            <a:r>
              <a:rPr lang="en-US" sz="2400">
                <a:latin typeface="Open Sans"/>
                <a:ea typeface="Open Sans"/>
                <a:cs typeface="Open Sans"/>
              </a:rPr>
              <a:t> </a:t>
            </a:r>
            <a:r>
              <a:rPr lang="en-US" sz="2400" err="1">
                <a:latin typeface="Open Sans"/>
                <a:ea typeface="Open Sans"/>
                <a:cs typeface="Open Sans"/>
              </a:rPr>
              <a:t>linh</a:t>
            </a:r>
            <a:r>
              <a:rPr lang="en-US" sz="2400">
                <a:latin typeface="Open Sans"/>
                <a:ea typeface="Open Sans"/>
                <a:cs typeface="Open Sans"/>
              </a:rPr>
              <a:t> </a:t>
            </a:r>
            <a:r>
              <a:rPr lang="en-US" sz="2400" err="1">
                <a:latin typeface="Open Sans"/>
                <a:ea typeface="Open Sans"/>
                <a:cs typeface="Open Sans"/>
              </a:rPr>
              <a:t>hoạt</a:t>
            </a:r>
            <a:r>
              <a:rPr lang="en-US" sz="2400">
                <a:latin typeface="Open Sans"/>
                <a:ea typeface="Open Sans"/>
                <a:cs typeface="Open Sans"/>
              </a:rPr>
              <a:t>, </a:t>
            </a:r>
            <a:r>
              <a:rPr lang="en-US" sz="2400" err="1">
                <a:latin typeface="Open Sans"/>
                <a:ea typeface="Open Sans"/>
                <a:cs typeface="Open Sans"/>
              </a:rPr>
              <a:t>thêm</a:t>
            </a:r>
            <a:r>
              <a:rPr lang="en-US" sz="2400">
                <a:latin typeface="Open Sans"/>
                <a:ea typeface="Open Sans"/>
                <a:cs typeface="Open Sans"/>
              </a:rPr>
              <a:t>/</a:t>
            </a:r>
            <a:r>
              <a:rPr lang="en-US" sz="2400" err="1">
                <a:latin typeface="Open Sans"/>
                <a:ea typeface="Open Sans"/>
                <a:cs typeface="Open Sans"/>
              </a:rPr>
              <a:t>xóa</a:t>
            </a:r>
            <a:r>
              <a:rPr lang="en-US" sz="2400">
                <a:latin typeface="Open Sans"/>
                <a:ea typeface="Open Sans"/>
                <a:cs typeface="Open Sans"/>
              </a:rPr>
              <a:t> </a:t>
            </a:r>
            <a:r>
              <a:rPr lang="en-US" sz="2400" err="1">
                <a:latin typeface="Open Sans"/>
                <a:ea typeface="Open Sans"/>
                <a:cs typeface="Open Sans"/>
              </a:rPr>
              <a:t>dễ</a:t>
            </a:r>
            <a:r>
              <a:rPr lang="en-US" sz="2400">
                <a:latin typeface="Open Sans"/>
                <a:ea typeface="Open Sans"/>
                <a:cs typeface="Open Sans"/>
              </a:rPr>
              <a:t>, </a:t>
            </a:r>
            <a:r>
              <a:rPr lang="en-US" sz="2400" err="1">
                <a:latin typeface="Open Sans"/>
                <a:ea typeface="Open Sans"/>
                <a:cs typeface="Open Sans"/>
              </a:rPr>
              <a:t>không</a:t>
            </a:r>
            <a:r>
              <a:rPr lang="en-US" sz="2400">
                <a:latin typeface="Open Sans"/>
                <a:ea typeface="Open Sans"/>
                <a:cs typeface="Open Sans"/>
              </a:rPr>
              <a:t> </a:t>
            </a:r>
            <a:r>
              <a:rPr lang="en-US" sz="2400" err="1">
                <a:latin typeface="Open Sans"/>
                <a:ea typeface="Open Sans"/>
                <a:cs typeface="Open Sans"/>
              </a:rPr>
              <a:t>cần</a:t>
            </a:r>
            <a:r>
              <a:rPr lang="en-US" sz="2400">
                <a:latin typeface="Open Sans"/>
                <a:ea typeface="Open Sans"/>
                <a:cs typeface="Open Sans"/>
              </a:rPr>
              <a:t> </a:t>
            </a:r>
            <a:r>
              <a:rPr lang="en-US" sz="2400" err="1">
                <a:latin typeface="Open Sans"/>
                <a:ea typeface="Open Sans"/>
                <a:cs typeface="Open Sans"/>
              </a:rPr>
              <a:t>bộ</a:t>
            </a:r>
            <a:r>
              <a:rPr lang="en-US" sz="2400">
                <a:latin typeface="Open Sans"/>
                <a:ea typeface="Open Sans"/>
                <a:cs typeface="Open Sans"/>
              </a:rPr>
              <a:t> </a:t>
            </a:r>
            <a:r>
              <a:rPr lang="en-US" sz="2400" err="1">
                <a:latin typeface="Open Sans"/>
                <a:ea typeface="Open Sans"/>
                <a:cs typeface="Open Sans"/>
              </a:rPr>
              <a:t>nhớ</a:t>
            </a:r>
            <a:r>
              <a:rPr lang="en-US" sz="2400">
                <a:latin typeface="Open Sans"/>
                <a:ea typeface="Open Sans"/>
                <a:cs typeface="Open Sans"/>
              </a:rPr>
              <a:t> </a:t>
            </a:r>
            <a:r>
              <a:rPr lang="en-US" sz="2400" err="1">
                <a:latin typeface="Open Sans"/>
                <a:ea typeface="Open Sans"/>
                <a:cs typeface="Open Sans"/>
              </a:rPr>
              <a:t>liên</a:t>
            </a:r>
            <a:r>
              <a:rPr lang="en-US" sz="2400">
                <a:latin typeface="Open Sans"/>
                <a:ea typeface="Open Sans"/>
                <a:cs typeface="Open Sans"/>
              </a:rPr>
              <a:t> </a:t>
            </a:r>
            <a:r>
              <a:rPr lang="en-US" sz="2400" err="1">
                <a:latin typeface="Open Sans"/>
                <a:ea typeface="Open Sans"/>
                <a:cs typeface="Open Sans"/>
              </a:rPr>
              <a:t>tiếp</a:t>
            </a:r>
            <a:r>
              <a:rPr lang="en-US" sz="2400">
                <a:latin typeface="Open Sans"/>
                <a:ea typeface="Open Sans"/>
                <a:cs typeface="Open Sans"/>
              </a:rPr>
              <a:t> </a:t>
            </a:r>
            <a:r>
              <a:rPr lang="en-US" sz="2400" err="1">
                <a:latin typeface="Open Sans"/>
                <a:ea typeface="Open Sans"/>
                <a:cs typeface="Open Sans"/>
              </a:rPr>
              <a:t>như</a:t>
            </a:r>
            <a:r>
              <a:rPr lang="en-US" sz="2400">
                <a:latin typeface="Open Sans"/>
                <a:ea typeface="Open Sans"/>
                <a:cs typeface="Open Sans"/>
              </a:rPr>
              <a:t> </a:t>
            </a:r>
            <a:r>
              <a:rPr lang="en-US" sz="2400" err="1">
                <a:latin typeface="Open Sans"/>
                <a:ea typeface="Open Sans"/>
                <a:cs typeface="Open Sans"/>
              </a:rPr>
              <a:t>mảng</a:t>
            </a:r>
            <a:r>
              <a:rPr lang="en-US" sz="2400">
                <a:latin typeface="Open Sans"/>
                <a:ea typeface="Open Sans"/>
                <a:cs typeface="Open Sans"/>
              </a:rPr>
              <a:t>.</a:t>
            </a:r>
          </a:p>
          <a:p>
            <a:pPr marL="228600" indent="-228600">
              <a:buFont typeface=""/>
              <a:buChar char="•"/>
            </a:pPr>
            <a:r>
              <a:rPr lang="en-US" sz="2400" b="1" err="1">
                <a:latin typeface="Open Sans"/>
                <a:ea typeface="Open Sans"/>
                <a:cs typeface="Open Sans"/>
              </a:rPr>
              <a:t>Nhược</a:t>
            </a:r>
            <a:r>
              <a:rPr lang="en-US" sz="2400" b="1">
                <a:latin typeface="Open Sans"/>
                <a:ea typeface="Open Sans"/>
                <a:cs typeface="Open Sans"/>
              </a:rPr>
              <a:t> </a:t>
            </a:r>
            <a:r>
              <a:rPr lang="en-US" sz="2400" b="1" err="1">
                <a:latin typeface="Open Sans"/>
                <a:ea typeface="Open Sans"/>
                <a:cs typeface="Open Sans"/>
              </a:rPr>
              <a:t>điểm</a:t>
            </a:r>
            <a:r>
              <a:rPr lang="en-US" sz="2400" b="1">
                <a:latin typeface="Open Sans"/>
                <a:ea typeface="Open Sans"/>
                <a:cs typeface="Open Sans"/>
              </a:rPr>
              <a:t>:</a:t>
            </a:r>
            <a:r>
              <a:rPr lang="en-US" sz="2400">
                <a:latin typeface="Open Sans"/>
                <a:ea typeface="Open Sans"/>
                <a:cs typeface="Open Sans"/>
              </a:rPr>
              <a:t> </a:t>
            </a:r>
            <a:r>
              <a:rPr lang="en-US" sz="2400" err="1">
                <a:latin typeface="Open Sans"/>
                <a:ea typeface="Open Sans"/>
                <a:cs typeface="Open Sans"/>
              </a:rPr>
              <a:t>truy</a:t>
            </a:r>
            <a:r>
              <a:rPr lang="en-US" sz="2400">
                <a:latin typeface="Open Sans"/>
                <a:ea typeface="Open Sans"/>
                <a:cs typeface="Open Sans"/>
              </a:rPr>
              <a:t> </a:t>
            </a:r>
            <a:r>
              <a:rPr lang="en-US" sz="2400" err="1">
                <a:latin typeface="Open Sans"/>
                <a:ea typeface="Open Sans"/>
                <a:cs typeface="Open Sans"/>
              </a:rPr>
              <a:t>cập</a:t>
            </a:r>
            <a:r>
              <a:rPr lang="en-US" sz="2400">
                <a:latin typeface="Open Sans"/>
                <a:ea typeface="Open Sans"/>
                <a:cs typeface="Open Sans"/>
              </a:rPr>
              <a:t> </a:t>
            </a:r>
            <a:r>
              <a:rPr lang="en-US" sz="2400" err="1">
                <a:latin typeface="Open Sans"/>
                <a:ea typeface="Open Sans"/>
                <a:cs typeface="Open Sans"/>
              </a:rPr>
              <a:t>tuần</a:t>
            </a:r>
            <a:r>
              <a:rPr lang="en-US" sz="2400">
                <a:latin typeface="Open Sans"/>
                <a:ea typeface="Open Sans"/>
                <a:cs typeface="Open Sans"/>
              </a:rPr>
              <a:t> </a:t>
            </a:r>
            <a:r>
              <a:rPr lang="en-US" sz="2400" err="1">
                <a:latin typeface="Open Sans"/>
                <a:ea typeface="Open Sans"/>
                <a:cs typeface="Open Sans"/>
              </a:rPr>
              <a:t>tự</a:t>
            </a:r>
            <a:r>
              <a:rPr lang="en-US" sz="2400">
                <a:latin typeface="Open Sans"/>
                <a:ea typeface="Open Sans"/>
                <a:cs typeface="Open Sans"/>
              </a:rPr>
              <a:t>, </a:t>
            </a:r>
            <a:r>
              <a:rPr lang="en-US" sz="2400" err="1">
                <a:latin typeface="Open Sans"/>
                <a:ea typeface="Open Sans"/>
                <a:cs typeface="Open Sans"/>
              </a:rPr>
              <a:t>không</a:t>
            </a:r>
            <a:r>
              <a:rPr lang="en-US" sz="2400">
                <a:latin typeface="Open Sans"/>
                <a:ea typeface="Open Sans"/>
                <a:cs typeface="Open Sans"/>
              </a:rPr>
              <a:t> </a:t>
            </a:r>
            <a:r>
              <a:rPr lang="en-US" sz="2400" err="1">
                <a:latin typeface="Open Sans"/>
                <a:ea typeface="Open Sans"/>
                <a:cs typeface="Open Sans"/>
              </a:rPr>
              <a:t>thể</a:t>
            </a:r>
            <a:r>
              <a:rPr lang="en-US" sz="2400">
                <a:latin typeface="Open Sans"/>
                <a:ea typeface="Open Sans"/>
                <a:cs typeface="Open Sans"/>
              </a:rPr>
              <a:t> </a:t>
            </a:r>
            <a:r>
              <a:rPr lang="en-US" sz="2400" err="1">
                <a:latin typeface="Open Sans"/>
                <a:ea typeface="Open Sans"/>
                <a:cs typeface="Open Sans"/>
              </a:rPr>
              <a:t>truy</a:t>
            </a:r>
            <a:r>
              <a:rPr lang="en-US" sz="2400">
                <a:latin typeface="Open Sans"/>
                <a:ea typeface="Open Sans"/>
                <a:cs typeface="Open Sans"/>
              </a:rPr>
              <a:t> </a:t>
            </a:r>
            <a:r>
              <a:rPr lang="en-US" sz="2400" err="1">
                <a:latin typeface="Open Sans"/>
                <a:ea typeface="Open Sans"/>
                <a:cs typeface="Open Sans"/>
              </a:rPr>
              <a:t>cập</a:t>
            </a:r>
            <a:r>
              <a:rPr lang="en-US" sz="2400">
                <a:latin typeface="Open Sans"/>
                <a:ea typeface="Open Sans"/>
                <a:cs typeface="Open Sans"/>
              </a:rPr>
              <a:t> </a:t>
            </a:r>
            <a:r>
              <a:rPr lang="en-US" sz="2400" err="1">
                <a:latin typeface="Open Sans"/>
                <a:ea typeface="Open Sans"/>
                <a:cs typeface="Open Sans"/>
              </a:rPr>
              <a:t>trực</a:t>
            </a:r>
            <a:r>
              <a:rPr lang="en-US" sz="2400">
                <a:latin typeface="Open Sans"/>
                <a:ea typeface="Open Sans"/>
                <a:cs typeface="Open Sans"/>
              </a:rPr>
              <a:t> </a:t>
            </a:r>
            <a:r>
              <a:rPr lang="en-US" sz="2400" err="1">
                <a:latin typeface="Open Sans"/>
                <a:ea typeface="Open Sans"/>
                <a:cs typeface="Open Sans"/>
              </a:rPr>
              <a:t>tiếp</a:t>
            </a:r>
            <a:r>
              <a:rPr lang="en-US" sz="2400">
                <a:latin typeface="Open Sans"/>
                <a:ea typeface="Open Sans"/>
                <a:cs typeface="Open Sans"/>
              </a:rPr>
              <a:t> </a:t>
            </a:r>
            <a:r>
              <a:rPr lang="en-US" sz="2400" err="1">
                <a:latin typeface="Open Sans"/>
                <a:ea typeface="Open Sans"/>
                <a:cs typeface="Open Sans"/>
              </a:rPr>
              <a:t>như</a:t>
            </a:r>
            <a:r>
              <a:rPr lang="en-US" sz="2400">
                <a:latin typeface="Open Sans"/>
                <a:ea typeface="Open Sans"/>
                <a:cs typeface="Open Sans"/>
              </a:rPr>
              <a:t> </a:t>
            </a:r>
            <a:r>
              <a:rPr lang="en-US" sz="2400" err="1">
                <a:latin typeface="Open Sans"/>
                <a:ea typeface="Open Sans"/>
                <a:cs typeface="Open Sans"/>
              </a:rPr>
              <a:t>mảng</a:t>
            </a:r>
            <a:r>
              <a:rPr lang="en-US" sz="2400">
                <a:latin typeface="Open Sans"/>
                <a:ea typeface="Open Sans"/>
                <a:cs typeface="Open Sans"/>
              </a:rPr>
              <a:t>.</a:t>
            </a:r>
          </a:p>
          <a:p>
            <a:pPr algn="ctr"/>
            <a:endParaRPr lang="vi-VN" sz="2400">
              <a:latin typeface="Open Sans"/>
              <a:ea typeface="Open Sans"/>
              <a:cs typeface="Open Sans"/>
            </a:endParaRPr>
          </a:p>
        </p:txBody>
      </p:sp>
      <p:sp>
        <p:nvSpPr>
          <p:cNvPr id="3" name="Hình chữ nhật 2">
            <a:extLst>
              <a:ext uri="{FF2B5EF4-FFF2-40B4-BE49-F238E27FC236}">
                <a16:creationId xmlns:a16="http://schemas.microsoft.com/office/drawing/2014/main" id="{64AFB64E-2AF8-AB73-930B-21FA6AAB7AFA}"/>
              </a:ext>
            </a:extLst>
          </p:cNvPr>
          <p:cNvSpPr/>
          <p:nvPr/>
        </p:nvSpPr>
        <p:spPr>
          <a:xfrm>
            <a:off x="958337" y="1551605"/>
            <a:ext cx="9132038" cy="48376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vi-VN" sz="2800" b="1">
                <a:solidFill>
                  <a:schemeClr val="tx1"/>
                </a:solidFill>
                <a:latin typeface="Open Sans"/>
                <a:ea typeface="Open Sans"/>
                <a:cs typeface="Open Sans"/>
              </a:rPr>
              <a:t>Giới Thiệu về danh sách liên kết đơn</a:t>
            </a:r>
          </a:p>
        </p:txBody>
      </p:sp>
    </p:spTree>
    <p:extLst>
      <p:ext uri="{BB962C8B-B14F-4D97-AF65-F5344CB8AC3E}">
        <p14:creationId xmlns:p14="http://schemas.microsoft.com/office/powerpoint/2010/main" val="29073995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E5801B4C-8CA4-C213-46DC-A53815C4380A}"/>
              </a:ext>
            </a:extLst>
          </p:cNvPr>
          <p:cNvSpPr>
            <a:spLocks noGrp="1"/>
          </p:cNvSpPr>
          <p:nvPr>
            <p:ph type="title"/>
          </p:nvPr>
        </p:nvSpPr>
        <p:spPr>
          <a:xfrm>
            <a:off x="3055072" y="-1210"/>
            <a:ext cx="5702866" cy="921616"/>
          </a:xfrm>
        </p:spPr>
        <p:txBody>
          <a:bodyPr>
            <a:normAutofit/>
          </a:bodyPr>
          <a:lstStyle/>
          <a:p>
            <a:r>
              <a:rPr lang="vi-VN"/>
              <a:t> </a:t>
            </a:r>
            <a:endParaRPr lang="vi-VN">
              <a:latin typeface="Times New Roman"/>
              <a:cs typeface="Times New Roman"/>
            </a:endParaRPr>
          </a:p>
        </p:txBody>
      </p:sp>
      <p:sp>
        <p:nvSpPr>
          <p:cNvPr id="6" name="Hình chữ nhật 5">
            <a:extLst>
              <a:ext uri="{FF2B5EF4-FFF2-40B4-BE49-F238E27FC236}">
                <a16:creationId xmlns:a16="http://schemas.microsoft.com/office/drawing/2014/main" id="{91B3D6DA-CE91-58EE-C12C-C7EE156EC391}"/>
              </a:ext>
            </a:extLst>
          </p:cNvPr>
          <p:cNvSpPr/>
          <p:nvPr/>
        </p:nvSpPr>
        <p:spPr>
          <a:xfrm>
            <a:off x="719328" y="2005830"/>
            <a:ext cx="3910431" cy="23140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endParaRPr lang="vi-VN" sz="2800" b="1">
              <a:solidFill>
                <a:schemeClr val="tx1"/>
              </a:solidFill>
              <a:latin typeface="Arial"/>
              <a:cs typeface="Arial" panose="020B0604020202020204" pitchFamily="34" charset="0"/>
            </a:endParaRPr>
          </a:p>
        </p:txBody>
      </p:sp>
      <p:sp>
        <p:nvSpPr>
          <p:cNvPr id="3" name="Hộp Văn bản 2">
            <a:extLst>
              <a:ext uri="{FF2B5EF4-FFF2-40B4-BE49-F238E27FC236}">
                <a16:creationId xmlns:a16="http://schemas.microsoft.com/office/drawing/2014/main" id="{C0A8C0AE-A838-3BD0-0CC5-BBEBE4A7ACE1}"/>
              </a:ext>
            </a:extLst>
          </p:cNvPr>
          <p:cNvSpPr txBox="1"/>
          <p:nvPr/>
        </p:nvSpPr>
        <p:spPr>
          <a:xfrm>
            <a:off x="3795625" y="309113"/>
            <a:ext cx="5060831"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vi-VN" sz="4400" b="1">
                <a:solidFill>
                  <a:srgbClr val="FFC000"/>
                </a:solidFill>
                <a:latin typeface="Segoe UI"/>
              </a:rPr>
              <a:t>Phân</a:t>
            </a:r>
            <a:r>
              <a:rPr lang="vi-VN" sz="4400" b="1">
                <a:solidFill>
                  <a:srgbClr val="FFC000"/>
                </a:solidFill>
                <a:latin typeface="Segoe UI"/>
                <a:cs typeface="Segoe UI"/>
              </a:rPr>
              <a:t> tích bài toán</a:t>
            </a:r>
            <a:endParaRPr lang="vi-VN"/>
          </a:p>
        </p:txBody>
      </p:sp>
      <p:sp>
        <p:nvSpPr>
          <p:cNvPr id="4" name="Hình chữ nhật 3">
            <a:extLst>
              <a:ext uri="{FF2B5EF4-FFF2-40B4-BE49-F238E27FC236}">
                <a16:creationId xmlns:a16="http://schemas.microsoft.com/office/drawing/2014/main" id="{721B1DE3-494B-9784-021D-CC9A6DCAF74E}"/>
              </a:ext>
            </a:extLst>
          </p:cNvPr>
          <p:cNvSpPr/>
          <p:nvPr/>
        </p:nvSpPr>
        <p:spPr>
          <a:xfrm>
            <a:off x="-2619" y="1204685"/>
            <a:ext cx="4404703" cy="5207344"/>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endParaRPr lang="vi-VN" b="1">
              <a:solidFill>
                <a:schemeClr val="tx1"/>
              </a:solidFill>
              <a:latin typeface="Open Sans"/>
              <a:ea typeface="Open Sans"/>
              <a:cs typeface="Arial"/>
            </a:endParaRPr>
          </a:p>
          <a:p>
            <a:endParaRPr lang="vi-VN">
              <a:solidFill>
                <a:schemeClr val="tx1"/>
              </a:solidFill>
              <a:latin typeface="Arial"/>
              <a:ea typeface="Open Sans"/>
              <a:cs typeface="Arial" panose="020B0604020202020204" pitchFamily="34" charset="0"/>
            </a:endParaRPr>
          </a:p>
        </p:txBody>
      </p:sp>
      <p:sp>
        <p:nvSpPr>
          <p:cNvPr id="14" name="Hình chữ nhật 13">
            <a:extLst>
              <a:ext uri="{FF2B5EF4-FFF2-40B4-BE49-F238E27FC236}">
                <a16:creationId xmlns:a16="http://schemas.microsoft.com/office/drawing/2014/main" id="{4BDB1E97-9EAA-F5DA-B834-5B36ABE09B63}"/>
              </a:ext>
            </a:extLst>
          </p:cNvPr>
          <p:cNvSpPr/>
          <p:nvPr/>
        </p:nvSpPr>
        <p:spPr>
          <a:xfrm>
            <a:off x="4373102" y="1208600"/>
            <a:ext cx="3903584" cy="5201495"/>
          </a:xfrm>
          <a:prstGeom prst="rect">
            <a:avLst/>
          </a:prstGeom>
          <a:solidFill>
            <a:schemeClr val="bg1">
              <a:lumMod val="95000"/>
            </a:schemeClr>
          </a:solidFill>
        </p:spPr>
        <p:style>
          <a:lnRef idx="2">
            <a:schemeClr val="dk1"/>
          </a:lnRef>
          <a:fillRef idx="1">
            <a:schemeClr val="lt1"/>
          </a:fillRef>
          <a:effectRef idx="0">
            <a:schemeClr val="dk1"/>
          </a:effectRef>
          <a:fontRef idx="minor">
            <a:schemeClr val="dk1"/>
          </a:fontRef>
        </p:style>
        <p:txBody>
          <a:bodyPr lIns="91440" tIns="45720" rIns="91440" bIns="45720" rtlCol="0" anchor="ctr"/>
          <a:lstStyle/>
          <a:p>
            <a:pPr algn="ctr"/>
            <a:endParaRPr lang="vi-VN" b="1">
              <a:solidFill>
                <a:schemeClr val="tx1"/>
              </a:solidFill>
              <a:latin typeface="Open Sans"/>
              <a:ea typeface="Open Sans"/>
              <a:cs typeface="Arial"/>
            </a:endParaRPr>
          </a:p>
        </p:txBody>
      </p:sp>
      <p:pic>
        <p:nvPicPr>
          <p:cNvPr id="15" name="Đồ họa 14">
            <a:extLst>
              <a:ext uri="{FF2B5EF4-FFF2-40B4-BE49-F238E27FC236}">
                <a16:creationId xmlns:a16="http://schemas.microsoft.com/office/drawing/2014/main" id="{F18C62E7-5DC5-8263-24DC-14D9A9F278A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31883" y="2619067"/>
            <a:ext cx="484415" cy="473529"/>
          </a:xfrm>
          <a:prstGeom prst="rect">
            <a:avLst/>
          </a:prstGeom>
        </p:spPr>
      </p:pic>
      <p:pic>
        <p:nvPicPr>
          <p:cNvPr id="17" name="Đồ họa 16">
            <a:extLst>
              <a:ext uri="{FF2B5EF4-FFF2-40B4-BE49-F238E27FC236}">
                <a16:creationId xmlns:a16="http://schemas.microsoft.com/office/drawing/2014/main" id="{4CAF00A6-1463-DFEB-32B1-429328C219D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flipH="1">
            <a:off x="4623114" y="2575106"/>
            <a:ext cx="576943" cy="576943"/>
          </a:xfrm>
          <a:prstGeom prst="rect">
            <a:avLst/>
          </a:prstGeom>
        </p:spPr>
      </p:pic>
      <p:pic>
        <p:nvPicPr>
          <p:cNvPr id="19" name="Hình ảnh 18" descr="Ảnh có chứa văn bản, biểu đồ, ảnh chụp màn hình, Kế hoạch&#10;&#10;Nội dung do AI tạo ra có thể không chính xác.">
            <a:extLst>
              <a:ext uri="{FF2B5EF4-FFF2-40B4-BE49-F238E27FC236}">
                <a16:creationId xmlns:a16="http://schemas.microsoft.com/office/drawing/2014/main" id="{B59E0F2A-EF0C-E8BC-B2ED-767FB43D74F0}"/>
              </a:ext>
            </a:extLst>
          </p:cNvPr>
          <p:cNvPicPr>
            <a:picLocks noChangeAspect="1"/>
          </p:cNvPicPr>
          <p:nvPr/>
        </p:nvPicPr>
        <p:blipFill>
          <a:blip r:embed="rId7"/>
          <a:stretch>
            <a:fillRect/>
          </a:stretch>
        </p:blipFill>
        <p:spPr>
          <a:xfrm>
            <a:off x="8286607" y="1219164"/>
            <a:ext cx="3908154" cy="5192519"/>
          </a:xfrm>
          <a:prstGeom prst="rect">
            <a:avLst/>
          </a:prstGeom>
          <a:ln>
            <a:solidFill>
              <a:schemeClr val="tx1"/>
            </a:solidFill>
          </a:ln>
        </p:spPr>
      </p:pic>
      <p:sp>
        <p:nvSpPr>
          <p:cNvPr id="7" name="Hộp Văn bản 6">
            <a:extLst>
              <a:ext uri="{FF2B5EF4-FFF2-40B4-BE49-F238E27FC236}">
                <a16:creationId xmlns:a16="http://schemas.microsoft.com/office/drawing/2014/main" id="{A4EEF802-0397-0F40-886C-3B3B2E21E07A}"/>
              </a:ext>
            </a:extLst>
          </p:cNvPr>
          <p:cNvSpPr txBox="1"/>
          <p:nvPr/>
        </p:nvSpPr>
        <p:spPr>
          <a:xfrm>
            <a:off x="-1" y="2854036"/>
            <a:ext cx="4419599" cy="185437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vi-VN" sz="2000" b="1">
                <a:latin typeface="Open Sans"/>
                <a:ea typeface="Open Sans"/>
                <a:cs typeface="Open Sans"/>
              </a:rPr>
              <a:t>Thông tin cần quản lý</a:t>
            </a:r>
            <a:endParaRPr lang="vi-VN" sz="2000">
              <a:latin typeface="Open Sans"/>
              <a:ea typeface="Open Sans"/>
              <a:cs typeface="Open Sans"/>
            </a:endParaRPr>
          </a:p>
          <a:p>
            <a:pPr marL="285750" indent="-285750">
              <a:buFont typeface="Courier New"/>
              <a:buChar char="o"/>
            </a:pPr>
            <a:r>
              <a:rPr lang="vi-VN">
                <a:latin typeface="Open Sans"/>
                <a:ea typeface="Open Sans"/>
                <a:cs typeface="Open Sans"/>
              </a:rPr>
              <a:t>Sách : Mã sách, tên, tác giả, thể loại</a:t>
            </a:r>
          </a:p>
          <a:p>
            <a:pPr marL="285750" indent="-285750">
              <a:buFont typeface="Courier New"/>
              <a:buChar char="o"/>
            </a:pPr>
            <a:r>
              <a:rPr lang="vi-VN">
                <a:latin typeface="Open Sans"/>
                <a:ea typeface="Open Sans"/>
                <a:cs typeface="Open Sans"/>
              </a:rPr>
              <a:t>Sinh Viên : MSSV, họ tên, lớp, </a:t>
            </a:r>
            <a:r>
              <a:rPr lang="vi-VN" err="1">
                <a:latin typeface="Open Sans"/>
                <a:ea typeface="Open Sans"/>
                <a:cs typeface="Open Sans"/>
              </a:rPr>
              <a:t>email</a:t>
            </a:r>
            <a:endParaRPr lang="vi-VN">
              <a:latin typeface="Open Sans"/>
              <a:ea typeface="Open Sans"/>
              <a:cs typeface="Open Sans"/>
            </a:endParaRPr>
          </a:p>
          <a:p>
            <a:pPr marL="285750" indent="-285750">
              <a:buFont typeface="Courier New"/>
              <a:buChar char="o"/>
            </a:pPr>
            <a:r>
              <a:rPr lang="vi-VN">
                <a:latin typeface="Open Sans"/>
                <a:ea typeface="Open Sans"/>
                <a:cs typeface="Open Sans"/>
              </a:rPr>
              <a:t>Phiếu Mượn : Mã phiếu, MSSV, </a:t>
            </a:r>
            <a:br>
              <a:rPr lang="vi-VN">
                <a:latin typeface="Open Sans"/>
                <a:ea typeface="Open Sans"/>
                <a:cs typeface="Open Sans"/>
              </a:rPr>
            </a:br>
            <a:r>
              <a:rPr lang="vi-VN">
                <a:latin typeface="Open Sans"/>
                <a:ea typeface="Open Sans"/>
                <a:cs typeface="Open Sans"/>
              </a:rPr>
              <a:t>mã sách, ngày mượn, ngày trả,</a:t>
            </a:r>
            <a:br>
              <a:rPr lang="vi-VN">
                <a:latin typeface="Open Sans"/>
                <a:ea typeface="Open Sans"/>
                <a:cs typeface="Open Sans"/>
              </a:rPr>
            </a:br>
            <a:r>
              <a:rPr lang="vi-VN">
                <a:latin typeface="Open Sans"/>
                <a:ea typeface="Open Sans"/>
                <a:cs typeface="Open Sans"/>
              </a:rPr>
              <a:t>trạng thái</a:t>
            </a:r>
          </a:p>
        </p:txBody>
      </p:sp>
      <p:sp>
        <p:nvSpPr>
          <p:cNvPr id="10" name="Hộp Văn bản 9">
            <a:extLst>
              <a:ext uri="{FF2B5EF4-FFF2-40B4-BE49-F238E27FC236}">
                <a16:creationId xmlns:a16="http://schemas.microsoft.com/office/drawing/2014/main" id="{647730BE-C2BB-2F1F-0D61-B71B0A8265E3}"/>
              </a:ext>
            </a:extLst>
          </p:cNvPr>
          <p:cNvSpPr txBox="1"/>
          <p:nvPr/>
        </p:nvSpPr>
        <p:spPr>
          <a:xfrm>
            <a:off x="4374173" y="2854035"/>
            <a:ext cx="4211781" cy="178510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vi-VN" sz="2000" b="1">
                <a:latin typeface="Open Sans"/>
                <a:ea typeface="Open Sans"/>
                <a:cs typeface="Open Sans"/>
              </a:rPr>
              <a:t>Chức Năng Chính</a:t>
            </a:r>
            <a:endParaRPr lang="vi-VN" sz="2400">
              <a:latin typeface="Open Sans"/>
              <a:ea typeface="Open Sans"/>
              <a:cs typeface="Open Sans"/>
            </a:endParaRPr>
          </a:p>
          <a:p>
            <a:pPr marL="285750" indent="-285750">
              <a:buFont typeface="Courier New"/>
              <a:buChar char="o"/>
            </a:pPr>
            <a:r>
              <a:rPr lang="vi-VN">
                <a:latin typeface="Open Sans"/>
                <a:ea typeface="Open Sans"/>
                <a:cs typeface="Open Sans"/>
              </a:rPr>
              <a:t>Thêm/Xóa/Sửa/Tìm kiếm dữ liệu</a:t>
            </a:r>
            <a:endParaRPr lang="en-US">
              <a:latin typeface="Open Sans"/>
              <a:ea typeface="Open Sans"/>
              <a:cs typeface="Open Sans"/>
            </a:endParaRPr>
          </a:p>
          <a:p>
            <a:pPr marL="285750" indent="-285750">
              <a:buFont typeface="Courier New"/>
              <a:buChar char="o"/>
            </a:pPr>
            <a:r>
              <a:rPr lang="vi-VN">
                <a:latin typeface="Open Sans"/>
                <a:ea typeface="Open Sans"/>
                <a:cs typeface="Open Sans"/>
              </a:rPr>
              <a:t>Sắp xếp theo tiêu chí khác nhau</a:t>
            </a:r>
            <a:endParaRPr lang="en-US">
              <a:latin typeface="Open Sans"/>
              <a:ea typeface="Open Sans"/>
              <a:cs typeface="Open Sans"/>
            </a:endParaRPr>
          </a:p>
          <a:p>
            <a:pPr marL="285750" indent="-285750">
              <a:buFont typeface="Courier New"/>
              <a:buChar char="o"/>
            </a:pPr>
            <a:r>
              <a:rPr lang="vi-VN">
                <a:latin typeface="Open Sans"/>
                <a:ea typeface="Open Sans"/>
                <a:cs typeface="Open Sans"/>
              </a:rPr>
              <a:t>Lập phiếu mượn sách</a:t>
            </a:r>
            <a:endParaRPr lang="en-US">
              <a:latin typeface="Open Sans"/>
              <a:ea typeface="Open Sans"/>
              <a:cs typeface="Open Sans"/>
            </a:endParaRPr>
          </a:p>
          <a:p>
            <a:pPr marL="285750" indent="-285750">
              <a:buFont typeface="Courier New"/>
              <a:buChar char="o"/>
            </a:pPr>
            <a:r>
              <a:rPr lang="vi-VN">
                <a:latin typeface="Open Sans"/>
                <a:ea typeface="Open Sans"/>
                <a:cs typeface="Open Sans"/>
              </a:rPr>
              <a:t>Xử lý phiếu trả sách</a:t>
            </a:r>
            <a:endParaRPr lang="en-US">
              <a:latin typeface="Open Sans"/>
              <a:ea typeface="Open Sans"/>
              <a:cs typeface="Open Sans"/>
            </a:endParaRPr>
          </a:p>
          <a:p>
            <a:pPr marL="285750" indent="-285750">
              <a:buFont typeface="Courier New"/>
              <a:buChar char="o"/>
            </a:pPr>
            <a:r>
              <a:rPr lang="vi-VN">
                <a:latin typeface="Open Sans"/>
                <a:ea typeface="Open Sans"/>
                <a:cs typeface="Open Sans"/>
              </a:rPr>
              <a:t>Hiển thị danh sách chi tiết</a:t>
            </a:r>
            <a:endParaRPr lang="en-US">
              <a:latin typeface="Open Sans"/>
              <a:ea typeface="Open Sans"/>
              <a:cs typeface="Open Sans"/>
            </a:endParaRPr>
          </a:p>
        </p:txBody>
      </p:sp>
    </p:spTree>
    <p:extLst>
      <p:ext uri="{BB962C8B-B14F-4D97-AF65-F5344CB8AC3E}">
        <p14:creationId xmlns:p14="http://schemas.microsoft.com/office/powerpoint/2010/main" val="2422882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a:extLst>
            <a:ext uri="{FF2B5EF4-FFF2-40B4-BE49-F238E27FC236}">
              <a16:creationId xmlns:a16="http://schemas.microsoft.com/office/drawing/2014/main" id="{C08FB8C0-0129-9D75-B735-00A98D50BD39}"/>
            </a:ext>
          </a:extLst>
        </p:cNvPr>
        <p:cNvGrpSpPr/>
        <p:nvPr/>
      </p:nvGrpSpPr>
      <p:grpSpPr>
        <a:xfrm>
          <a:off x="0" y="0"/>
          <a:ext cx="0" cy="0"/>
          <a:chOff x="0" y="0"/>
          <a:chExt cx="0" cy="0"/>
        </a:xfrm>
      </p:grpSpPr>
      <p:sp>
        <p:nvSpPr>
          <p:cNvPr id="2" name="Tiêu đề 1">
            <a:extLst>
              <a:ext uri="{FF2B5EF4-FFF2-40B4-BE49-F238E27FC236}">
                <a16:creationId xmlns:a16="http://schemas.microsoft.com/office/drawing/2014/main" id="{FF7DB42F-2281-9D9C-F592-7241FCBE889F}"/>
              </a:ext>
            </a:extLst>
          </p:cNvPr>
          <p:cNvSpPr>
            <a:spLocks noGrp="1"/>
          </p:cNvSpPr>
          <p:nvPr>
            <p:ph type="title"/>
          </p:nvPr>
        </p:nvSpPr>
        <p:spPr>
          <a:xfrm>
            <a:off x="841968" y="313366"/>
            <a:ext cx="10505090" cy="826322"/>
          </a:xfrm>
        </p:spPr>
        <p:txBody>
          <a:bodyPr>
            <a:normAutofit/>
          </a:bodyPr>
          <a:lstStyle/>
          <a:p>
            <a:r>
              <a:rPr lang="vi-VN" b="1">
                <a:solidFill>
                  <a:srgbClr val="FFC000"/>
                </a:solidFill>
                <a:latin typeface="Segoe UI"/>
                <a:cs typeface="Times New Roman"/>
              </a:rPr>
              <a:t>                 CẤU TRÚC DỮ LIỆU</a:t>
            </a:r>
          </a:p>
        </p:txBody>
      </p:sp>
      <p:sp>
        <p:nvSpPr>
          <p:cNvPr id="4" name="Hình chữ nhật 3">
            <a:extLst>
              <a:ext uri="{FF2B5EF4-FFF2-40B4-BE49-F238E27FC236}">
                <a16:creationId xmlns:a16="http://schemas.microsoft.com/office/drawing/2014/main" id="{5DF5E96E-5596-7B19-4EB1-8EFBD71D6975}"/>
              </a:ext>
            </a:extLst>
          </p:cNvPr>
          <p:cNvSpPr/>
          <p:nvPr/>
        </p:nvSpPr>
        <p:spPr>
          <a:xfrm>
            <a:off x="585035" y="2661384"/>
            <a:ext cx="3163766" cy="2972823"/>
          </a:xfrm>
          <a:prstGeom prst="rect">
            <a:avLst/>
          </a:prstGeom>
          <a:solidFill>
            <a:schemeClr val="bg1">
              <a:lumMod val="75000"/>
            </a:schemeClr>
          </a:solid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vi-VN" sz="2000" b="1" err="1">
                <a:solidFill>
                  <a:srgbClr val="000000"/>
                </a:solidFill>
                <a:latin typeface="Courier New"/>
                <a:ea typeface="+mn-lt"/>
                <a:cs typeface="Arial"/>
              </a:rPr>
              <a:t>struct</a:t>
            </a:r>
            <a:r>
              <a:rPr lang="vi-VN" sz="2000" b="1">
                <a:solidFill>
                  <a:srgbClr val="000000"/>
                </a:solidFill>
                <a:latin typeface="Courier New"/>
                <a:ea typeface="+mn-lt"/>
                <a:cs typeface="Arial"/>
              </a:rPr>
              <a:t> </a:t>
            </a:r>
            <a:r>
              <a:rPr lang="vi-VN" sz="2000" b="1" err="1">
                <a:solidFill>
                  <a:srgbClr val="000000"/>
                </a:solidFill>
                <a:latin typeface="Courier New"/>
                <a:ea typeface="+mn-lt"/>
                <a:cs typeface="Arial"/>
              </a:rPr>
              <a:t>Sach</a:t>
            </a:r>
            <a:r>
              <a:rPr lang="vi-VN" sz="2000" b="1">
                <a:solidFill>
                  <a:srgbClr val="000000"/>
                </a:solidFill>
                <a:latin typeface="Courier New"/>
                <a:ea typeface="+mn-lt"/>
                <a:cs typeface="Arial"/>
              </a:rPr>
              <a:t> {</a:t>
            </a:r>
            <a:endParaRPr lang="vi-VN" sz="2000" b="1">
              <a:solidFill>
                <a:srgbClr val="FFFFFF"/>
              </a:solidFill>
              <a:latin typeface="Courier New"/>
              <a:ea typeface="+mn-lt"/>
              <a:cs typeface="Arial"/>
            </a:endParaRPr>
          </a:p>
          <a:p>
            <a:r>
              <a:rPr lang="vi-VN" sz="2000" b="1">
                <a:solidFill>
                  <a:srgbClr val="000000"/>
                </a:solidFill>
                <a:latin typeface="Courier New"/>
                <a:ea typeface="+mn-lt"/>
                <a:cs typeface="Arial"/>
              </a:rPr>
              <a:t>  </a:t>
            </a:r>
            <a:r>
              <a:rPr lang="vi-VN" sz="2000" b="1" err="1">
                <a:solidFill>
                  <a:srgbClr val="800000"/>
                </a:solidFill>
                <a:latin typeface="Courier New"/>
                <a:ea typeface="+mn-lt"/>
                <a:cs typeface="Arial"/>
              </a:rPr>
              <a:t>int</a:t>
            </a:r>
            <a:r>
              <a:rPr lang="vi-VN" sz="2000" b="1">
                <a:solidFill>
                  <a:srgbClr val="000000"/>
                </a:solidFill>
                <a:latin typeface="Courier New"/>
                <a:ea typeface="+mn-lt"/>
                <a:cs typeface="Arial"/>
              </a:rPr>
              <a:t> </a:t>
            </a:r>
            <a:r>
              <a:rPr lang="vi-VN" sz="2000" b="1" err="1">
                <a:solidFill>
                  <a:srgbClr val="000000"/>
                </a:solidFill>
                <a:latin typeface="Courier New"/>
                <a:ea typeface="+mn-lt"/>
                <a:cs typeface="Arial"/>
              </a:rPr>
              <a:t>maSach</a:t>
            </a:r>
            <a:r>
              <a:rPr lang="vi-VN" sz="2000" b="1">
                <a:solidFill>
                  <a:srgbClr val="808030"/>
                </a:solidFill>
                <a:latin typeface="Courier New"/>
                <a:ea typeface="+mn-lt"/>
                <a:cs typeface="Arial"/>
              </a:rPr>
              <a:t>;</a:t>
            </a:r>
            <a:r>
              <a:rPr lang="vi-VN" sz="2000" b="1">
                <a:solidFill>
                  <a:srgbClr val="000000"/>
                </a:solidFill>
                <a:latin typeface="Courier New"/>
                <a:ea typeface="+mn-lt"/>
                <a:cs typeface="Arial"/>
              </a:rPr>
              <a:t> </a:t>
            </a:r>
            <a:endParaRPr lang="vi-VN" sz="2000" b="1">
              <a:solidFill>
                <a:srgbClr val="FFFFFF"/>
              </a:solidFill>
              <a:latin typeface="Courier New"/>
              <a:ea typeface="+mn-lt"/>
              <a:cs typeface="Arial"/>
            </a:endParaRPr>
          </a:p>
          <a:p>
            <a:r>
              <a:rPr lang="vi-VN" sz="2000" b="1">
                <a:solidFill>
                  <a:srgbClr val="800000"/>
                </a:solidFill>
                <a:latin typeface="Courier New"/>
                <a:ea typeface="+mn-lt"/>
                <a:cs typeface="Arial"/>
              </a:rPr>
              <a:t>  </a:t>
            </a:r>
            <a:r>
              <a:rPr lang="vi-VN" sz="2000" b="1" err="1">
                <a:solidFill>
                  <a:srgbClr val="800000"/>
                </a:solidFill>
                <a:latin typeface="Courier New"/>
                <a:ea typeface="+mn-lt"/>
                <a:cs typeface="Arial"/>
              </a:rPr>
              <a:t>string</a:t>
            </a:r>
            <a:r>
              <a:rPr lang="vi-VN" sz="2000" b="1">
                <a:solidFill>
                  <a:srgbClr val="000000"/>
                </a:solidFill>
                <a:latin typeface="Courier New"/>
                <a:ea typeface="+mn-lt"/>
                <a:cs typeface="Arial"/>
              </a:rPr>
              <a:t> </a:t>
            </a:r>
            <a:r>
              <a:rPr lang="vi-VN" sz="2000" b="1" err="1">
                <a:solidFill>
                  <a:srgbClr val="000000"/>
                </a:solidFill>
                <a:latin typeface="Courier New"/>
                <a:ea typeface="+mn-lt"/>
                <a:cs typeface="Arial"/>
              </a:rPr>
              <a:t>tenSach</a:t>
            </a:r>
            <a:r>
              <a:rPr lang="vi-VN" sz="2000" b="1">
                <a:solidFill>
                  <a:srgbClr val="808030"/>
                </a:solidFill>
                <a:latin typeface="Courier New"/>
                <a:ea typeface="+mn-lt"/>
                <a:cs typeface="Arial"/>
              </a:rPr>
              <a:t>,</a:t>
            </a:r>
            <a:r>
              <a:rPr lang="vi-VN" sz="2000" b="1">
                <a:solidFill>
                  <a:srgbClr val="000000"/>
                </a:solidFill>
                <a:latin typeface="Courier New"/>
                <a:ea typeface="+mn-lt"/>
                <a:cs typeface="Arial"/>
              </a:rPr>
              <a:t> </a:t>
            </a:r>
            <a:r>
              <a:rPr lang="vi-VN" sz="2000" b="1" err="1">
                <a:solidFill>
                  <a:srgbClr val="000000"/>
                </a:solidFill>
                <a:latin typeface="Courier New"/>
                <a:ea typeface="+mn-lt"/>
                <a:cs typeface="Arial"/>
              </a:rPr>
              <a:t>tacGia</a:t>
            </a:r>
            <a:r>
              <a:rPr lang="vi-VN" sz="2000" b="1">
                <a:solidFill>
                  <a:srgbClr val="808030"/>
                </a:solidFill>
                <a:latin typeface="Courier New"/>
                <a:ea typeface="+mn-lt"/>
                <a:cs typeface="Arial"/>
              </a:rPr>
              <a:t>,</a:t>
            </a:r>
            <a:r>
              <a:rPr lang="vi-VN" sz="2000" b="1">
                <a:solidFill>
                  <a:srgbClr val="000000"/>
                </a:solidFill>
                <a:latin typeface="Courier New"/>
                <a:ea typeface="+mn-lt"/>
                <a:cs typeface="Arial"/>
              </a:rPr>
              <a:t> </a:t>
            </a:r>
            <a:r>
              <a:rPr lang="vi-VN" sz="2000" b="1" err="1">
                <a:solidFill>
                  <a:srgbClr val="000000"/>
                </a:solidFill>
                <a:latin typeface="Courier New"/>
                <a:ea typeface="+mn-lt"/>
                <a:cs typeface="Arial"/>
              </a:rPr>
              <a:t>theLoai</a:t>
            </a:r>
            <a:r>
              <a:rPr lang="vi-VN" sz="2000" b="1">
                <a:solidFill>
                  <a:srgbClr val="808030"/>
                </a:solidFill>
                <a:latin typeface="Courier New"/>
                <a:ea typeface="+mn-lt"/>
                <a:cs typeface="Arial"/>
              </a:rPr>
              <a:t>;</a:t>
            </a:r>
            <a:r>
              <a:rPr lang="vi-VN" sz="2000" b="1">
                <a:solidFill>
                  <a:srgbClr val="000000"/>
                </a:solidFill>
                <a:latin typeface="Courier New"/>
                <a:ea typeface="+mn-lt"/>
                <a:cs typeface="Arial"/>
              </a:rPr>
              <a:t> </a:t>
            </a:r>
            <a:endParaRPr lang="vi-VN" sz="2000" b="1">
              <a:solidFill>
                <a:srgbClr val="FFFFFF"/>
              </a:solidFill>
              <a:latin typeface="Courier New"/>
              <a:ea typeface="+mn-lt"/>
              <a:cs typeface="Arial"/>
            </a:endParaRPr>
          </a:p>
          <a:p>
            <a:r>
              <a:rPr lang="vi-VN" sz="2000" b="1">
                <a:solidFill>
                  <a:srgbClr val="000000"/>
                </a:solidFill>
                <a:latin typeface="Courier New"/>
                <a:ea typeface="+mn-lt"/>
                <a:cs typeface="Arial"/>
              </a:rPr>
              <a:t>  </a:t>
            </a:r>
            <a:r>
              <a:rPr lang="vi-VN" sz="2000" b="1" err="1">
                <a:solidFill>
                  <a:srgbClr val="000000"/>
                </a:solidFill>
                <a:latin typeface="Courier New"/>
                <a:ea typeface="+mn-lt"/>
                <a:cs typeface="Arial"/>
              </a:rPr>
              <a:t>Sach</a:t>
            </a:r>
            <a:r>
              <a:rPr lang="vi-VN" sz="2000" b="1">
                <a:solidFill>
                  <a:srgbClr val="808030"/>
                </a:solidFill>
                <a:latin typeface="Courier New"/>
                <a:ea typeface="+mn-lt"/>
                <a:cs typeface="Arial"/>
              </a:rPr>
              <a:t>*</a:t>
            </a:r>
            <a:r>
              <a:rPr lang="vi-VN" sz="2000" b="1">
                <a:solidFill>
                  <a:srgbClr val="000000"/>
                </a:solidFill>
                <a:latin typeface="Courier New"/>
                <a:ea typeface="+mn-lt"/>
                <a:cs typeface="Arial"/>
              </a:rPr>
              <a:t> </a:t>
            </a:r>
            <a:r>
              <a:rPr lang="vi-VN" sz="2000" b="1" err="1">
                <a:solidFill>
                  <a:srgbClr val="800000"/>
                </a:solidFill>
                <a:latin typeface="Courier New"/>
                <a:ea typeface="+mn-lt"/>
                <a:cs typeface="Arial"/>
              </a:rPr>
              <a:t>next</a:t>
            </a:r>
            <a:r>
              <a:rPr lang="vi-VN" sz="2000" b="1">
                <a:solidFill>
                  <a:srgbClr val="808030"/>
                </a:solidFill>
                <a:latin typeface="Courier New"/>
                <a:ea typeface="+mn-lt"/>
                <a:cs typeface="Arial"/>
              </a:rPr>
              <a:t>;</a:t>
            </a:r>
            <a:endParaRPr lang="vi-VN" sz="2000" b="1">
              <a:solidFill>
                <a:srgbClr val="808030"/>
              </a:solidFill>
              <a:latin typeface="Courier New"/>
              <a:cs typeface="Arial"/>
            </a:endParaRPr>
          </a:p>
          <a:p>
            <a:r>
              <a:rPr lang="vi-VN" sz="2000" b="1">
                <a:solidFill>
                  <a:srgbClr val="808030"/>
                </a:solidFill>
                <a:latin typeface="Courier New"/>
                <a:ea typeface="+mn-lt"/>
                <a:cs typeface="Arial"/>
              </a:rPr>
              <a:t>};</a:t>
            </a:r>
            <a:endParaRPr lang="vi-VN" sz="2000" b="1">
              <a:solidFill>
                <a:srgbClr val="808030"/>
              </a:solidFill>
              <a:latin typeface="Courier New"/>
              <a:cs typeface="Arial"/>
            </a:endParaRPr>
          </a:p>
        </p:txBody>
      </p:sp>
      <p:sp>
        <p:nvSpPr>
          <p:cNvPr id="5" name="Hình chữ nhật 4">
            <a:extLst>
              <a:ext uri="{FF2B5EF4-FFF2-40B4-BE49-F238E27FC236}">
                <a16:creationId xmlns:a16="http://schemas.microsoft.com/office/drawing/2014/main" id="{F9D341C4-BB92-091B-A614-1E3B17F354C4}"/>
              </a:ext>
            </a:extLst>
          </p:cNvPr>
          <p:cNvSpPr/>
          <p:nvPr/>
        </p:nvSpPr>
        <p:spPr>
          <a:xfrm>
            <a:off x="4331330" y="2666643"/>
            <a:ext cx="3505576" cy="2969916"/>
          </a:xfrm>
          <a:prstGeom prst="rect">
            <a:avLst/>
          </a:prstGeom>
          <a:solidFill>
            <a:schemeClr val="bg1">
              <a:lumMod val="75000"/>
            </a:schemeClr>
          </a:solid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vi-VN" sz="2000" b="1" err="1">
                <a:solidFill>
                  <a:schemeClr val="tx1"/>
                </a:solidFill>
                <a:latin typeface="Courier New"/>
                <a:cs typeface="Courier New"/>
              </a:rPr>
              <a:t>struct</a:t>
            </a:r>
            <a:r>
              <a:rPr lang="vi-VN" sz="2000" b="1">
                <a:solidFill>
                  <a:schemeClr val="tx1"/>
                </a:solidFill>
                <a:latin typeface="Courier New"/>
                <a:cs typeface="Courier New"/>
              </a:rPr>
              <a:t> </a:t>
            </a:r>
            <a:r>
              <a:rPr lang="vi-VN" sz="2000" b="1" err="1">
                <a:solidFill>
                  <a:schemeClr val="tx1"/>
                </a:solidFill>
                <a:latin typeface="Courier New"/>
                <a:cs typeface="Courier New"/>
              </a:rPr>
              <a:t>SinhVien</a:t>
            </a:r>
            <a:r>
              <a:rPr lang="vi-VN" sz="2000" b="1">
                <a:solidFill>
                  <a:schemeClr val="tx1"/>
                </a:solidFill>
                <a:latin typeface="Courier New"/>
                <a:cs typeface="Courier New"/>
              </a:rPr>
              <a:t> { </a:t>
            </a:r>
          </a:p>
          <a:p>
            <a:r>
              <a:rPr lang="vi-VN" sz="2000" b="1">
                <a:solidFill>
                  <a:srgbClr val="800000"/>
                </a:solidFill>
                <a:latin typeface="Courier New"/>
                <a:cs typeface="Courier New"/>
              </a:rPr>
              <a:t>  </a:t>
            </a:r>
            <a:r>
              <a:rPr lang="vi-VN" sz="2000" b="1" err="1">
                <a:solidFill>
                  <a:srgbClr val="800000"/>
                </a:solidFill>
                <a:latin typeface="Courier New"/>
                <a:cs typeface="Courier New"/>
              </a:rPr>
              <a:t>int</a:t>
            </a:r>
            <a:r>
              <a:rPr lang="vi-VN" sz="2000" b="1">
                <a:solidFill>
                  <a:schemeClr val="tx1"/>
                </a:solidFill>
                <a:latin typeface="Courier New"/>
                <a:cs typeface="Courier New"/>
              </a:rPr>
              <a:t> MSSV</a:t>
            </a:r>
            <a:r>
              <a:rPr lang="vi-VN" sz="2000" b="1">
                <a:solidFill>
                  <a:srgbClr val="808030"/>
                </a:solidFill>
                <a:latin typeface="Courier New"/>
                <a:cs typeface="Courier New"/>
              </a:rPr>
              <a:t>;</a:t>
            </a:r>
            <a:r>
              <a:rPr lang="vi-VN" sz="2000" b="1">
                <a:solidFill>
                  <a:schemeClr val="tx1"/>
                </a:solidFill>
                <a:latin typeface="Courier New"/>
                <a:cs typeface="Courier New"/>
              </a:rPr>
              <a:t> </a:t>
            </a:r>
          </a:p>
          <a:p>
            <a:r>
              <a:rPr lang="vi-VN" sz="2000" b="1">
                <a:solidFill>
                  <a:srgbClr val="800000"/>
                </a:solidFill>
                <a:latin typeface="Courier New"/>
                <a:cs typeface="Courier New"/>
              </a:rPr>
              <a:t>  </a:t>
            </a:r>
            <a:r>
              <a:rPr lang="vi-VN" sz="2000" b="1" err="1">
                <a:solidFill>
                  <a:srgbClr val="800000"/>
                </a:solidFill>
                <a:latin typeface="Courier New"/>
                <a:cs typeface="Courier New"/>
              </a:rPr>
              <a:t>string</a:t>
            </a:r>
            <a:r>
              <a:rPr lang="vi-VN" sz="2000" b="1">
                <a:solidFill>
                  <a:schemeClr val="tx1"/>
                </a:solidFill>
                <a:latin typeface="Courier New"/>
                <a:cs typeface="Courier New"/>
              </a:rPr>
              <a:t> </a:t>
            </a:r>
            <a:r>
              <a:rPr lang="vi-VN" sz="2000" b="1" err="1">
                <a:solidFill>
                  <a:schemeClr val="tx1"/>
                </a:solidFill>
                <a:latin typeface="Courier New"/>
                <a:cs typeface="Courier New"/>
              </a:rPr>
              <a:t>hoTen</a:t>
            </a:r>
            <a:r>
              <a:rPr lang="vi-VN" sz="2000" b="1">
                <a:solidFill>
                  <a:srgbClr val="808030"/>
                </a:solidFill>
                <a:latin typeface="Courier New"/>
                <a:cs typeface="Courier New"/>
              </a:rPr>
              <a:t>,</a:t>
            </a:r>
            <a:r>
              <a:rPr lang="vi-VN" sz="2000" b="1">
                <a:solidFill>
                  <a:schemeClr val="tx1"/>
                </a:solidFill>
                <a:latin typeface="Courier New"/>
                <a:cs typeface="Courier New"/>
              </a:rPr>
              <a:t> </a:t>
            </a:r>
            <a:r>
              <a:rPr lang="vi-VN" sz="2000" b="1" err="1">
                <a:solidFill>
                  <a:schemeClr val="tx1"/>
                </a:solidFill>
                <a:latin typeface="Courier New"/>
                <a:cs typeface="Courier New"/>
              </a:rPr>
              <a:t>lop</a:t>
            </a:r>
            <a:r>
              <a:rPr lang="vi-VN" sz="2000" b="1">
                <a:solidFill>
                  <a:srgbClr val="808030"/>
                </a:solidFill>
                <a:latin typeface="Courier New"/>
                <a:cs typeface="Courier New"/>
              </a:rPr>
              <a:t>;</a:t>
            </a:r>
            <a:endParaRPr lang="vi-VN" sz="2000" b="1">
              <a:solidFill>
                <a:schemeClr val="tx1"/>
              </a:solidFill>
              <a:latin typeface="Courier New"/>
              <a:cs typeface="Courier New"/>
            </a:endParaRPr>
          </a:p>
          <a:p>
            <a:r>
              <a:rPr lang="vi-VN" sz="2000" b="1">
                <a:solidFill>
                  <a:schemeClr val="tx1"/>
                </a:solidFill>
                <a:latin typeface="Courier New"/>
                <a:cs typeface="Courier New"/>
              </a:rPr>
              <a:t>  </a:t>
            </a:r>
            <a:r>
              <a:rPr lang="vi-VN" sz="2000" b="1" err="1">
                <a:solidFill>
                  <a:schemeClr val="tx1"/>
                </a:solidFill>
                <a:latin typeface="Courier New"/>
                <a:cs typeface="Courier New"/>
              </a:rPr>
              <a:t>SinhVien</a:t>
            </a:r>
            <a:r>
              <a:rPr lang="vi-VN" sz="2000" b="1">
                <a:solidFill>
                  <a:srgbClr val="808030"/>
                </a:solidFill>
                <a:latin typeface="Courier New"/>
                <a:cs typeface="Courier New"/>
              </a:rPr>
              <a:t>*</a:t>
            </a:r>
            <a:r>
              <a:rPr lang="vi-VN" sz="2000" b="1">
                <a:solidFill>
                  <a:schemeClr val="tx1"/>
                </a:solidFill>
                <a:latin typeface="Courier New"/>
                <a:cs typeface="Courier New"/>
              </a:rPr>
              <a:t> </a:t>
            </a:r>
            <a:r>
              <a:rPr lang="vi-VN" sz="2000" b="1" err="1">
                <a:solidFill>
                  <a:srgbClr val="800000"/>
                </a:solidFill>
                <a:latin typeface="Courier New"/>
                <a:cs typeface="Courier New"/>
              </a:rPr>
              <a:t>next</a:t>
            </a:r>
            <a:r>
              <a:rPr lang="vi-VN" sz="2000" b="1">
                <a:solidFill>
                  <a:srgbClr val="808030"/>
                </a:solidFill>
                <a:latin typeface="Courier New"/>
                <a:cs typeface="Courier New"/>
              </a:rPr>
              <a:t>;</a:t>
            </a:r>
            <a:endParaRPr lang="vi-VN" sz="2000" b="1">
              <a:solidFill>
                <a:schemeClr val="tx1"/>
              </a:solidFill>
              <a:latin typeface="Courier New"/>
              <a:cs typeface="Courier New"/>
            </a:endParaRPr>
          </a:p>
          <a:p>
            <a:r>
              <a:rPr lang="vi-VN" sz="2000" b="1">
                <a:solidFill>
                  <a:schemeClr val="tx1"/>
                </a:solidFill>
                <a:latin typeface="Courier New"/>
                <a:cs typeface="Courier New"/>
              </a:rPr>
              <a:t>};  </a:t>
            </a:r>
          </a:p>
          <a:p>
            <a:endParaRPr lang="vi-VN">
              <a:latin typeface="Courier New"/>
              <a:cs typeface="Courier New"/>
            </a:endParaRPr>
          </a:p>
        </p:txBody>
      </p:sp>
      <p:sp>
        <p:nvSpPr>
          <p:cNvPr id="6" name="Hình chữ nhật 5">
            <a:extLst>
              <a:ext uri="{FF2B5EF4-FFF2-40B4-BE49-F238E27FC236}">
                <a16:creationId xmlns:a16="http://schemas.microsoft.com/office/drawing/2014/main" id="{E29698E9-FC99-E3E4-059A-2ABC81B5E449}"/>
              </a:ext>
            </a:extLst>
          </p:cNvPr>
          <p:cNvSpPr/>
          <p:nvPr/>
        </p:nvSpPr>
        <p:spPr>
          <a:xfrm>
            <a:off x="8423342" y="2659022"/>
            <a:ext cx="3172109" cy="2981257"/>
          </a:xfrm>
          <a:prstGeom prst="rect">
            <a:avLst/>
          </a:prstGeom>
          <a:solidFill>
            <a:schemeClr val="bg1">
              <a:lumMod val="75000"/>
            </a:schemeClr>
          </a:solid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vi-VN" sz="2000" b="1" err="1">
                <a:solidFill>
                  <a:srgbClr val="000000"/>
                </a:solidFill>
                <a:latin typeface="Courier New"/>
                <a:cs typeface="Courier New"/>
              </a:rPr>
              <a:t>struct</a:t>
            </a:r>
            <a:r>
              <a:rPr lang="vi-VN" sz="2000" b="1">
                <a:solidFill>
                  <a:srgbClr val="000000"/>
                </a:solidFill>
                <a:latin typeface="Courier New"/>
                <a:cs typeface="Courier New"/>
              </a:rPr>
              <a:t> </a:t>
            </a:r>
            <a:r>
              <a:rPr lang="vi-VN" sz="2000" b="1" err="1">
                <a:solidFill>
                  <a:srgbClr val="000000"/>
                </a:solidFill>
                <a:latin typeface="Courier New"/>
                <a:cs typeface="Courier New"/>
              </a:rPr>
              <a:t>PhieuMuon</a:t>
            </a:r>
            <a:r>
              <a:rPr lang="vi-VN" sz="2000" b="1">
                <a:solidFill>
                  <a:srgbClr val="000000"/>
                </a:solidFill>
                <a:latin typeface="Courier New"/>
                <a:cs typeface="Courier New"/>
              </a:rPr>
              <a:t> {</a:t>
            </a:r>
            <a:endParaRPr lang="vi-VN" sz="2000" b="1">
              <a:solidFill>
                <a:srgbClr val="FFFFFF"/>
              </a:solidFill>
              <a:latin typeface="Courier New"/>
              <a:cs typeface="Courier New"/>
            </a:endParaRPr>
          </a:p>
          <a:p>
            <a:r>
              <a:rPr lang="vi-VN" sz="2000" b="1">
                <a:solidFill>
                  <a:srgbClr val="000000"/>
                </a:solidFill>
                <a:latin typeface="Courier New"/>
                <a:cs typeface="Courier New"/>
              </a:rPr>
              <a:t>  </a:t>
            </a:r>
            <a:r>
              <a:rPr lang="vi-VN" sz="2000" b="1" err="1">
                <a:solidFill>
                  <a:srgbClr val="800000"/>
                </a:solidFill>
                <a:latin typeface="Courier New"/>
                <a:cs typeface="Courier New"/>
              </a:rPr>
              <a:t>int</a:t>
            </a:r>
            <a:r>
              <a:rPr lang="vi-VN" sz="2000" b="1">
                <a:solidFill>
                  <a:srgbClr val="000000"/>
                </a:solidFill>
                <a:latin typeface="Courier New"/>
                <a:cs typeface="Courier New"/>
              </a:rPr>
              <a:t> </a:t>
            </a:r>
            <a:r>
              <a:rPr lang="vi-VN" sz="2000" b="1" err="1">
                <a:solidFill>
                  <a:srgbClr val="000000"/>
                </a:solidFill>
                <a:latin typeface="Courier New"/>
                <a:cs typeface="Courier New"/>
              </a:rPr>
              <a:t>maPhieu</a:t>
            </a:r>
            <a:r>
              <a:rPr lang="vi-VN" sz="2000" b="1">
                <a:solidFill>
                  <a:srgbClr val="808030"/>
                </a:solidFill>
                <a:latin typeface="Courier New"/>
                <a:cs typeface="Courier New"/>
              </a:rPr>
              <a:t>,</a:t>
            </a:r>
            <a:endParaRPr lang="vi-VN" sz="2000" b="1">
              <a:solidFill>
                <a:srgbClr val="FFFFFF"/>
              </a:solidFill>
              <a:latin typeface="Courier New"/>
              <a:cs typeface="Courier New"/>
            </a:endParaRPr>
          </a:p>
          <a:p>
            <a:r>
              <a:rPr lang="vi-VN" sz="2000" b="1">
                <a:solidFill>
                  <a:srgbClr val="000000"/>
                </a:solidFill>
                <a:latin typeface="Courier New"/>
                <a:cs typeface="Courier New"/>
              </a:rPr>
              <a:t>  MSSV</a:t>
            </a:r>
            <a:r>
              <a:rPr lang="vi-VN" sz="2000" b="1">
                <a:solidFill>
                  <a:srgbClr val="808030"/>
                </a:solidFill>
                <a:latin typeface="Courier New"/>
                <a:cs typeface="Courier New"/>
              </a:rPr>
              <a:t>,</a:t>
            </a:r>
            <a:r>
              <a:rPr lang="vi-VN" sz="2000" b="1">
                <a:solidFill>
                  <a:srgbClr val="000000"/>
                </a:solidFill>
                <a:latin typeface="Courier New"/>
                <a:cs typeface="Courier New"/>
              </a:rPr>
              <a:t> </a:t>
            </a:r>
            <a:r>
              <a:rPr lang="vi-VN" sz="2000" b="1" err="1">
                <a:solidFill>
                  <a:srgbClr val="000000"/>
                </a:solidFill>
                <a:latin typeface="Courier New"/>
                <a:cs typeface="Courier New"/>
              </a:rPr>
              <a:t>maSach</a:t>
            </a:r>
            <a:r>
              <a:rPr lang="vi-VN" sz="2000" b="1">
                <a:solidFill>
                  <a:srgbClr val="808030"/>
                </a:solidFill>
                <a:latin typeface="Courier New"/>
                <a:cs typeface="Courier New"/>
              </a:rPr>
              <a:t>;</a:t>
            </a:r>
            <a:endParaRPr lang="vi-VN" sz="2000" b="1">
              <a:solidFill>
                <a:srgbClr val="FFFFFF"/>
              </a:solidFill>
              <a:latin typeface="Courier New"/>
              <a:cs typeface="Courier New"/>
            </a:endParaRPr>
          </a:p>
          <a:p>
            <a:r>
              <a:rPr lang="vi-VN" sz="2000" b="1">
                <a:solidFill>
                  <a:srgbClr val="000000"/>
                </a:solidFill>
                <a:latin typeface="Courier New"/>
                <a:cs typeface="Courier New"/>
              </a:rPr>
              <a:t>  </a:t>
            </a:r>
            <a:r>
              <a:rPr lang="vi-VN" sz="2000" b="1" err="1">
                <a:solidFill>
                  <a:srgbClr val="800000"/>
                </a:solidFill>
                <a:latin typeface="Courier New"/>
                <a:cs typeface="Courier New"/>
              </a:rPr>
              <a:t>string</a:t>
            </a:r>
            <a:r>
              <a:rPr lang="vi-VN" sz="2000" b="1">
                <a:solidFill>
                  <a:srgbClr val="000000"/>
                </a:solidFill>
                <a:latin typeface="Courier New"/>
                <a:cs typeface="Courier New"/>
              </a:rPr>
              <a:t> </a:t>
            </a:r>
            <a:r>
              <a:rPr lang="vi-VN" sz="2000" b="1" err="1">
                <a:solidFill>
                  <a:srgbClr val="000000"/>
                </a:solidFill>
                <a:latin typeface="Courier New"/>
                <a:cs typeface="Courier New"/>
              </a:rPr>
              <a:t>ngayMuon</a:t>
            </a:r>
            <a:r>
              <a:rPr lang="vi-VN" sz="2000" b="1">
                <a:solidFill>
                  <a:srgbClr val="808030"/>
                </a:solidFill>
                <a:latin typeface="Courier New"/>
                <a:cs typeface="Courier New"/>
              </a:rPr>
              <a:t>;</a:t>
            </a:r>
            <a:r>
              <a:rPr lang="vi-VN" sz="2000" b="1">
                <a:solidFill>
                  <a:srgbClr val="000000"/>
                </a:solidFill>
                <a:latin typeface="Courier New"/>
                <a:cs typeface="Courier New"/>
              </a:rPr>
              <a:t> </a:t>
            </a:r>
            <a:r>
              <a:rPr lang="vi-VN" sz="2000" b="1" err="1">
                <a:solidFill>
                  <a:srgbClr val="000000"/>
                </a:solidFill>
                <a:latin typeface="Courier New"/>
                <a:cs typeface="Courier New"/>
              </a:rPr>
              <a:t>booldaTra</a:t>
            </a:r>
            <a:r>
              <a:rPr lang="vi-VN" sz="2000" b="1">
                <a:solidFill>
                  <a:srgbClr val="000000"/>
                </a:solidFill>
                <a:latin typeface="Courier New"/>
                <a:cs typeface="Courier New"/>
              </a:rPr>
              <a:t>;</a:t>
            </a:r>
            <a:endParaRPr lang="vi-VN" sz="2000" b="1">
              <a:solidFill>
                <a:srgbClr val="808030"/>
              </a:solidFill>
              <a:latin typeface="Courier New"/>
              <a:cs typeface="Courier New"/>
            </a:endParaRPr>
          </a:p>
          <a:p>
            <a:r>
              <a:rPr lang="vi-VN" sz="2000" b="1">
                <a:solidFill>
                  <a:srgbClr val="000000"/>
                </a:solidFill>
                <a:latin typeface="Courier New"/>
                <a:cs typeface="Courier New"/>
              </a:rPr>
              <a:t>  </a:t>
            </a:r>
            <a:r>
              <a:rPr lang="vi-VN" sz="2000" b="1" err="1">
                <a:solidFill>
                  <a:srgbClr val="000000"/>
                </a:solidFill>
                <a:latin typeface="Courier New"/>
                <a:cs typeface="Courier New"/>
              </a:rPr>
              <a:t>PhieuMuon</a:t>
            </a:r>
            <a:r>
              <a:rPr lang="vi-VN" sz="2000" b="1">
                <a:solidFill>
                  <a:srgbClr val="808030"/>
                </a:solidFill>
                <a:latin typeface="Courier New"/>
                <a:cs typeface="Courier New"/>
              </a:rPr>
              <a:t>*</a:t>
            </a:r>
            <a:r>
              <a:rPr lang="vi-VN" sz="2000" b="1">
                <a:solidFill>
                  <a:srgbClr val="000000"/>
                </a:solidFill>
                <a:latin typeface="Courier New"/>
                <a:cs typeface="Courier New"/>
              </a:rPr>
              <a:t> </a:t>
            </a:r>
            <a:r>
              <a:rPr lang="vi-VN" sz="2000" b="1" err="1">
                <a:solidFill>
                  <a:srgbClr val="800000"/>
                </a:solidFill>
                <a:latin typeface="Courier New"/>
                <a:cs typeface="Courier New"/>
              </a:rPr>
              <a:t>next</a:t>
            </a:r>
            <a:r>
              <a:rPr lang="vi-VN" sz="2000" b="1">
                <a:solidFill>
                  <a:srgbClr val="808030"/>
                </a:solidFill>
                <a:latin typeface="Courier New"/>
                <a:cs typeface="Courier New"/>
              </a:rPr>
              <a:t>;</a:t>
            </a:r>
          </a:p>
          <a:p>
            <a:r>
              <a:rPr lang="vi-VN" sz="2000" b="1">
                <a:solidFill>
                  <a:srgbClr val="808030"/>
                </a:solidFill>
                <a:latin typeface="Courier New"/>
                <a:cs typeface="Courier New"/>
              </a:rPr>
              <a:t>};</a:t>
            </a:r>
          </a:p>
        </p:txBody>
      </p:sp>
      <p:sp>
        <p:nvSpPr>
          <p:cNvPr id="3" name="Hình chữ nhật 2">
            <a:extLst>
              <a:ext uri="{FF2B5EF4-FFF2-40B4-BE49-F238E27FC236}">
                <a16:creationId xmlns:a16="http://schemas.microsoft.com/office/drawing/2014/main" id="{79353913-F8D6-4B1E-5400-B26A0471D1ED}"/>
              </a:ext>
            </a:extLst>
          </p:cNvPr>
          <p:cNvSpPr/>
          <p:nvPr/>
        </p:nvSpPr>
        <p:spPr>
          <a:xfrm>
            <a:off x="1487339" y="1569831"/>
            <a:ext cx="9204080" cy="62515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342900" indent="-342900">
              <a:buFont typeface="Arial"/>
              <a:buChar char="•"/>
            </a:pPr>
            <a:r>
              <a:rPr lang="vi-VN" sz="2400" b="1">
                <a:solidFill>
                  <a:schemeClr val="tx1"/>
                </a:solidFill>
                <a:latin typeface="Open Sans"/>
                <a:ea typeface="Open Sans"/>
                <a:cs typeface="Arial"/>
              </a:rPr>
              <a:t>Ba </a:t>
            </a:r>
            <a:r>
              <a:rPr lang="vi-VN" sz="2400" b="1" err="1">
                <a:solidFill>
                  <a:schemeClr val="tx1"/>
                </a:solidFill>
                <a:latin typeface="Open Sans"/>
                <a:ea typeface="Open Sans"/>
                <a:cs typeface="Arial"/>
              </a:rPr>
              <a:t>struct</a:t>
            </a:r>
            <a:r>
              <a:rPr lang="vi-VN" sz="2400" b="1">
                <a:solidFill>
                  <a:schemeClr val="tx1"/>
                </a:solidFill>
                <a:latin typeface="Open Sans"/>
                <a:ea typeface="Open Sans"/>
                <a:cs typeface="Arial"/>
              </a:rPr>
              <a:t> chính được quản lý bằng danh sách liên kết đơn, cho phép thêm </a:t>
            </a:r>
            <a:r>
              <a:rPr lang="vi-VN" sz="2400" b="1" err="1">
                <a:solidFill>
                  <a:schemeClr val="tx1"/>
                </a:solidFill>
                <a:latin typeface="Open Sans"/>
                <a:ea typeface="Open Sans"/>
                <a:cs typeface="Arial"/>
              </a:rPr>
              <a:t>xoá</a:t>
            </a:r>
            <a:r>
              <a:rPr lang="vi-VN" sz="2400" b="1">
                <a:solidFill>
                  <a:schemeClr val="tx1"/>
                </a:solidFill>
                <a:latin typeface="Open Sans"/>
                <a:ea typeface="Open Sans"/>
                <a:cs typeface="Arial"/>
              </a:rPr>
              <a:t> dữ liệu động một cách hiệu quả.</a:t>
            </a:r>
            <a:endParaRPr lang="vi-VN" sz="2400" b="1">
              <a:solidFill>
                <a:schemeClr val="tx1"/>
              </a:solidFill>
              <a:latin typeface="Open Sans"/>
              <a:ea typeface="Open Sans"/>
              <a:cs typeface="Arial" panose="020B0604020202020204" pitchFamily="34" charset="0"/>
            </a:endParaRPr>
          </a:p>
        </p:txBody>
      </p:sp>
    </p:spTree>
    <p:extLst>
      <p:ext uri="{BB962C8B-B14F-4D97-AF65-F5344CB8AC3E}">
        <p14:creationId xmlns:p14="http://schemas.microsoft.com/office/powerpoint/2010/main" val="7538353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3" name="Chỗ dành sẵn cho Nội dung 2">
            <a:extLst>
              <a:ext uri="{FF2B5EF4-FFF2-40B4-BE49-F238E27FC236}">
                <a16:creationId xmlns:a16="http://schemas.microsoft.com/office/drawing/2014/main" id="{F9EDD572-F7BD-0A2B-52A2-EF96D82B4B13}"/>
              </a:ext>
            </a:extLst>
          </p:cNvPr>
          <p:cNvSpPr>
            <a:spLocks noGrp="1"/>
          </p:cNvSpPr>
          <p:nvPr>
            <p:ph idx="1"/>
          </p:nvPr>
        </p:nvSpPr>
        <p:spPr>
          <a:xfrm>
            <a:off x="838200" y="277241"/>
            <a:ext cx="9320784" cy="705930"/>
          </a:xfrm>
        </p:spPr>
        <p:txBody>
          <a:bodyPr vert="horz" lIns="91440" tIns="45720" rIns="91440" bIns="45720" rtlCol="0" anchor="t">
            <a:normAutofit/>
          </a:bodyPr>
          <a:lstStyle/>
          <a:p>
            <a:pPr marL="0" indent="0" algn="ctr">
              <a:buNone/>
            </a:pPr>
            <a:r>
              <a:rPr lang="vi-VN" sz="4400" b="1">
                <a:solidFill>
                  <a:srgbClr val="FFC000"/>
                </a:solidFill>
                <a:latin typeface="Open Sans"/>
                <a:ea typeface="Open Sans"/>
                <a:cs typeface="Arial"/>
              </a:rPr>
              <a:t>LỚP QUẢN LÝ</a:t>
            </a:r>
            <a:endParaRPr lang="vi-VN" sz="4400" b="1">
              <a:solidFill>
                <a:srgbClr val="FFC000"/>
              </a:solidFill>
              <a:latin typeface="Open Sans"/>
              <a:ea typeface="Open Sans"/>
              <a:cs typeface="Arial" panose="020B0604020202020204" pitchFamily="34" charset="0"/>
            </a:endParaRPr>
          </a:p>
        </p:txBody>
      </p:sp>
      <p:sp>
        <p:nvSpPr>
          <p:cNvPr id="4" name="Hình chữ nhật 3">
            <a:extLst>
              <a:ext uri="{FF2B5EF4-FFF2-40B4-BE49-F238E27FC236}">
                <a16:creationId xmlns:a16="http://schemas.microsoft.com/office/drawing/2014/main" id="{02F38DAF-0549-2364-C4C4-C6835FE8EB7F}"/>
              </a:ext>
            </a:extLst>
          </p:cNvPr>
          <p:cNvSpPr/>
          <p:nvPr/>
        </p:nvSpPr>
        <p:spPr>
          <a:xfrm>
            <a:off x="837107" y="2419882"/>
            <a:ext cx="8034528" cy="352958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sz="4400" b="1">
                <a:solidFill>
                  <a:schemeClr val="tx1"/>
                </a:solidFill>
                <a:latin typeface="Open Sans"/>
                <a:ea typeface="Open Sans"/>
                <a:cs typeface="Open Sans"/>
              </a:rPr>
              <a:t>1.LỚP QUẢN LÝ SÁCH.</a:t>
            </a:r>
          </a:p>
          <a:p>
            <a:endParaRPr lang="vi-VN" b="1">
              <a:solidFill>
                <a:schemeClr val="tx1"/>
              </a:solidFill>
              <a:latin typeface="Open Sans"/>
              <a:ea typeface="Open Sans"/>
              <a:cs typeface="Open Sans"/>
            </a:endParaRPr>
          </a:p>
          <a:p>
            <a:r>
              <a:rPr lang="vi-VN" sz="4400" b="1">
                <a:solidFill>
                  <a:schemeClr val="tx1"/>
                </a:solidFill>
                <a:latin typeface="Open Sans"/>
                <a:ea typeface="Open Sans"/>
                <a:cs typeface="Open Sans"/>
              </a:rPr>
              <a:t>2.LỚP QUẢN LÝ MƯỢN TRẢ.</a:t>
            </a:r>
          </a:p>
          <a:p>
            <a:endParaRPr lang="vi-VN" sz="2400" b="1">
              <a:solidFill>
                <a:schemeClr val="tx1"/>
              </a:solidFill>
              <a:latin typeface="Open Sans"/>
              <a:ea typeface="Open Sans"/>
              <a:cs typeface="Open Sans"/>
            </a:endParaRPr>
          </a:p>
          <a:p>
            <a:r>
              <a:rPr lang="vi-VN" sz="4400" b="1">
                <a:solidFill>
                  <a:schemeClr val="tx1"/>
                </a:solidFill>
                <a:latin typeface="Open Sans"/>
                <a:ea typeface="Open Sans"/>
                <a:cs typeface="Open Sans"/>
              </a:rPr>
              <a:t>3.LỚP QUẢN LÝ SINH VIÊN.</a:t>
            </a:r>
          </a:p>
        </p:txBody>
      </p:sp>
      <p:sp>
        <p:nvSpPr>
          <p:cNvPr id="5" name="Hình chữ nhật 4">
            <a:extLst>
              <a:ext uri="{FF2B5EF4-FFF2-40B4-BE49-F238E27FC236}">
                <a16:creationId xmlns:a16="http://schemas.microsoft.com/office/drawing/2014/main" id="{96062667-1BB3-C00F-AF92-5DDC433FE42E}"/>
              </a:ext>
            </a:extLst>
          </p:cNvPr>
          <p:cNvSpPr/>
          <p:nvPr/>
        </p:nvSpPr>
        <p:spPr>
          <a:xfrm>
            <a:off x="423269" y="1627402"/>
            <a:ext cx="4206240" cy="108508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571500" indent="-571500">
              <a:buFont typeface="Arial"/>
              <a:buChar char="•"/>
            </a:pPr>
            <a:r>
              <a:rPr lang="vi-VN" sz="4400" b="1">
                <a:solidFill>
                  <a:schemeClr val="tx1"/>
                </a:solidFill>
                <a:latin typeface="Open Sans"/>
                <a:ea typeface="Open Sans"/>
                <a:cs typeface="Open Sans"/>
              </a:rPr>
              <a:t>GỒM 3 LỚP:</a:t>
            </a:r>
          </a:p>
        </p:txBody>
      </p:sp>
    </p:spTree>
    <p:extLst>
      <p:ext uri="{BB962C8B-B14F-4D97-AF65-F5344CB8AC3E}">
        <p14:creationId xmlns:p14="http://schemas.microsoft.com/office/powerpoint/2010/main" val="41086097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30F59185-8DD8-8C7E-4A72-546112F8900B}"/>
              </a:ext>
            </a:extLst>
          </p:cNvPr>
          <p:cNvSpPr>
            <a:spLocks noGrp="1"/>
          </p:cNvSpPr>
          <p:nvPr>
            <p:ph type="title"/>
          </p:nvPr>
        </p:nvSpPr>
        <p:spPr>
          <a:xfrm>
            <a:off x="1025106" y="251955"/>
            <a:ext cx="10134600" cy="1009878"/>
          </a:xfrm>
        </p:spPr>
        <p:txBody>
          <a:bodyPr>
            <a:normAutofit/>
          </a:bodyPr>
          <a:lstStyle/>
          <a:p>
            <a:pPr marL="742950" indent="-742950" algn="ctr">
              <a:buAutoNum type="arabicPeriod"/>
            </a:pPr>
            <a:r>
              <a:rPr lang="vi-VN" b="1">
                <a:solidFill>
                  <a:srgbClr val="FFC000"/>
                </a:solidFill>
                <a:latin typeface="Segoe UI"/>
                <a:cs typeface="Times New Roman"/>
              </a:rPr>
              <a:t>LỚP QUẢN LÝ SÁCH</a:t>
            </a:r>
            <a:endParaRPr lang="vi-VN" b="1">
              <a:latin typeface="Segoe UI"/>
              <a:cs typeface="Times New Roman"/>
            </a:endParaRPr>
          </a:p>
        </p:txBody>
      </p:sp>
      <p:sp>
        <p:nvSpPr>
          <p:cNvPr id="3" name="Hình chữ nhật 2">
            <a:extLst>
              <a:ext uri="{FF2B5EF4-FFF2-40B4-BE49-F238E27FC236}">
                <a16:creationId xmlns:a16="http://schemas.microsoft.com/office/drawing/2014/main" id="{A7FDAEE2-6527-4CAC-4A9C-FABA80EB4DE0}"/>
              </a:ext>
            </a:extLst>
          </p:cNvPr>
          <p:cNvSpPr/>
          <p:nvPr/>
        </p:nvSpPr>
        <p:spPr>
          <a:xfrm>
            <a:off x="20046" y="1154763"/>
            <a:ext cx="4359067" cy="4333405"/>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vi-VN" sz="2000" b="1">
                <a:solidFill>
                  <a:srgbClr val="800000"/>
                </a:solidFill>
                <a:latin typeface="Courier New"/>
                <a:cs typeface="Arial"/>
              </a:rPr>
              <a:t> </a:t>
            </a:r>
            <a:r>
              <a:rPr lang="vi-VN" b="1" err="1">
                <a:solidFill>
                  <a:srgbClr val="800000"/>
                </a:solidFill>
                <a:latin typeface="Courier New"/>
                <a:cs typeface="Arial"/>
              </a:rPr>
              <a:t>class</a:t>
            </a:r>
            <a:r>
              <a:rPr lang="vi-VN">
                <a:latin typeface="Courier New"/>
                <a:cs typeface="Arial"/>
              </a:rPr>
              <a:t> </a:t>
            </a:r>
            <a:r>
              <a:rPr lang="vi-VN" err="1">
                <a:solidFill>
                  <a:schemeClr val="tx1"/>
                </a:solidFill>
                <a:latin typeface="Courier New"/>
                <a:cs typeface="Arial"/>
              </a:rPr>
              <a:t>QuanLySach</a:t>
            </a:r>
            <a:r>
              <a:rPr lang="vi-VN">
                <a:latin typeface="Courier New"/>
                <a:cs typeface="Arial"/>
              </a:rPr>
              <a:t> </a:t>
            </a:r>
            <a:r>
              <a:rPr lang="vi-VN">
                <a:solidFill>
                  <a:srgbClr val="800080"/>
                </a:solidFill>
                <a:latin typeface="Courier New"/>
                <a:cs typeface="Arial"/>
              </a:rPr>
              <a:t>{</a:t>
            </a:r>
            <a:endParaRPr lang="vi-VN">
              <a:latin typeface="Courier New"/>
              <a:cs typeface="Arial"/>
            </a:endParaRPr>
          </a:p>
          <a:p>
            <a:r>
              <a:rPr lang="vi-VN">
                <a:latin typeface="Courier New"/>
                <a:cs typeface="Arial"/>
              </a:rPr>
              <a:t> </a:t>
            </a:r>
            <a:r>
              <a:rPr lang="vi-VN" b="1" err="1">
                <a:solidFill>
                  <a:srgbClr val="800000"/>
                </a:solidFill>
                <a:latin typeface="Courier New"/>
                <a:cs typeface="Arial"/>
              </a:rPr>
              <a:t>private</a:t>
            </a:r>
            <a:r>
              <a:rPr lang="vi-VN">
                <a:solidFill>
                  <a:srgbClr val="800080"/>
                </a:solidFill>
                <a:latin typeface="Courier New"/>
                <a:cs typeface="Arial"/>
              </a:rPr>
              <a:t>:</a:t>
            </a:r>
            <a:endParaRPr lang="vi-VN">
              <a:latin typeface="Courier New"/>
              <a:cs typeface="Arial"/>
            </a:endParaRPr>
          </a:p>
          <a:p>
            <a:r>
              <a:rPr lang="vi-VN">
                <a:latin typeface="Courier New"/>
                <a:cs typeface="Arial"/>
              </a:rPr>
              <a:t> </a:t>
            </a:r>
            <a:r>
              <a:rPr lang="vi-VN">
                <a:solidFill>
                  <a:srgbClr val="FFFFFF"/>
                </a:solidFill>
                <a:latin typeface="Courier New"/>
                <a:cs typeface="Arial"/>
              </a:rPr>
              <a:t>   </a:t>
            </a:r>
            <a:r>
              <a:rPr lang="vi-VN" err="1">
                <a:solidFill>
                  <a:schemeClr val="tx1"/>
                </a:solidFill>
                <a:latin typeface="Courier New"/>
                <a:cs typeface="Arial"/>
              </a:rPr>
              <a:t>Sach</a:t>
            </a:r>
            <a:r>
              <a:rPr lang="vi-VN">
                <a:solidFill>
                  <a:srgbClr val="808030"/>
                </a:solidFill>
                <a:latin typeface="Courier New"/>
                <a:cs typeface="Arial"/>
              </a:rPr>
              <a:t>*</a:t>
            </a:r>
            <a:r>
              <a:rPr lang="vi-VN">
                <a:latin typeface="Courier New"/>
                <a:cs typeface="Arial"/>
              </a:rPr>
              <a:t> </a:t>
            </a:r>
            <a:r>
              <a:rPr lang="vi-VN" err="1">
                <a:solidFill>
                  <a:schemeClr val="tx1"/>
                </a:solidFill>
                <a:latin typeface="Courier New"/>
                <a:cs typeface="Arial"/>
              </a:rPr>
              <a:t>head</a:t>
            </a:r>
            <a:r>
              <a:rPr lang="vi-VN">
                <a:solidFill>
                  <a:schemeClr val="tx1"/>
                </a:solidFill>
                <a:latin typeface="Courier New"/>
                <a:cs typeface="Arial"/>
              </a:rPr>
              <a:t>;</a:t>
            </a:r>
            <a:r>
              <a:rPr lang="vi-VN">
                <a:latin typeface="Courier New"/>
                <a:cs typeface="Arial"/>
              </a:rPr>
              <a:t> </a:t>
            </a:r>
            <a:endParaRPr lang="vi-VN">
              <a:solidFill>
                <a:srgbClr val="FFFFFF"/>
              </a:solidFill>
              <a:latin typeface="Courier New"/>
              <a:cs typeface="Arial"/>
            </a:endParaRPr>
          </a:p>
          <a:p>
            <a:r>
              <a:rPr lang="vi-VN" b="1">
                <a:solidFill>
                  <a:srgbClr val="800000"/>
                </a:solidFill>
                <a:latin typeface="Courier New"/>
                <a:cs typeface="Arial"/>
              </a:rPr>
              <a:t> </a:t>
            </a:r>
            <a:r>
              <a:rPr lang="vi-VN" b="1" err="1">
                <a:solidFill>
                  <a:srgbClr val="800000"/>
                </a:solidFill>
                <a:latin typeface="Courier New"/>
                <a:cs typeface="Arial"/>
              </a:rPr>
              <a:t>public</a:t>
            </a:r>
            <a:r>
              <a:rPr lang="vi-VN">
                <a:solidFill>
                  <a:srgbClr val="800080"/>
                </a:solidFill>
                <a:latin typeface="Courier New"/>
                <a:cs typeface="Arial"/>
              </a:rPr>
              <a:t>:</a:t>
            </a:r>
            <a:r>
              <a:rPr lang="vi-VN">
                <a:latin typeface="Courier New"/>
                <a:cs typeface="Arial"/>
              </a:rPr>
              <a:t> </a:t>
            </a:r>
            <a:r>
              <a:rPr lang="vi-VN">
                <a:solidFill>
                  <a:srgbClr val="FFFFFF"/>
                </a:solidFill>
                <a:latin typeface="Courier New"/>
                <a:cs typeface="Arial"/>
              </a:rPr>
              <a:t> </a:t>
            </a:r>
          </a:p>
          <a:p>
            <a:r>
              <a:rPr lang="vi-VN">
                <a:solidFill>
                  <a:schemeClr val="tx1"/>
                </a:solidFill>
                <a:latin typeface="Courier New"/>
                <a:cs typeface="Arial"/>
              </a:rPr>
              <a:t>    </a:t>
            </a:r>
            <a:r>
              <a:rPr lang="vi-VN" err="1">
                <a:solidFill>
                  <a:schemeClr val="tx1"/>
                </a:solidFill>
                <a:latin typeface="Courier New"/>
                <a:cs typeface="Arial"/>
              </a:rPr>
              <a:t>QuanLySach</a:t>
            </a:r>
            <a:r>
              <a:rPr lang="vi-VN">
                <a:solidFill>
                  <a:srgbClr val="808030"/>
                </a:solidFill>
                <a:latin typeface="Courier New"/>
                <a:cs typeface="Arial"/>
              </a:rPr>
              <a:t>()</a:t>
            </a:r>
            <a:r>
              <a:rPr lang="vi-VN">
                <a:solidFill>
                  <a:srgbClr val="800080"/>
                </a:solidFill>
                <a:latin typeface="Courier New"/>
                <a:cs typeface="Arial"/>
              </a:rPr>
              <a:t>;</a:t>
            </a:r>
            <a:r>
              <a:rPr lang="vi-VN">
                <a:latin typeface="Courier New"/>
                <a:cs typeface="Arial"/>
              </a:rPr>
              <a:t> </a:t>
            </a:r>
            <a:endParaRPr lang="vi-VN">
              <a:solidFill>
                <a:srgbClr val="FFFFFF"/>
              </a:solidFill>
              <a:latin typeface="Courier New"/>
              <a:cs typeface="Arial"/>
            </a:endParaRPr>
          </a:p>
          <a:p>
            <a:r>
              <a:rPr lang="vi-VN" b="1">
                <a:solidFill>
                  <a:srgbClr val="800000"/>
                </a:solidFill>
                <a:latin typeface="Courier New"/>
                <a:cs typeface="Arial"/>
              </a:rPr>
              <a:t>    void</a:t>
            </a:r>
            <a:r>
              <a:rPr lang="vi-VN">
                <a:latin typeface="Courier New"/>
                <a:cs typeface="Arial"/>
              </a:rPr>
              <a:t> </a:t>
            </a:r>
            <a:r>
              <a:rPr lang="vi-VN" err="1">
                <a:solidFill>
                  <a:schemeClr val="tx1"/>
                </a:solidFill>
                <a:latin typeface="Courier New"/>
                <a:cs typeface="Arial"/>
              </a:rPr>
              <a:t>themSach</a:t>
            </a:r>
            <a:r>
              <a:rPr lang="vi-VN">
                <a:solidFill>
                  <a:srgbClr val="808030"/>
                </a:solidFill>
                <a:latin typeface="Courier New"/>
                <a:cs typeface="Arial"/>
              </a:rPr>
              <a:t>()</a:t>
            </a:r>
            <a:r>
              <a:rPr lang="vi-VN">
                <a:solidFill>
                  <a:srgbClr val="800080"/>
                </a:solidFill>
                <a:latin typeface="Courier New"/>
                <a:cs typeface="Arial"/>
              </a:rPr>
              <a:t>;</a:t>
            </a:r>
            <a:r>
              <a:rPr lang="vi-VN">
                <a:latin typeface="Courier New"/>
                <a:cs typeface="Arial"/>
              </a:rPr>
              <a:t> </a:t>
            </a:r>
            <a:endParaRPr lang="vi-VN">
              <a:solidFill>
                <a:srgbClr val="FFFFFF"/>
              </a:solidFill>
              <a:latin typeface="Courier New"/>
              <a:cs typeface="Arial"/>
            </a:endParaRPr>
          </a:p>
          <a:p>
            <a:r>
              <a:rPr lang="vi-VN" b="1">
                <a:solidFill>
                  <a:srgbClr val="800000"/>
                </a:solidFill>
                <a:latin typeface="Courier New"/>
                <a:cs typeface="Arial"/>
              </a:rPr>
              <a:t>    </a:t>
            </a:r>
            <a:r>
              <a:rPr lang="vi-VN" b="1" err="1">
                <a:solidFill>
                  <a:srgbClr val="800000"/>
                </a:solidFill>
                <a:latin typeface="Courier New"/>
                <a:cs typeface="Arial"/>
              </a:rPr>
              <a:t>void</a:t>
            </a:r>
            <a:r>
              <a:rPr lang="vi-VN">
                <a:latin typeface="Courier New"/>
                <a:cs typeface="Arial"/>
              </a:rPr>
              <a:t> </a:t>
            </a:r>
            <a:r>
              <a:rPr lang="vi-VN" err="1">
                <a:solidFill>
                  <a:schemeClr val="tx1"/>
                </a:solidFill>
                <a:latin typeface="Courier New"/>
                <a:cs typeface="Arial"/>
              </a:rPr>
              <a:t>hienThiSach</a:t>
            </a:r>
            <a:r>
              <a:rPr lang="vi-VN">
                <a:solidFill>
                  <a:srgbClr val="808030"/>
                </a:solidFill>
                <a:latin typeface="Courier New"/>
                <a:cs typeface="Arial"/>
              </a:rPr>
              <a:t>()</a:t>
            </a:r>
            <a:r>
              <a:rPr lang="vi-VN">
                <a:solidFill>
                  <a:srgbClr val="800080"/>
                </a:solidFill>
                <a:latin typeface="Courier New"/>
                <a:cs typeface="Arial"/>
              </a:rPr>
              <a:t>;</a:t>
            </a:r>
            <a:endParaRPr lang="vi-VN">
              <a:latin typeface="Courier New"/>
              <a:cs typeface="Arial"/>
            </a:endParaRPr>
          </a:p>
          <a:p>
            <a:r>
              <a:rPr lang="vi-VN">
                <a:latin typeface="Courier New"/>
                <a:cs typeface="Arial"/>
              </a:rPr>
              <a:t> </a:t>
            </a:r>
            <a:r>
              <a:rPr lang="vi-VN">
                <a:solidFill>
                  <a:srgbClr val="FFFFFF"/>
                </a:solidFill>
                <a:latin typeface="Courier New"/>
                <a:cs typeface="Arial"/>
              </a:rPr>
              <a:t>   </a:t>
            </a:r>
            <a:r>
              <a:rPr lang="vi-VN" b="1" err="1">
                <a:solidFill>
                  <a:srgbClr val="800000"/>
                </a:solidFill>
                <a:latin typeface="Courier New"/>
                <a:cs typeface="Arial"/>
              </a:rPr>
              <a:t>void</a:t>
            </a:r>
            <a:r>
              <a:rPr lang="vi-VN">
                <a:latin typeface="Courier New"/>
                <a:cs typeface="Arial"/>
              </a:rPr>
              <a:t> </a:t>
            </a:r>
            <a:r>
              <a:rPr lang="vi-VN" err="1">
                <a:solidFill>
                  <a:schemeClr val="tx1"/>
                </a:solidFill>
                <a:latin typeface="Courier New"/>
                <a:cs typeface="Arial"/>
              </a:rPr>
              <a:t>sapXepTheoTen</a:t>
            </a:r>
            <a:r>
              <a:rPr lang="vi-VN">
                <a:solidFill>
                  <a:srgbClr val="808030"/>
                </a:solidFill>
                <a:latin typeface="Courier New"/>
                <a:cs typeface="Arial"/>
              </a:rPr>
              <a:t>()</a:t>
            </a:r>
            <a:r>
              <a:rPr lang="vi-VN">
                <a:solidFill>
                  <a:srgbClr val="800080"/>
                </a:solidFill>
                <a:latin typeface="Courier New"/>
                <a:cs typeface="Arial"/>
              </a:rPr>
              <a:t>;</a:t>
            </a:r>
            <a:endParaRPr lang="vi-VN">
              <a:latin typeface="Courier New"/>
              <a:cs typeface="Arial"/>
            </a:endParaRPr>
          </a:p>
          <a:p>
            <a:r>
              <a:rPr lang="vi-VN">
                <a:latin typeface="Courier New"/>
                <a:cs typeface="Arial"/>
              </a:rPr>
              <a:t> </a:t>
            </a:r>
            <a:r>
              <a:rPr lang="vi-VN">
                <a:solidFill>
                  <a:srgbClr val="FFFFFF"/>
                </a:solidFill>
                <a:latin typeface="Courier New"/>
                <a:cs typeface="Arial"/>
              </a:rPr>
              <a:t>   </a:t>
            </a:r>
            <a:r>
              <a:rPr lang="vi-VN" b="1" err="1">
                <a:solidFill>
                  <a:srgbClr val="800000"/>
                </a:solidFill>
                <a:latin typeface="Courier New"/>
                <a:cs typeface="Arial"/>
              </a:rPr>
              <a:t>void</a:t>
            </a:r>
            <a:r>
              <a:rPr lang="vi-VN">
                <a:latin typeface="Courier New"/>
                <a:cs typeface="Arial"/>
              </a:rPr>
              <a:t> </a:t>
            </a:r>
            <a:r>
              <a:rPr lang="vi-VN" err="1">
                <a:solidFill>
                  <a:schemeClr val="tx1"/>
                </a:solidFill>
                <a:latin typeface="Courier New"/>
                <a:cs typeface="Arial"/>
              </a:rPr>
              <a:t>timKiem</a:t>
            </a:r>
            <a:r>
              <a:rPr lang="vi-VN">
                <a:solidFill>
                  <a:srgbClr val="808030"/>
                </a:solidFill>
                <a:latin typeface="Courier New"/>
                <a:cs typeface="Arial"/>
              </a:rPr>
              <a:t>()</a:t>
            </a:r>
            <a:r>
              <a:rPr lang="vi-VN">
                <a:solidFill>
                  <a:srgbClr val="800080"/>
                </a:solidFill>
                <a:latin typeface="Courier New"/>
                <a:cs typeface="Arial"/>
              </a:rPr>
              <a:t>;</a:t>
            </a:r>
            <a:endParaRPr lang="vi-VN">
              <a:latin typeface="Courier New"/>
              <a:cs typeface="Arial"/>
            </a:endParaRPr>
          </a:p>
          <a:p>
            <a:r>
              <a:rPr lang="vi-VN">
                <a:latin typeface="Courier New"/>
                <a:cs typeface="Arial"/>
              </a:rPr>
              <a:t> </a:t>
            </a:r>
            <a:r>
              <a:rPr lang="vi-VN">
                <a:solidFill>
                  <a:srgbClr val="FFFFFF"/>
                </a:solidFill>
                <a:latin typeface="Courier New"/>
                <a:cs typeface="Arial"/>
              </a:rPr>
              <a:t>   </a:t>
            </a:r>
            <a:r>
              <a:rPr lang="vi-VN" b="1" err="1">
                <a:solidFill>
                  <a:srgbClr val="800000"/>
                </a:solidFill>
                <a:latin typeface="Courier New"/>
                <a:cs typeface="Arial"/>
              </a:rPr>
              <a:t>void</a:t>
            </a:r>
            <a:r>
              <a:rPr lang="vi-VN">
                <a:latin typeface="Courier New"/>
                <a:cs typeface="Arial"/>
              </a:rPr>
              <a:t> </a:t>
            </a:r>
            <a:r>
              <a:rPr lang="vi-VN">
                <a:solidFill>
                  <a:srgbClr val="FFFFFF"/>
                </a:solidFill>
                <a:latin typeface="Courier New"/>
                <a:cs typeface="Arial"/>
              </a:rPr>
              <a:t> </a:t>
            </a:r>
            <a:r>
              <a:rPr lang="vi-VN" err="1">
                <a:solidFill>
                  <a:schemeClr val="tx1"/>
                </a:solidFill>
                <a:latin typeface="Courier New"/>
                <a:cs typeface="Arial"/>
              </a:rPr>
              <a:t>chinhSuaSach</a:t>
            </a:r>
            <a:r>
              <a:rPr lang="vi-VN">
                <a:solidFill>
                  <a:srgbClr val="808030"/>
                </a:solidFill>
                <a:latin typeface="Courier New"/>
                <a:cs typeface="Arial"/>
              </a:rPr>
              <a:t>()</a:t>
            </a:r>
            <a:r>
              <a:rPr lang="vi-VN">
                <a:solidFill>
                  <a:srgbClr val="800080"/>
                </a:solidFill>
                <a:latin typeface="Courier New"/>
                <a:cs typeface="Arial"/>
              </a:rPr>
              <a:t>;</a:t>
            </a:r>
            <a:endParaRPr lang="vi-VN">
              <a:latin typeface="Courier New"/>
              <a:cs typeface="Arial"/>
            </a:endParaRPr>
          </a:p>
          <a:p>
            <a:r>
              <a:rPr lang="vi-VN">
                <a:latin typeface="Courier New"/>
                <a:cs typeface="Arial"/>
              </a:rPr>
              <a:t> </a:t>
            </a:r>
            <a:r>
              <a:rPr lang="vi-VN">
                <a:solidFill>
                  <a:srgbClr val="FFFFFF"/>
                </a:solidFill>
                <a:latin typeface="Courier New"/>
                <a:cs typeface="Arial"/>
              </a:rPr>
              <a:t>   </a:t>
            </a:r>
            <a:r>
              <a:rPr lang="vi-VN" b="1">
                <a:solidFill>
                  <a:srgbClr val="800000"/>
                </a:solidFill>
                <a:latin typeface="Courier New"/>
                <a:cs typeface="Arial"/>
              </a:rPr>
              <a:t>void</a:t>
            </a:r>
            <a:r>
              <a:rPr lang="vi-VN">
                <a:latin typeface="Courier New"/>
                <a:cs typeface="Arial"/>
              </a:rPr>
              <a:t> </a:t>
            </a:r>
            <a:r>
              <a:rPr lang="vi-VN" err="1">
                <a:solidFill>
                  <a:schemeClr val="tx1"/>
                </a:solidFill>
                <a:latin typeface="Courier New"/>
                <a:cs typeface="Arial"/>
              </a:rPr>
              <a:t>xoaSach</a:t>
            </a:r>
            <a:r>
              <a:rPr lang="vi-VN">
                <a:solidFill>
                  <a:srgbClr val="808030"/>
                </a:solidFill>
                <a:latin typeface="Courier New"/>
                <a:cs typeface="Arial"/>
              </a:rPr>
              <a:t>()</a:t>
            </a:r>
            <a:r>
              <a:rPr lang="vi-VN">
                <a:solidFill>
                  <a:srgbClr val="800080"/>
                </a:solidFill>
                <a:latin typeface="Courier New"/>
                <a:cs typeface="Arial"/>
              </a:rPr>
              <a:t>;</a:t>
            </a:r>
            <a:endParaRPr lang="vi-VN">
              <a:latin typeface="Courier New"/>
              <a:cs typeface="Arial"/>
            </a:endParaRPr>
          </a:p>
          <a:p>
            <a:r>
              <a:rPr lang="vi-VN">
                <a:latin typeface="Courier New"/>
                <a:cs typeface="Arial"/>
              </a:rPr>
              <a:t> </a:t>
            </a:r>
            <a:r>
              <a:rPr lang="vi-VN">
                <a:solidFill>
                  <a:srgbClr val="800080"/>
                </a:solidFill>
                <a:latin typeface="Courier New"/>
                <a:cs typeface="Arial"/>
              </a:rPr>
              <a:t>};</a:t>
            </a:r>
            <a:endParaRPr lang="vi-VN">
              <a:latin typeface="Courier New"/>
              <a:cs typeface="Arial"/>
            </a:endParaRPr>
          </a:p>
        </p:txBody>
      </p:sp>
      <p:sp>
        <p:nvSpPr>
          <p:cNvPr id="4" name="Hình chữ nhật 3">
            <a:extLst>
              <a:ext uri="{FF2B5EF4-FFF2-40B4-BE49-F238E27FC236}">
                <a16:creationId xmlns:a16="http://schemas.microsoft.com/office/drawing/2014/main" id="{6EE97816-890B-6BAA-CB32-8AC9B5E0F93C}"/>
              </a:ext>
            </a:extLst>
          </p:cNvPr>
          <p:cNvSpPr/>
          <p:nvPr/>
        </p:nvSpPr>
        <p:spPr>
          <a:xfrm>
            <a:off x="4460102" y="1155450"/>
            <a:ext cx="7616876" cy="43329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vi-VN" sz="2000" b="1">
                <a:solidFill>
                  <a:schemeClr val="tx1"/>
                </a:solidFill>
                <a:latin typeface="Open Sans"/>
                <a:ea typeface="Open Sans"/>
                <a:cs typeface="Arial"/>
              </a:rPr>
              <a:t>CHỨC NĂNG CHÍNH</a:t>
            </a:r>
            <a:endParaRPr lang="vi-VN" sz="2000" b="1">
              <a:solidFill>
                <a:schemeClr val="tx1"/>
              </a:solidFill>
              <a:latin typeface="Open Sans"/>
              <a:ea typeface="Open Sans"/>
              <a:cs typeface="Arial" panose="020B0604020202020204" pitchFamily="34" charset="0"/>
            </a:endParaRPr>
          </a:p>
          <a:p>
            <a:endParaRPr lang="vi-VN" sz="2000" b="1">
              <a:solidFill>
                <a:schemeClr val="tx1"/>
              </a:solidFill>
              <a:latin typeface="Open Sans"/>
              <a:ea typeface="Open Sans"/>
              <a:cs typeface="Arial"/>
            </a:endParaRPr>
          </a:p>
          <a:p>
            <a:pPr marL="285750" indent="-285750">
              <a:buFont typeface="Arial"/>
              <a:buChar char="•"/>
            </a:pPr>
            <a:r>
              <a:rPr lang="vi-VN" sz="2000" b="1" err="1">
                <a:solidFill>
                  <a:schemeClr val="tx1"/>
                </a:solidFill>
                <a:latin typeface="Open Sans"/>
                <a:ea typeface="Open Sans"/>
                <a:cs typeface="Arial"/>
              </a:rPr>
              <a:t>themSach</a:t>
            </a:r>
            <a:r>
              <a:rPr lang="vi-VN" sz="2000" b="1">
                <a:solidFill>
                  <a:schemeClr val="tx1"/>
                </a:solidFill>
                <a:latin typeface="Open Sans"/>
                <a:ea typeface="Open Sans"/>
                <a:cs typeface="Arial"/>
              </a:rPr>
              <a:t>()</a:t>
            </a:r>
            <a:r>
              <a:rPr lang="vi-VN" sz="2000">
                <a:solidFill>
                  <a:schemeClr val="tx1"/>
                </a:solidFill>
                <a:latin typeface="Open Sans"/>
                <a:ea typeface="Open Sans"/>
                <a:cs typeface="Arial"/>
              </a:rPr>
              <a:t>:Thêm sách mới vào danh sách.</a:t>
            </a:r>
            <a:endParaRPr lang="vi-VN" sz="2000">
              <a:solidFill>
                <a:schemeClr val="tx1"/>
              </a:solidFill>
              <a:latin typeface="Open Sans"/>
              <a:ea typeface="Open Sans"/>
              <a:cs typeface="Arial" panose="020B0604020202020204" pitchFamily="34" charset="0"/>
            </a:endParaRPr>
          </a:p>
          <a:p>
            <a:pPr marL="285750" indent="-285750">
              <a:buFont typeface="Arial"/>
              <a:buChar char="•"/>
            </a:pPr>
            <a:r>
              <a:rPr lang="vi-VN" sz="2000" b="1" err="1">
                <a:solidFill>
                  <a:schemeClr val="tx1"/>
                </a:solidFill>
                <a:latin typeface="Open Sans"/>
                <a:ea typeface="Open Sans"/>
                <a:cs typeface="Arial"/>
              </a:rPr>
              <a:t>hienThiSach</a:t>
            </a:r>
            <a:r>
              <a:rPr lang="vi-VN" sz="2000" b="1">
                <a:solidFill>
                  <a:schemeClr val="tx1"/>
                </a:solidFill>
                <a:latin typeface="Open Sans"/>
                <a:ea typeface="Open Sans"/>
                <a:cs typeface="Arial"/>
              </a:rPr>
              <a:t>():</a:t>
            </a:r>
            <a:r>
              <a:rPr lang="vi-VN" sz="2000">
                <a:solidFill>
                  <a:schemeClr val="tx1"/>
                </a:solidFill>
                <a:latin typeface="Open Sans"/>
                <a:ea typeface="Open Sans"/>
                <a:cs typeface="Arial"/>
              </a:rPr>
              <a:t>Hiển thị toàn bộ sách.</a:t>
            </a:r>
            <a:endParaRPr lang="vi-VN" sz="2000">
              <a:solidFill>
                <a:schemeClr val="tx1"/>
              </a:solidFill>
              <a:latin typeface="Open Sans"/>
              <a:ea typeface="Open Sans"/>
              <a:cs typeface="Arial" panose="020B0604020202020204" pitchFamily="34" charset="0"/>
            </a:endParaRPr>
          </a:p>
          <a:p>
            <a:pPr marL="285750" indent="-285750">
              <a:buFont typeface="Arial"/>
              <a:buChar char="•"/>
            </a:pPr>
            <a:r>
              <a:rPr lang="vi-VN" sz="2000" b="1" err="1">
                <a:solidFill>
                  <a:schemeClr val="tx1"/>
                </a:solidFill>
                <a:latin typeface="Open Sans"/>
                <a:ea typeface="Open Sans"/>
                <a:cs typeface="Arial"/>
              </a:rPr>
              <a:t>sapXepTheoTen</a:t>
            </a:r>
            <a:r>
              <a:rPr lang="vi-VN" sz="2000" b="1">
                <a:solidFill>
                  <a:schemeClr val="tx1"/>
                </a:solidFill>
                <a:latin typeface="Open Sans"/>
                <a:ea typeface="Open Sans"/>
                <a:cs typeface="Arial"/>
              </a:rPr>
              <a:t>()</a:t>
            </a:r>
            <a:r>
              <a:rPr lang="vi-VN" sz="2000">
                <a:solidFill>
                  <a:schemeClr val="tx1"/>
                </a:solidFill>
                <a:latin typeface="Open Sans"/>
                <a:ea typeface="Open Sans"/>
                <a:cs typeface="Arial"/>
              </a:rPr>
              <a:t>:Sắp xếp bằng </a:t>
            </a:r>
            <a:r>
              <a:rPr lang="vi-VN" sz="2000" err="1">
                <a:solidFill>
                  <a:schemeClr val="tx1"/>
                </a:solidFill>
                <a:latin typeface="Open Sans"/>
                <a:ea typeface="Open Sans"/>
                <a:cs typeface="Arial"/>
              </a:rPr>
              <a:t>Buddle</a:t>
            </a:r>
            <a:r>
              <a:rPr lang="vi-VN" sz="2000">
                <a:solidFill>
                  <a:schemeClr val="tx1"/>
                </a:solidFill>
                <a:latin typeface="Open Sans"/>
                <a:ea typeface="Open Sans"/>
                <a:cs typeface="Arial"/>
              </a:rPr>
              <a:t> </a:t>
            </a:r>
            <a:r>
              <a:rPr lang="vi-VN" sz="2000" err="1">
                <a:solidFill>
                  <a:schemeClr val="tx1"/>
                </a:solidFill>
                <a:latin typeface="Open Sans"/>
                <a:ea typeface="Open Sans"/>
                <a:cs typeface="Arial"/>
              </a:rPr>
              <a:t>sort</a:t>
            </a:r>
            <a:r>
              <a:rPr lang="vi-VN" sz="2000">
                <a:solidFill>
                  <a:schemeClr val="tx1"/>
                </a:solidFill>
                <a:latin typeface="Open Sans"/>
                <a:ea typeface="Open Sans"/>
                <a:cs typeface="Arial"/>
              </a:rPr>
              <a:t>.</a:t>
            </a:r>
            <a:endParaRPr lang="vi-VN" sz="2000">
              <a:solidFill>
                <a:schemeClr val="tx1"/>
              </a:solidFill>
              <a:latin typeface="Open Sans"/>
              <a:ea typeface="Open Sans"/>
              <a:cs typeface="Arial" panose="020B0604020202020204" pitchFamily="34" charset="0"/>
            </a:endParaRPr>
          </a:p>
          <a:p>
            <a:pPr marL="285750" indent="-285750">
              <a:buFont typeface="Arial"/>
              <a:buChar char="•"/>
            </a:pPr>
            <a:r>
              <a:rPr lang="vi-VN" sz="2000" b="1" err="1">
                <a:solidFill>
                  <a:schemeClr val="tx1"/>
                </a:solidFill>
                <a:latin typeface="Open Sans"/>
                <a:ea typeface="Open Sans"/>
                <a:cs typeface="Arial"/>
              </a:rPr>
              <a:t>timKiem</a:t>
            </a:r>
            <a:r>
              <a:rPr lang="vi-VN" sz="2000" b="1">
                <a:solidFill>
                  <a:schemeClr val="tx1"/>
                </a:solidFill>
                <a:latin typeface="Open Sans"/>
                <a:ea typeface="Open Sans"/>
                <a:cs typeface="Arial"/>
              </a:rPr>
              <a:t>()</a:t>
            </a:r>
            <a:r>
              <a:rPr lang="vi-VN" sz="2000">
                <a:solidFill>
                  <a:schemeClr val="tx1"/>
                </a:solidFill>
                <a:latin typeface="Open Sans"/>
                <a:ea typeface="Open Sans"/>
                <a:cs typeface="Arial"/>
              </a:rPr>
              <a:t>:Tìm kiếm theo mã sách hoặc tên sinh viên.</a:t>
            </a:r>
            <a:endParaRPr lang="vi-VN" sz="2000">
              <a:solidFill>
                <a:schemeClr val="tx1"/>
              </a:solidFill>
              <a:latin typeface="Open Sans"/>
              <a:ea typeface="Open Sans"/>
              <a:cs typeface="Arial" panose="020B0604020202020204" pitchFamily="34" charset="0"/>
            </a:endParaRPr>
          </a:p>
          <a:p>
            <a:pPr marL="285750" indent="-285750">
              <a:buFont typeface="Arial"/>
              <a:buChar char="•"/>
            </a:pPr>
            <a:r>
              <a:rPr lang="vi-VN" sz="2000" b="1" err="1">
                <a:solidFill>
                  <a:schemeClr val="tx1"/>
                </a:solidFill>
                <a:latin typeface="Open Sans"/>
                <a:ea typeface="Open Sans"/>
                <a:cs typeface="Arial"/>
              </a:rPr>
              <a:t>chinhSuaSach</a:t>
            </a:r>
            <a:r>
              <a:rPr lang="vi-VN" sz="2000" b="1">
                <a:solidFill>
                  <a:schemeClr val="tx1"/>
                </a:solidFill>
                <a:latin typeface="Open Sans"/>
                <a:ea typeface="Open Sans"/>
                <a:cs typeface="Arial"/>
              </a:rPr>
              <a:t>()/</a:t>
            </a:r>
            <a:r>
              <a:rPr lang="vi-VN" sz="2000" b="1" err="1">
                <a:solidFill>
                  <a:schemeClr val="tx1"/>
                </a:solidFill>
                <a:latin typeface="Open Sans"/>
                <a:ea typeface="Open Sans"/>
                <a:cs typeface="Arial"/>
              </a:rPr>
              <a:t>xoaSach</a:t>
            </a:r>
            <a:r>
              <a:rPr lang="vi-VN" sz="2000" b="1">
                <a:solidFill>
                  <a:schemeClr val="tx1"/>
                </a:solidFill>
                <a:latin typeface="Open Sans"/>
                <a:ea typeface="Open Sans"/>
                <a:cs typeface="Arial"/>
              </a:rPr>
              <a:t>()</a:t>
            </a:r>
            <a:r>
              <a:rPr lang="vi-VN" sz="2000">
                <a:solidFill>
                  <a:schemeClr val="tx1"/>
                </a:solidFill>
                <a:latin typeface="Open Sans"/>
                <a:ea typeface="Open Sans"/>
                <a:cs typeface="Arial"/>
              </a:rPr>
              <a:t>:Chỉnh sửa hoặc </a:t>
            </a:r>
            <a:r>
              <a:rPr lang="vi-VN" sz="2000" err="1">
                <a:solidFill>
                  <a:schemeClr val="tx1"/>
                </a:solidFill>
                <a:latin typeface="Open Sans"/>
                <a:ea typeface="Open Sans"/>
                <a:cs typeface="Arial"/>
              </a:rPr>
              <a:t>xoá</a:t>
            </a:r>
            <a:r>
              <a:rPr lang="vi-VN" sz="2000">
                <a:solidFill>
                  <a:schemeClr val="tx1"/>
                </a:solidFill>
                <a:latin typeface="Open Sans"/>
                <a:ea typeface="Open Sans"/>
                <a:cs typeface="Arial"/>
              </a:rPr>
              <a:t> sách</a:t>
            </a:r>
            <a:endParaRPr lang="vi-VN" sz="2000">
              <a:solidFill>
                <a:schemeClr val="tx1"/>
              </a:solidFill>
              <a:latin typeface="Open Sans"/>
              <a:ea typeface="Open Sans"/>
              <a:cs typeface="Arial" panose="020B0604020202020204" pitchFamily="34" charset="0"/>
            </a:endParaRPr>
          </a:p>
          <a:p>
            <a:pPr marL="285750" indent="-285750">
              <a:buFont typeface="Arial"/>
              <a:buChar char="•"/>
            </a:pPr>
            <a:endParaRPr lang="vi-VN">
              <a:latin typeface="Open Sans"/>
              <a:ea typeface="Open Sans"/>
              <a:cs typeface="Arial" panose="020B0604020202020204" pitchFamily="34" charset="0"/>
            </a:endParaRPr>
          </a:p>
          <a:p>
            <a:pPr marL="285750" indent="-285750">
              <a:buFont typeface="Arial"/>
              <a:buChar char="•"/>
            </a:pPr>
            <a:endParaRPr lang="vi-VN">
              <a:latin typeface="Open Sans"/>
              <a:ea typeface="Open Sans"/>
              <a:cs typeface="Arial" panose="020B0604020202020204" pitchFamily="34" charset="0"/>
            </a:endParaRPr>
          </a:p>
          <a:p>
            <a:endParaRPr lang="vi-VN">
              <a:latin typeface="Open Sans"/>
              <a:ea typeface="Open Sans"/>
              <a:cs typeface="Arial" panose="020B0604020202020204" pitchFamily="34" charset="0"/>
            </a:endParaRPr>
          </a:p>
        </p:txBody>
      </p:sp>
    </p:spTree>
    <p:extLst>
      <p:ext uri="{BB962C8B-B14F-4D97-AF65-F5344CB8AC3E}">
        <p14:creationId xmlns:p14="http://schemas.microsoft.com/office/powerpoint/2010/main" val="17923380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a:extLst>
            <a:ext uri="{FF2B5EF4-FFF2-40B4-BE49-F238E27FC236}">
              <a16:creationId xmlns:a16="http://schemas.microsoft.com/office/drawing/2014/main" id="{B7B6CB5B-09EE-0E71-F12C-D3FE3A705B79}"/>
            </a:ext>
          </a:extLst>
        </p:cNvPr>
        <p:cNvGrpSpPr/>
        <p:nvPr/>
      </p:nvGrpSpPr>
      <p:grpSpPr>
        <a:xfrm>
          <a:off x="0" y="0"/>
          <a:ext cx="0" cy="0"/>
          <a:chOff x="0" y="0"/>
          <a:chExt cx="0" cy="0"/>
        </a:xfrm>
      </p:grpSpPr>
      <p:sp>
        <p:nvSpPr>
          <p:cNvPr id="3" name="Chỗ dành sẵn cho Nội dung 2">
            <a:extLst>
              <a:ext uri="{FF2B5EF4-FFF2-40B4-BE49-F238E27FC236}">
                <a16:creationId xmlns:a16="http://schemas.microsoft.com/office/drawing/2014/main" id="{C84A3D7E-9FCC-5E8D-8F2E-6ACAB25A8437}"/>
              </a:ext>
            </a:extLst>
          </p:cNvPr>
          <p:cNvSpPr>
            <a:spLocks noGrp="1"/>
          </p:cNvSpPr>
          <p:nvPr>
            <p:ph idx="1"/>
          </p:nvPr>
        </p:nvSpPr>
        <p:spPr>
          <a:xfrm>
            <a:off x="756795" y="437665"/>
            <a:ext cx="10667702" cy="479763"/>
          </a:xfrm>
        </p:spPr>
        <p:txBody>
          <a:bodyPr vert="horz" lIns="91440" tIns="45720" rIns="91440" bIns="45720" rtlCol="0" anchor="t">
            <a:noAutofit/>
          </a:bodyPr>
          <a:lstStyle/>
          <a:p>
            <a:pPr marL="0" indent="0" algn="ctr">
              <a:buNone/>
            </a:pPr>
            <a:r>
              <a:rPr lang="vi-VN" sz="4400" b="1">
                <a:solidFill>
                  <a:srgbClr val="FFC000"/>
                </a:solidFill>
                <a:latin typeface="Segoe UI"/>
                <a:cs typeface="Arial"/>
              </a:rPr>
              <a:t>2. LỚP QUẢN LÝ MƯỢN TRẢ</a:t>
            </a:r>
            <a:endParaRPr lang="vi-VN" sz="4400" b="1">
              <a:solidFill>
                <a:srgbClr val="FFC000"/>
              </a:solidFill>
              <a:latin typeface="Segoe UI"/>
              <a:cs typeface="Arial" panose="020B0604020202020204" pitchFamily="34" charset="0"/>
            </a:endParaRPr>
          </a:p>
        </p:txBody>
      </p:sp>
      <p:sp>
        <p:nvSpPr>
          <p:cNvPr id="6" name="Hình chữ nhật 5">
            <a:extLst>
              <a:ext uri="{FF2B5EF4-FFF2-40B4-BE49-F238E27FC236}">
                <a16:creationId xmlns:a16="http://schemas.microsoft.com/office/drawing/2014/main" id="{07E13590-977E-CAB6-93CC-42B5ED6FA005}"/>
              </a:ext>
            </a:extLst>
          </p:cNvPr>
          <p:cNvSpPr/>
          <p:nvPr/>
        </p:nvSpPr>
        <p:spPr>
          <a:xfrm>
            <a:off x="467695" y="1403706"/>
            <a:ext cx="6839936" cy="3054492"/>
          </a:xfrm>
          <a:prstGeom prst="rect">
            <a:avLst/>
          </a:prstGeom>
          <a:solidFill>
            <a:srgbClr val="D9D9D9"/>
          </a:solidFill>
          <a:ln>
            <a:solidFill>
              <a:srgbClr val="D1D1D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vi-VN" b="1">
                <a:solidFill>
                  <a:srgbClr val="800000"/>
                </a:solidFill>
                <a:latin typeface="Courier New"/>
                <a:cs typeface="Arial"/>
              </a:rPr>
              <a:t> </a:t>
            </a:r>
            <a:r>
              <a:rPr lang="vi-VN" b="1" err="1">
                <a:solidFill>
                  <a:srgbClr val="800000"/>
                </a:solidFill>
                <a:latin typeface="Courier New"/>
                <a:cs typeface="Arial"/>
              </a:rPr>
              <a:t>class</a:t>
            </a:r>
            <a:r>
              <a:rPr lang="vi-VN" b="1">
                <a:solidFill>
                  <a:srgbClr val="000000"/>
                </a:solidFill>
                <a:latin typeface="Courier New"/>
                <a:cs typeface="Arial"/>
              </a:rPr>
              <a:t> </a:t>
            </a:r>
            <a:r>
              <a:rPr lang="vi-VN" b="1" err="1">
                <a:solidFill>
                  <a:srgbClr val="000000"/>
                </a:solidFill>
                <a:latin typeface="Courier New"/>
                <a:cs typeface="Arial"/>
              </a:rPr>
              <a:t>QuanLyMuonTra</a:t>
            </a:r>
            <a:r>
              <a:rPr lang="vi-VN" b="1">
                <a:solidFill>
                  <a:srgbClr val="000000"/>
                </a:solidFill>
                <a:latin typeface="Courier New"/>
                <a:cs typeface="Arial"/>
              </a:rPr>
              <a:t> {</a:t>
            </a:r>
          </a:p>
          <a:p>
            <a:r>
              <a:rPr lang="vi-VN" b="1">
                <a:solidFill>
                  <a:srgbClr val="000000"/>
                </a:solidFill>
                <a:latin typeface="Courier New"/>
                <a:cs typeface="Arial"/>
              </a:rPr>
              <a:t> </a:t>
            </a:r>
            <a:r>
              <a:rPr lang="vi-VN" b="1" err="1">
                <a:solidFill>
                  <a:srgbClr val="800000"/>
                </a:solidFill>
                <a:latin typeface="Courier New"/>
                <a:cs typeface="Arial"/>
              </a:rPr>
              <a:t>private</a:t>
            </a:r>
            <a:r>
              <a:rPr lang="vi-VN" b="1">
                <a:solidFill>
                  <a:srgbClr val="808030"/>
                </a:solidFill>
                <a:latin typeface="Courier New"/>
                <a:cs typeface="Arial"/>
              </a:rPr>
              <a:t>:</a:t>
            </a:r>
            <a:endParaRPr lang="vi-VN" b="1">
              <a:solidFill>
                <a:srgbClr val="000000"/>
              </a:solidFill>
              <a:latin typeface="Courier New"/>
              <a:cs typeface="Arial"/>
            </a:endParaRPr>
          </a:p>
          <a:p>
            <a:r>
              <a:rPr lang="vi-VN" b="1">
                <a:solidFill>
                  <a:srgbClr val="000000"/>
                </a:solidFill>
                <a:latin typeface="Courier New"/>
                <a:cs typeface="Arial"/>
              </a:rPr>
              <a:t>   </a:t>
            </a:r>
            <a:r>
              <a:rPr lang="vi-VN" b="1" err="1">
                <a:solidFill>
                  <a:srgbClr val="000000"/>
                </a:solidFill>
                <a:latin typeface="Courier New"/>
                <a:cs typeface="Arial"/>
              </a:rPr>
              <a:t>PhieuMuon</a:t>
            </a:r>
            <a:r>
              <a:rPr lang="vi-VN" b="1">
                <a:solidFill>
                  <a:srgbClr val="808030"/>
                </a:solidFill>
                <a:latin typeface="Courier New"/>
                <a:cs typeface="Arial"/>
              </a:rPr>
              <a:t>*</a:t>
            </a:r>
            <a:r>
              <a:rPr lang="vi-VN" b="1">
                <a:solidFill>
                  <a:srgbClr val="000000"/>
                </a:solidFill>
                <a:latin typeface="Courier New"/>
                <a:cs typeface="Arial"/>
              </a:rPr>
              <a:t> </a:t>
            </a:r>
            <a:r>
              <a:rPr lang="vi-VN" b="1" err="1">
                <a:solidFill>
                  <a:srgbClr val="000000"/>
                </a:solidFill>
                <a:latin typeface="Courier New"/>
                <a:cs typeface="Arial"/>
              </a:rPr>
              <a:t>head</a:t>
            </a:r>
            <a:r>
              <a:rPr lang="vi-VN" b="1">
                <a:solidFill>
                  <a:srgbClr val="808030"/>
                </a:solidFill>
                <a:latin typeface="Courier New"/>
                <a:cs typeface="Arial"/>
              </a:rPr>
              <a:t>;</a:t>
            </a:r>
            <a:endParaRPr lang="vi-VN" b="1">
              <a:solidFill>
                <a:srgbClr val="000000"/>
              </a:solidFill>
              <a:latin typeface="Courier New"/>
              <a:cs typeface="Arial"/>
            </a:endParaRPr>
          </a:p>
          <a:p>
            <a:r>
              <a:rPr lang="vi-VN" b="1">
                <a:solidFill>
                  <a:srgbClr val="000000"/>
                </a:solidFill>
                <a:latin typeface="Courier New"/>
                <a:cs typeface="Arial"/>
              </a:rPr>
              <a:t>   </a:t>
            </a:r>
            <a:r>
              <a:rPr lang="vi-VN" b="1" err="1">
                <a:solidFill>
                  <a:srgbClr val="000000"/>
                </a:solidFill>
                <a:latin typeface="Courier New"/>
                <a:cs typeface="Arial"/>
              </a:rPr>
              <a:t>QuanLySach</a:t>
            </a:r>
            <a:r>
              <a:rPr lang="vi-VN" b="1">
                <a:solidFill>
                  <a:srgbClr val="808030"/>
                </a:solidFill>
                <a:latin typeface="Courier New"/>
                <a:cs typeface="Arial"/>
              </a:rPr>
              <a:t>*</a:t>
            </a:r>
            <a:r>
              <a:rPr lang="vi-VN" b="1">
                <a:solidFill>
                  <a:srgbClr val="000000"/>
                </a:solidFill>
                <a:latin typeface="Courier New"/>
                <a:cs typeface="Arial"/>
              </a:rPr>
              <a:t> </a:t>
            </a:r>
            <a:r>
              <a:rPr lang="vi-VN" b="1" err="1">
                <a:solidFill>
                  <a:srgbClr val="000000"/>
                </a:solidFill>
                <a:latin typeface="Courier New"/>
                <a:cs typeface="Arial"/>
              </a:rPr>
              <a:t>qls</a:t>
            </a:r>
            <a:r>
              <a:rPr lang="vi-VN" b="1">
                <a:solidFill>
                  <a:srgbClr val="808030"/>
                </a:solidFill>
                <a:latin typeface="Courier New"/>
                <a:cs typeface="Arial"/>
              </a:rPr>
              <a:t>;</a:t>
            </a:r>
            <a:r>
              <a:rPr lang="vi-VN" b="1">
                <a:solidFill>
                  <a:srgbClr val="000000"/>
                </a:solidFill>
                <a:latin typeface="Courier New"/>
                <a:cs typeface="Arial"/>
              </a:rPr>
              <a:t> </a:t>
            </a:r>
            <a:r>
              <a:rPr lang="vi-VN" b="1" err="1">
                <a:solidFill>
                  <a:srgbClr val="000000"/>
                </a:solidFill>
                <a:latin typeface="Courier New"/>
                <a:cs typeface="Arial"/>
              </a:rPr>
              <a:t>QuanLySinhVien</a:t>
            </a:r>
            <a:r>
              <a:rPr lang="vi-VN" b="1">
                <a:solidFill>
                  <a:srgbClr val="808030"/>
                </a:solidFill>
                <a:latin typeface="Courier New"/>
                <a:cs typeface="Arial"/>
              </a:rPr>
              <a:t>*</a:t>
            </a:r>
            <a:r>
              <a:rPr lang="vi-VN" b="1">
                <a:solidFill>
                  <a:srgbClr val="000000"/>
                </a:solidFill>
                <a:latin typeface="Courier New"/>
                <a:cs typeface="Arial"/>
              </a:rPr>
              <a:t> qlsv</a:t>
            </a:r>
            <a:r>
              <a:rPr lang="vi-VN" b="1">
                <a:solidFill>
                  <a:srgbClr val="808030"/>
                </a:solidFill>
                <a:latin typeface="Courier New"/>
                <a:cs typeface="Arial"/>
              </a:rPr>
              <a:t>;</a:t>
            </a:r>
            <a:endParaRPr lang="vi-VN" b="1">
              <a:solidFill>
                <a:srgbClr val="000000"/>
              </a:solidFill>
              <a:latin typeface="Courier New"/>
              <a:cs typeface="Arial"/>
            </a:endParaRPr>
          </a:p>
          <a:p>
            <a:r>
              <a:rPr lang="vi-VN" b="1">
                <a:solidFill>
                  <a:srgbClr val="000000"/>
                </a:solidFill>
                <a:latin typeface="Courier New"/>
                <a:cs typeface="Arial"/>
              </a:rPr>
              <a:t> </a:t>
            </a:r>
            <a:r>
              <a:rPr lang="vi-VN" b="1">
                <a:solidFill>
                  <a:srgbClr val="800000"/>
                </a:solidFill>
                <a:latin typeface="Courier New"/>
                <a:cs typeface="Arial"/>
              </a:rPr>
              <a:t>public</a:t>
            </a:r>
            <a:r>
              <a:rPr lang="vi-VN" b="1">
                <a:solidFill>
                  <a:srgbClr val="808030"/>
                </a:solidFill>
                <a:latin typeface="Courier New"/>
                <a:cs typeface="Arial"/>
              </a:rPr>
              <a:t>:</a:t>
            </a:r>
            <a:r>
              <a:rPr lang="vi-VN" b="1">
                <a:solidFill>
                  <a:srgbClr val="000000"/>
                </a:solidFill>
                <a:latin typeface="Courier New"/>
                <a:cs typeface="Arial"/>
              </a:rPr>
              <a:t> </a:t>
            </a:r>
          </a:p>
          <a:p>
            <a:r>
              <a:rPr lang="vi-VN" b="1">
                <a:solidFill>
                  <a:srgbClr val="000000"/>
                </a:solidFill>
                <a:latin typeface="Courier New"/>
                <a:cs typeface="Arial"/>
              </a:rPr>
              <a:t>   QuanLyMuonTra</a:t>
            </a:r>
            <a:r>
              <a:rPr lang="vi-VN" b="1">
                <a:solidFill>
                  <a:srgbClr val="808030"/>
                </a:solidFill>
                <a:latin typeface="Courier New"/>
                <a:cs typeface="Arial"/>
              </a:rPr>
              <a:t>(</a:t>
            </a:r>
            <a:r>
              <a:rPr lang="vi-VN" b="1">
                <a:solidFill>
                  <a:srgbClr val="000000"/>
                </a:solidFill>
                <a:latin typeface="Courier New"/>
                <a:cs typeface="Arial"/>
              </a:rPr>
              <a:t>QuanLySach</a:t>
            </a:r>
            <a:r>
              <a:rPr lang="vi-VN" b="1">
                <a:solidFill>
                  <a:srgbClr val="808030"/>
                </a:solidFill>
                <a:latin typeface="Courier New"/>
                <a:cs typeface="Arial"/>
              </a:rPr>
              <a:t>*</a:t>
            </a:r>
            <a:r>
              <a:rPr lang="vi-VN" b="1">
                <a:solidFill>
                  <a:srgbClr val="000000"/>
                </a:solidFill>
                <a:latin typeface="Courier New"/>
                <a:cs typeface="Arial"/>
              </a:rPr>
              <a:t> s</a:t>
            </a:r>
            <a:r>
              <a:rPr lang="vi-VN" b="1">
                <a:solidFill>
                  <a:srgbClr val="808030"/>
                </a:solidFill>
                <a:latin typeface="Courier New"/>
                <a:cs typeface="Arial"/>
              </a:rPr>
              <a:t>,</a:t>
            </a:r>
            <a:r>
              <a:rPr lang="vi-VN" b="1">
                <a:solidFill>
                  <a:srgbClr val="000000"/>
                </a:solidFill>
                <a:latin typeface="Courier New"/>
                <a:cs typeface="Arial"/>
              </a:rPr>
              <a:t> QuanLySinhVien</a:t>
            </a:r>
            <a:r>
              <a:rPr lang="vi-VN" b="1">
                <a:solidFill>
                  <a:srgbClr val="808030"/>
                </a:solidFill>
                <a:latin typeface="Courier New"/>
                <a:cs typeface="Arial"/>
              </a:rPr>
              <a:t>*</a:t>
            </a:r>
            <a:r>
              <a:rPr lang="vi-VN" b="1">
                <a:solidFill>
                  <a:srgbClr val="000000"/>
                </a:solidFill>
                <a:latin typeface="Courier New"/>
                <a:cs typeface="Arial"/>
              </a:rPr>
              <a:t> sv</a:t>
            </a:r>
            <a:r>
              <a:rPr lang="vi-VN" b="1">
                <a:solidFill>
                  <a:srgbClr val="808030"/>
                </a:solidFill>
                <a:latin typeface="Courier New"/>
                <a:cs typeface="Arial"/>
              </a:rPr>
              <a:t>);</a:t>
            </a:r>
          </a:p>
          <a:p>
            <a:r>
              <a:rPr lang="vi-VN" b="1">
                <a:solidFill>
                  <a:srgbClr val="000000"/>
                </a:solidFill>
                <a:latin typeface="Courier New"/>
                <a:cs typeface="Arial"/>
              </a:rPr>
              <a:t>   void lapPhieuMuon</a:t>
            </a:r>
            <a:r>
              <a:rPr lang="vi-VN" b="1">
                <a:solidFill>
                  <a:srgbClr val="808030"/>
                </a:solidFill>
                <a:latin typeface="Courier New"/>
                <a:cs typeface="Arial"/>
              </a:rPr>
              <a:t>();</a:t>
            </a:r>
            <a:r>
              <a:rPr lang="vi-VN" b="1">
                <a:solidFill>
                  <a:srgbClr val="000000"/>
                </a:solidFill>
                <a:latin typeface="Courier New"/>
                <a:cs typeface="Arial"/>
              </a:rPr>
              <a:t> void hienThiPhieuMuon</a:t>
            </a:r>
            <a:r>
              <a:rPr lang="vi-VN" b="1">
                <a:solidFill>
                  <a:srgbClr val="808030"/>
                </a:solidFill>
                <a:latin typeface="Courier New"/>
                <a:cs typeface="Arial"/>
              </a:rPr>
              <a:t>();</a:t>
            </a:r>
            <a:r>
              <a:rPr lang="vi-VN" b="1">
                <a:solidFill>
                  <a:srgbClr val="000000"/>
                </a:solidFill>
                <a:latin typeface="Courier New"/>
                <a:cs typeface="Arial"/>
              </a:rPr>
              <a:t> </a:t>
            </a:r>
            <a:endParaRPr lang="vi-VN" b="1">
              <a:solidFill>
                <a:srgbClr val="FFFFFF"/>
              </a:solidFill>
              <a:latin typeface="Courier New"/>
              <a:cs typeface="Arial" panose="020B0604020202020204" pitchFamily="34" charset="0"/>
            </a:endParaRPr>
          </a:p>
          <a:p>
            <a:r>
              <a:rPr lang="vi-VN" b="1">
                <a:solidFill>
                  <a:srgbClr val="000000"/>
                </a:solidFill>
                <a:latin typeface="Courier New"/>
                <a:cs typeface="Arial"/>
              </a:rPr>
              <a:t>   void traSach</a:t>
            </a:r>
            <a:r>
              <a:rPr lang="vi-VN" b="1">
                <a:solidFill>
                  <a:srgbClr val="808030"/>
                </a:solidFill>
                <a:latin typeface="Courier New"/>
                <a:cs typeface="Arial"/>
              </a:rPr>
              <a:t>();</a:t>
            </a:r>
            <a:r>
              <a:rPr lang="vi-VN" b="1">
                <a:solidFill>
                  <a:srgbClr val="000000"/>
                </a:solidFill>
                <a:latin typeface="Courier New"/>
                <a:cs typeface="Arial"/>
              </a:rPr>
              <a:t> </a:t>
            </a:r>
          </a:p>
          <a:p>
            <a:r>
              <a:rPr lang="vi-VN" b="1">
                <a:solidFill>
                  <a:srgbClr val="000000"/>
                </a:solidFill>
                <a:latin typeface="Courier New"/>
                <a:cs typeface="Arial"/>
              </a:rPr>
              <a:t>}</a:t>
            </a:r>
            <a:r>
              <a:rPr lang="vi-VN" b="1">
                <a:solidFill>
                  <a:srgbClr val="808030"/>
                </a:solidFill>
                <a:latin typeface="Courier New"/>
                <a:cs typeface="Arial"/>
              </a:rPr>
              <a:t>;</a:t>
            </a:r>
            <a:endParaRPr lang="vi-VN" b="1">
              <a:solidFill>
                <a:srgbClr val="000000"/>
              </a:solidFill>
              <a:latin typeface="Courier New"/>
              <a:cs typeface="Arial"/>
            </a:endParaRPr>
          </a:p>
        </p:txBody>
      </p:sp>
      <p:sp>
        <p:nvSpPr>
          <p:cNvPr id="7" name="Hình chữ nhật 6">
            <a:extLst>
              <a:ext uri="{FF2B5EF4-FFF2-40B4-BE49-F238E27FC236}">
                <a16:creationId xmlns:a16="http://schemas.microsoft.com/office/drawing/2014/main" id="{D71C2E77-5D7C-D8D0-1FC6-7D0054B6BFA3}"/>
              </a:ext>
            </a:extLst>
          </p:cNvPr>
          <p:cNvSpPr/>
          <p:nvPr/>
        </p:nvSpPr>
        <p:spPr>
          <a:xfrm>
            <a:off x="449485" y="4644691"/>
            <a:ext cx="6833781" cy="1767503"/>
          </a:xfrm>
          <a:prstGeom prst="rect">
            <a:avLst/>
          </a:prstGeom>
          <a:noFill/>
          <a:ln>
            <a:solidFill>
              <a:srgbClr val="29176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vi-VN" sz="2000">
                <a:solidFill>
                  <a:schemeClr val="tx1"/>
                </a:solidFill>
                <a:latin typeface="Open Sans"/>
                <a:ea typeface="Open Sans"/>
                <a:cs typeface="Arial"/>
              </a:rPr>
              <a:t>       </a:t>
            </a:r>
            <a:r>
              <a:rPr lang="vi-VN" sz="2000" b="1">
                <a:solidFill>
                  <a:schemeClr val="tx1"/>
                </a:solidFill>
                <a:latin typeface="Open Sans"/>
                <a:ea typeface="Open Sans"/>
                <a:cs typeface="Arial"/>
              </a:rPr>
              <a:t>Quan hệ dữ liệu giữa Sách và Sinh viên.</a:t>
            </a:r>
            <a:endParaRPr lang="vi-VN" sz="2000" b="1">
              <a:solidFill>
                <a:schemeClr val="tx1"/>
              </a:solidFill>
              <a:latin typeface="Open Sans"/>
              <a:ea typeface="Open Sans"/>
              <a:cs typeface="Arial" panose="020B0604020202020204" pitchFamily="34" charset="0"/>
            </a:endParaRPr>
          </a:p>
          <a:p>
            <a:endParaRPr lang="vi-VN" sz="2000">
              <a:solidFill>
                <a:schemeClr val="tx1"/>
              </a:solidFill>
              <a:latin typeface="Open Sans"/>
              <a:ea typeface="Open Sans"/>
              <a:cs typeface="Arial"/>
            </a:endParaRPr>
          </a:p>
          <a:p>
            <a:pPr marL="285750" indent="-285750">
              <a:buFont typeface="Arial"/>
              <a:buChar char="•"/>
            </a:pPr>
            <a:r>
              <a:rPr lang="vi-VN" sz="2000">
                <a:solidFill>
                  <a:schemeClr val="tx1"/>
                </a:solidFill>
                <a:latin typeface="Open Sans"/>
                <a:ea typeface="Open Sans"/>
                <a:cs typeface="Arial"/>
              </a:rPr>
              <a:t> Lập phiếu mượn → kiểm tra hợp lệ (MSSV, mã sách). </a:t>
            </a:r>
            <a:endParaRPr lang="vi-VN" sz="2000">
              <a:solidFill>
                <a:schemeClr val="tx1"/>
              </a:solidFill>
              <a:latin typeface="Open Sans"/>
              <a:ea typeface="Open Sans"/>
              <a:cs typeface="Arial" panose="020B0604020202020204" pitchFamily="34" charset="0"/>
            </a:endParaRPr>
          </a:p>
          <a:p>
            <a:pPr marL="285750" indent="-285750">
              <a:buFont typeface="Arial"/>
              <a:buChar char="•"/>
            </a:pPr>
            <a:r>
              <a:rPr lang="vi-VN" sz="2000">
                <a:solidFill>
                  <a:schemeClr val="tx1"/>
                </a:solidFill>
                <a:latin typeface="Open Sans"/>
                <a:ea typeface="Open Sans"/>
                <a:cs typeface="Arial"/>
              </a:rPr>
              <a:t> Trả sách → cập nhật trạng thái </a:t>
            </a:r>
            <a:r>
              <a:rPr lang="vi-VN" sz="2000" b="1">
                <a:solidFill>
                  <a:schemeClr val="tx1"/>
                </a:solidFill>
                <a:latin typeface="Open Sans"/>
                <a:ea typeface="Open Sans"/>
                <a:cs typeface="Arial"/>
              </a:rPr>
              <a:t>daTra</a:t>
            </a:r>
            <a:r>
              <a:rPr lang="vi-VN" sz="2000">
                <a:latin typeface="Open Sans"/>
                <a:ea typeface="Open Sans"/>
                <a:cs typeface="Arial"/>
              </a:rPr>
              <a:t> = true.</a:t>
            </a:r>
            <a:endParaRPr lang="vi-VN" sz="2000">
              <a:latin typeface="Open Sans"/>
              <a:ea typeface="Open Sans"/>
              <a:cs typeface="Arial" panose="020B0604020202020204" pitchFamily="34" charset="0"/>
            </a:endParaRPr>
          </a:p>
        </p:txBody>
      </p:sp>
      <p:pic>
        <p:nvPicPr>
          <p:cNvPr id="8" name="Hình ảnh 7">
            <a:extLst>
              <a:ext uri="{FF2B5EF4-FFF2-40B4-BE49-F238E27FC236}">
                <a16:creationId xmlns:a16="http://schemas.microsoft.com/office/drawing/2014/main" id="{7263BB0C-3E60-2733-5E41-69DDA77ECF39}"/>
              </a:ext>
            </a:extLst>
          </p:cNvPr>
          <p:cNvPicPr>
            <a:picLocks noChangeAspect="1"/>
          </p:cNvPicPr>
          <p:nvPr/>
        </p:nvPicPr>
        <p:blipFill>
          <a:blip r:embed="rId3"/>
          <a:stretch>
            <a:fillRect/>
          </a:stretch>
        </p:blipFill>
        <p:spPr>
          <a:xfrm>
            <a:off x="604370" y="4822977"/>
            <a:ext cx="321131" cy="321131"/>
          </a:xfrm>
          <a:prstGeom prst="rect">
            <a:avLst/>
          </a:prstGeom>
        </p:spPr>
      </p:pic>
      <p:sp>
        <p:nvSpPr>
          <p:cNvPr id="4" name="Hình chữ nhật 3">
            <a:extLst>
              <a:ext uri="{FF2B5EF4-FFF2-40B4-BE49-F238E27FC236}">
                <a16:creationId xmlns:a16="http://schemas.microsoft.com/office/drawing/2014/main" id="{416863D8-DFD2-2429-6B85-D3E008C19929}"/>
              </a:ext>
            </a:extLst>
          </p:cNvPr>
          <p:cNvSpPr/>
          <p:nvPr/>
        </p:nvSpPr>
        <p:spPr>
          <a:xfrm>
            <a:off x="7759999" y="1574687"/>
            <a:ext cx="4251633" cy="1354544"/>
          </a:xfrm>
          <a:prstGeom prst="rect">
            <a:avLst/>
          </a:prstGeom>
          <a:noFill/>
          <a:ln>
            <a:solidFill>
              <a:srgbClr val="29176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l" rtl="0">
              <a:lnSpc>
                <a:spcPts val="1875"/>
              </a:lnSpc>
            </a:pPr>
            <a:r>
              <a:rPr lang="en-US" sz="2000" b="1" i="0" u="none" strike="noStrike" baseline="0">
                <a:solidFill>
                  <a:srgbClr val="000000"/>
                </a:solidFill>
                <a:latin typeface="Open Sans"/>
                <a:ea typeface="Open Sans"/>
                <a:cs typeface="Open Sans"/>
              </a:rPr>
              <a:t>Lập Phiếu Mượn</a:t>
            </a:r>
            <a:r>
              <a:rPr lang="en-US" sz="2000" b="0" i="0">
                <a:solidFill>
                  <a:srgbClr val="000000"/>
                </a:solidFill>
                <a:latin typeface="Open Sans"/>
                <a:ea typeface="Open Sans"/>
                <a:cs typeface="Open Sans"/>
              </a:rPr>
              <a:t>​</a:t>
            </a:r>
          </a:p>
          <a:p>
            <a:pPr algn="l" rtl="0">
              <a:lnSpc>
                <a:spcPts val="1875"/>
              </a:lnSpc>
            </a:pPr>
            <a:r>
              <a:rPr lang="en-US" sz="2000" b="0" i="0" u="none" strike="noStrike" baseline="0">
                <a:solidFill>
                  <a:srgbClr val="000000"/>
                </a:solidFill>
                <a:latin typeface="Open Sans"/>
                <a:ea typeface="Open Sans"/>
                <a:cs typeface="Open Sans"/>
              </a:rPr>
              <a:t>Kiểm tra MSSV và mã sách hợp lệ, tạo phiếu mới, ghi lại ngày mượn, đặt trạng thái </a:t>
            </a:r>
            <a:r>
              <a:rPr lang="en-US" sz="2000" b="1" i="0" u="none" strike="noStrike" baseline="0">
                <a:solidFill>
                  <a:srgbClr val="000000"/>
                </a:solidFill>
                <a:latin typeface="Open Sans"/>
                <a:ea typeface="Open Sans"/>
                <a:cs typeface="Open Sans"/>
              </a:rPr>
              <a:t>daTra = false</a:t>
            </a:r>
            <a:r>
              <a:rPr lang="en-US" sz="2000" b="0" i="0" u="none" strike="noStrike" baseline="0">
                <a:solidFill>
                  <a:srgbClr val="000000"/>
                </a:solidFill>
                <a:latin typeface="Open Sans"/>
                <a:ea typeface="Open Sans"/>
                <a:cs typeface="Open Sans"/>
              </a:rPr>
              <a:t>.</a:t>
            </a:r>
            <a:endParaRPr lang="vi-VN" sz="2000">
              <a:latin typeface="Open Sans"/>
              <a:ea typeface="Open Sans"/>
              <a:cs typeface="Open Sans"/>
            </a:endParaRPr>
          </a:p>
        </p:txBody>
      </p:sp>
      <p:sp>
        <p:nvSpPr>
          <p:cNvPr id="9" name="Hình chữ nhật 8">
            <a:extLst>
              <a:ext uri="{FF2B5EF4-FFF2-40B4-BE49-F238E27FC236}">
                <a16:creationId xmlns:a16="http://schemas.microsoft.com/office/drawing/2014/main" id="{34962EFD-AB36-3DA0-C4A2-B7748F17B896}"/>
              </a:ext>
            </a:extLst>
          </p:cNvPr>
          <p:cNvSpPr/>
          <p:nvPr/>
        </p:nvSpPr>
        <p:spPr>
          <a:xfrm>
            <a:off x="7764094" y="3127067"/>
            <a:ext cx="4239729" cy="1503573"/>
          </a:xfrm>
          <a:prstGeom prst="rect">
            <a:avLst/>
          </a:prstGeom>
          <a:noFill/>
          <a:ln>
            <a:solidFill>
              <a:srgbClr val="29176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spcBef>
                <a:spcPts val="100"/>
              </a:spcBef>
            </a:pPr>
            <a:r>
              <a:rPr lang="en-US" sz="2000" b="1" i="0" u="none" strike="noStrike" baseline="0">
                <a:solidFill>
                  <a:schemeClr val="tx1"/>
                </a:solidFill>
                <a:latin typeface="Open Sans"/>
                <a:ea typeface="Open Sans"/>
                <a:cs typeface="Open Sans"/>
              </a:rPr>
              <a:t>Hiển Thị Phiếu</a:t>
            </a:r>
            <a:r>
              <a:rPr lang="en-US" sz="2000" b="0" i="0">
                <a:solidFill>
                  <a:schemeClr val="tx1"/>
                </a:solidFill>
                <a:latin typeface="Open Sans"/>
                <a:ea typeface="Open Sans"/>
                <a:cs typeface="Open Sans"/>
              </a:rPr>
              <a:t>​</a:t>
            </a:r>
            <a:endParaRPr lang="vi-VN">
              <a:cs typeface="Arial" panose="020B0604020202020204" pitchFamily="34" charset="0"/>
            </a:endParaRPr>
          </a:p>
          <a:p>
            <a:pPr>
              <a:spcBef>
                <a:spcPts val="100"/>
              </a:spcBef>
            </a:pPr>
            <a:r>
              <a:rPr lang="en-US" sz="2000" b="0" i="0" u="none" strike="noStrike" baseline="0" err="1">
                <a:solidFill>
                  <a:schemeClr val="tx1"/>
                </a:solidFill>
                <a:latin typeface="Open Sans"/>
                <a:ea typeface="Open Sans"/>
                <a:cs typeface="Open Sans"/>
              </a:rPr>
              <a:t>Duyệt</a:t>
            </a:r>
            <a:r>
              <a:rPr lang="en-US" sz="2000" b="0" i="0" u="none" strike="noStrike" baseline="0">
                <a:solidFill>
                  <a:schemeClr val="tx1"/>
                </a:solidFill>
                <a:latin typeface="Open Sans"/>
                <a:ea typeface="Open Sans"/>
                <a:cs typeface="Open Sans"/>
              </a:rPr>
              <a:t> </a:t>
            </a:r>
            <a:r>
              <a:rPr lang="en-US" sz="2000" b="0" i="0" u="none" strike="noStrike" baseline="0" err="1">
                <a:solidFill>
                  <a:schemeClr val="tx1"/>
                </a:solidFill>
                <a:latin typeface="Open Sans"/>
                <a:ea typeface="Open Sans"/>
                <a:cs typeface="Open Sans"/>
              </a:rPr>
              <a:t>danh</a:t>
            </a:r>
            <a:r>
              <a:rPr lang="en-US" sz="2000" b="0" i="0" u="none" strike="noStrike" baseline="0">
                <a:solidFill>
                  <a:schemeClr val="tx1"/>
                </a:solidFill>
                <a:latin typeface="Open Sans"/>
                <a:ea typeface="Open Sans"/>
                <a:cs typeface="Open Sans"/>
              </a:rPr>
              <a:t> </a:t>
            </a:r>
            <a:r>
              <a:rPr lang="en-US" sz="2000" b="0" i="0" u="none" strike="noStrike" baseline="0" err="1">
                <a:solidFill>
                  <a:schemeClr val="tx1"/>
                </a:solidFill>
                <a:latin typeface="Open Sans"/>
                <a:ea typeface="Open Sans"/>
                <a:cs typeface="Open Sans"/>
              </a:rPr>
              <a:t>sách</a:t>
            </a:r>
            <a:r>
              <a:rPr lang="en-US" sz="2000" b="0" i="0" u="none" strike="noStrike" baseline="0">
                <a:solidFill>
                  <a:schemeClr val="tx1"/>
                </a:solidFill>
                <a:latin typeface="Open Sans"/>
                <a:ea typeface="Open Sans"/>
                <a:cs typeface="Open Sans"/>
              </a:rPr>
              <a:t> </a:t>
            </a:r>
            <a:r>
              <a:rPr lang="en-US" sz="2000" b="0" i="0" u="none" strike="noStrike" baseline="0" err="1">
                <a:solidFill>
                  <a:schemeClr val="tx1"/>
                </a:solidFill>
                <a:latin typeface="Open Sans"/>
                <a:ea typeface="Open Sans"/>
                <a:cs typeface="Open Sans"/>
              </a:rPr>
              <a:t>phiếu</a:t>
            </a:r>
            <a:r>
              <a:rPr lang="en-US" sz="2000" b="0" i="0" u="none" strike="noStrike" baseline="0">
                <a:solidFill>
                  <a:schemeClr val="tx1"/>
                </a:solidFill>
                <a:latin typeface="Open Sans"/>
                <a:ea typeface="Open Sans"/>
                <a:cs typeface="Open Sans"/>
              </a:rPr>
              <a:t> </a:t>
            </a:r>
            <a:r>
              <a:rPr lang="en-US" sz="2000" b="0" i="0" u="none" strike="noStrike" baseline="0" err="1">
                <a:solidFill>
                  <a:schemeClr val="tx1"/>
                </a:solidFill>
                <a:latin typeface="Open Sans"/>
                <a:ea typeface="Open Sans"/>
                <a:cs typeface="Open Sans"/>
              </a:rPr>
              <a:t>mượn</a:t>
            </a:r>
            <a:r>
              <a:rPr lang="en-US" sz="2000" b="0" i="0" u="none" strike="noStrike" baseline="0">
                <a:solidFill>
                  <a:schemeClr val="tx1"/>
                </a:solidFill>
                <a:latin typeface="Open Sans"/>
                <a:ea typeface="Open Sans"/>
                <a:cs typeface="Open Sans"/>
              </a:rPr>
              <a:t>, </a:t>
            </a:r>
            <a:br>
              <a:rPr lang="en-US" sz="2000">
                <a:solidFill>
                  <a:schemeClr val="tx1"/>
                </a:solidFill>
                <a:latin typeface="Open Sans"/>
                <a:ea typeface="Open Sans"/>
                <a:cs typeface="Open Sans"/>
              </a:rPr>
            </a:br>
            <a:r>
              <a:rPr lang="en-US" sz="2000" b="0" i="0" u="none" strike="noStrike" baseline="0">
                <a:solidFill>
                  <a:schemeClr val="tx1"/>
                </a:solidFill>
                <a:latin typeface="Open Sans"/>
                <a:ea typeface="Open Sans"/>
                <a:cs typeface="Open Sans"/>
              </a:rPr>
              <a:t>kết </a:t>
            </a:r>
            <a:r>
              <a:rPr lang="en-US" sz="2000" b="0" i="0" u="none" strike="noStrike" baseline="0" err="1">
                <a:solidFill>
                  <a:schemeClr val="tx1"/>
                </a:solidFill>
                <a:latin typeface="Open Sans"/>
                <a:ea typeface="Open Sans"/>
                <a:cs typeface="Open Sans"/>
              </a:rPr>
              <a:t>hợp</a:t>
            </a:r>
            <a:r>
              <a:rPr lang="en-US" sz="2000" b="0" i="0" u="none" strike="noStrike" baseline="0">
                <a:solidFill>
                  <a:schemeClr val="tx1"/>
                </a:solidFill>
                <a:latin typeface="Open Sans"/>
                <a:ea typeface="Open Sans"/>
                <a:cs typeface="Open Sans"/>
              </a:rPr>
              <a:t> </a:t>
            </a:r>
            <a:r>
              <a:rPr lang="en-US" sz="2000" b="0" i="0" u="none" strike="noStrike" baseline="0" err="1">
                <a:solidFill>
                  <a:schemeClr val="tx1"/>
                </a:solidFill>
                <a:latin typeface="Open Sans"/>
                <a:ea typeface="Open Sans"/>
                <a:cs typeface="Open Sans"/>
              </a:rPr>
              <a:t>thông</a:t>
            </a:r>
            <a:r>
              <a:rPr lang="en-US" sz="2000" b="0" i="0" u="none" strike="noStrike" baseline="0">
                <a:solidFill>
                  <a:schemeClr val="tx1"/>
                </a:solidFill>
                <a:latin typeface="Open Sans"/>
                <a:ea typeface="Open Sans"/>
                <a:cs typeface="Open Sans"/>
              </a:rPr>
              <a:t> tin </a:t>
            </a:r>
            <a:r>
              <a:rPr lang="en-US" sz="2000" b="0" i="0" u="none" strike="noStrike" baseline="0" err="1">
                <a:solidFill>
                  <a:schemeClr val="tx1"/>
                </a:solidFill>
                <a:latin typeface="Open Sans"/>
                <a:ea typeface="Open Sans"/>
                <a:cs typeface="Open Sans"/>
              </a:rPr>
              <a:t>từ</a:t>
            </a:r>
            <a:r>
              <a:rPr lang="en-US" sz="2000" b="0" i="0" u="none" strike="noStrike" baseline="0">
                <a:solidFill>
                  <a:schemeClr val="tx1"/>
                </a:solidFill>
                <a:latin typeface="Open Sans"/>
                <a:ea typeface="Open Sans"/>
                <a:cs typeface="Open Sans"/>
              </a:rPr>
              <a:t> </a:t>
            </a:r>
            <a:r>
              <a:rPr lang="en-US" sz="2000" b="0" i="0" u="none" strike="noStrike" baseline="0" err="1">
                <a:solidFill>
                  <a:schemeClr val="tx1"/>
                </a:solidFill>
                <a:latin typeface="Open Sans"/>
                <a:ea typeface="Open Sans"/>
                <a:cs typeface="Open Sans"/>
              </a:rPr>
              <a:t>lớp</a:t>
            </a:r>
            <a:r>
              <a:rPr lang="en-US" sz="2000" b="0" i="0" u="none" strike="noStrike" baseline="0">
                <a:solidFill>
                  <a:schemeClr val="tx1"/>
                </a:solidFill>
                <a:latin typeface="Open Sans"/>
                <a:ea typeface="Open Sans"/>
                <a:cs typeface="Open Sans"/>
              </a:rPr>
              <a:t> </a:t>
            </a:r>
            <a:r>
              <a:rPr lang="en-US" sz="2000" b="0" i="0" u="none" strike="noStrike" baseline="0" err="1">
                <a:solidFill>
                  <a:schemeClr val="tx1"/>
                </a:solidFill>
                <a:latin typeface="Open Sans"/>
                <a:ea typeface="Open Sans"/>
                <a:cs typeface="Open Sans"/>
              </a:rPr>
              <a:t>Sách</a:t>
            </a:r>
            <a:r>
              <a:rPr lang="en-US" sz="2000" b="0" i="0" u="none" strike="noStrike" baseline="0">
                <a:solidFill>
                  <a:schemeClr val="tx1"/>
                </a:solidFill>
                <a:latin typeface="Open Sans"/>
                <a:ea typeface="Open Sans"/>
                <a:cs typeface="Open Sans"/>
              </a:rPr>
              <a:t> </a:t>
            </a:r>
            <a:r>
              <a:rPr lang="en-US" sz="2000" b="0" i="0" u="none" strike="noStrike" baseline="0" err="1">
                <a:solidFill>
                  <a:schemeClr val="tx1"/>
                </a:solidFill>
                <a:latin typeface="Open Sans"/>
                <a:ea typeface="Open Sans"/>
                <a:cs typeface="Open Sans"/>
              </a:rPr>
              <a:t>và</a:t>
            </a:r>
            <a:r>
              <a:rPr lang="en-US" sz="2000" b="0" i="0" u="none" strike="noStrike" baseline="0">
                <a:solidFill>
                  <a:schemeClr val="tx1"/>
                </a:solidFill>
                <a:latin typeface="Open Sans"/>
                <a:ea typeface="Open Sans"/>
                <a:cs typeface="Open Sans"/>
              </a:rPr>
              <a:t> </a:t>
            </a:r>
            <a:r>
              <a:rPr lang="en-US" sz="2000" b="0" i="0" u="none" strike="noStrike" baseline="0" err="1">
                <a:solidFill>
                  <a:schemeClr val="tx1"/>
                </a:solidFill>
                <a:latin typeface="Open Sans"/>
                <a:ea typeface="Open Sans"/>
                <a:cs typeface="Open Sans"/>
              </a:rPr>
              <a:t>SinhVien</a:t>
            </a:r>
            <a:r>
              <a:rPr lang="en-US" sz="2000" b="0" i="0" u="none" strike="noStrike" baseline="0">
                <a:solidFill>
                  <a:schemeClr val="tx1"/>
                </a:solidFill>
                <a:latin typeface="Open Sans"/>
                <a:ea typeface="Open Sans"/>
                <a:cs typeface="Open Sans"/>
              </a:rPr>
              <a:t> </a:t>
            </a:r>
            <a:r>
              <a:rPr lang="en-US" sz="2000" b="0" i="0" u="none" strike="noStrike" baseline="0" err="1">
                <a:solidFill>
                  <a:schemeClr val="tx1"/>
                </a:solidFill>
                <a:latin typeface="Open Sans"/>
                <a:ea typeface="Open Sans"/>
                <a:cs typeface="Open Sans"/>
              </a:rPr>
              <a:t>để</a:t>
            </a:r>
            <a:r>
              <a:rPr lang="en-US" sz="2000" b="0" i="0" u="none" strike="noStrike" baseline="0">
                <a:solidFill>
                  <a:schemeClr val="tx1"/>
                </a:solidFill>
                <a:latin typeface="Open Sans"/>
                <a:ea typeface="Open Sans"/>
                <a:cs typeface="Open Sans"/>
              </a:rPr>
              <a:t> </a:t>
            </a:r>
            <a:r>
              <a:rPr lang="en-US" sz="2000" b="0" i="0" u="none" strike="noStrike" baseline="0" err="1">
                <a:solidFill>
                  <a:schemeClr val="tx1"/>
                </a:solidFill>
                <a:latin typeface="Open Sans"/>
                <a:ea typeface="Open Sans"/>
                <a:cs typeface="Open Sans"/>
              </a:rPr>
              <a:t>hiển</a:t>
            </a:r>
            <a:r>
              <a:rPr lang="en-US" sz="2000" b="0" i="0" u="none" strike="noStrike" baseline="0">
                <a:solidFill>
                  <a:schemeClr val="tx1"/>
                </a:solidFill>
                <a:latin typeface="Open Sans"/>
                <a:ea typeface="Open Sans"/>
                <a:cs typeface="Open Sans"/>
              </a:rPr>
              <a:t> </a:t>
            </a:r>
            <a:r>
              <a:rPr lang="en-US" sz="2000" b="0" i="0" u="none" strike="noStrike" baseline="0" err="1">
                <a:solidFill>
                  <a:schemeClr val="tx1"/>
                </a:solidFill>
                <a:latin typeface="Open Sans"/>
                <a:ea typeface="Open Sans"/>
                <a:cs typeface="Open Sans"/>
              </a:rPr>
              <a:t>thị</a:t>
            </a:r>
            <a:r>
              <a:rPr lang="en-US" sz="2000" b="0" i="0" u="none" strike="noStrike" baseline="0">
                <a:solidFill>
                  <a:schemeClr val="tx1"/>
                </a:solidFill>
                <a:latin typeface="Open Sans"/>
                <a:ea typeface="Open Sans"/>
                <a:cs typeface="Open Sans"/>
              </a:rPr>
              <a:t> </a:t>
            </a:r>
            <a:r>
              <a:rPr lang="en-US" sz="2000" b="0" i="0" u="none" strike="noStrike" baseline="0" err="1">
                <a:solidFill>
                  <a:schemeClr val="tx1"/>
                </a:solidFill>
                <a:latin typeface="Open Sans"/>
                <a:ea typeface="Open Sans"/>
                <a:cs typeface="Open Sans"/>
              </a:rPr>
              <a:t>đầy</a:t>
            </a:r>
            <a:r>
              <a:rPr lang="en-US" sz="2000" b="0" i="0" u="none" strike="noStrike" baseline="0">
                <a:solidFill>
                  <a:schemeClr val="tx1"/>
                </a:solidFill>
                <a:latin typeface="Open Sans"/>
                <a:ea typeface="Open Sans"/>
                <a:cs typeface="Open Sans"/>
              </a:rPr>
              <a:t> đủ.</a:t>
            </a:r>
            <a:endParaRPr lang="vi-VN" sz="2000">
              <a:solidFill>
                <a:schemeClr val="tx1"/>
              </a:solidFill>
              <a:latin typeface="Open Sans"/>
              <a:ea typeface="Open Sans"/>
              <a:cs typeface="Open Sans"/>
            </a:endParaRPr>
          </a:p>
        </p:txBody>
      </p:sp>
      <p:sp>
        <p:nvSpPr>
          <p:cNvPr id="11" name="Hình chữ nhật 10">
            <a:extLst>
              <a:ext uri="{FF2B5EF4-FFF2-40B4-BE49-F238E27FC236}">
                <a16:creationId xmlns:a16="http://schemas.microsoft.com/office/drawing/2014/main" id="{08975213-8645-AEC2-2EE6-DCF083A4347A}"/>
              </a:ext>
            </a:extLst>
          </p:cNvPr>
          <p:cNvSpPr/>
          <p:nvPr/>
        </p:nvSpPr>
        <p:spPr>
          <a:xfrm>
            <a:off x="7763037" y="4818242"/>
            <a:ext cx="4240030" cy="1400157"/>
          </a:xfrm>
          <a:prstGeom prst="rect">
            <a:avLst/>
          </a:prstGeom>
          <a:noFill/>
          <a:ln>
            <a:solidFill>
              <a:srgbClr val="29176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spcBef>
                <a:spcPts val="100"/>
              </a:spcBef>
            </a:pPr>
            <a:r>
              <a:rPr lang="en-US" sz="2000" b="1">
                <a:solidFill>
                  <a:srgbClr val="000000"/>
                </a:solidFill>
                <a:latin typeface="Open Sans"/>
                <a:ea typeface="Open Sans"/>
                <a:cs typeface="Open Sans"/>
              </a:rPr>
              <a:t>Xử Lý Trả Sách</a:t>
            </a:r>
            <a:r>
              <a:rPr lang="en-US" sz="2000">
                <a:solidFill>
                  <a:srgbClr val="000000"/>
                </a:solidFill>
                <a:latin typeface="Open Sans"/>
                <a:ea typeface="Open Sans"/>
                <a:cs typeface="Open Sans"/>
              </a:rPr>
              <a:t>​</a:t>
            </a:r>
            <a:endParaRPr lang="vi-VN" sz="2000">
              <a:cs typeface="Arial" panose="020B0604020202020204" pitchFamily="34" charset="0"/>
            </a:endParaRPr>
          </a:p>
          <a:p>
            <a:pPr algn="l" rtl="0">
              <a:spcBef>
                <a:spcPts val="100"/>
              </a:spcBef>
            </a:pPr>
            <a:r>
              <a:rPr lang="en-US" sz="2000" b="0" i="0" u="none" strike="noStrike" baseline="0">
                <a:solidFill>
                  <a:srgbClr val="000000"/>
                </a:solidFill>
                <a:latin typeface="Open Sans"/>
                <a:ea typeface="Open Sans"/>
                <a:cs typeface="Open Sans"/>
              </a:rPr>
              <a:t>Tìm phiếu mượn tương ứng, cập nhật </a:t>
            </a:r>
            <a:r>
              <a:rPr lang="en-US" sz="2000" b="1" i="0" u="none" strike="noStrike" baseline="0">
                <a:solidFill>
                  <a:srgbClr val="000000"/>
                </a:solidFill>
                <a:latin typeface="Open Sans"/>
                <a:ea typeface="Open Sans"/>
                <a:cs typeface="Open Sans"/>
              </a:rPr>
              <a:t>daTra = true</a:t>
            </a:r>
            <a:r>
              <a:rPr lang="en-US" sz="2000" b="0" i="0" u="none" strike="noStrike" baseline="0">
                <a:solidFill>
                  <a:srgbClr val="000000"/>
                </a:solidFill>
                <a:latin typeface="Open Sans"/>
                <a:ea typeface="Open Sans"/>
                <a:cs typeface="Open Sans"/>
              </a:rPr>
              <a:t>, ghi ngày trả, xóa phiếu khỏi danh sách.</a:t>
            </a:r>
            <a:r>
              <a:rPr lang="en-US" sz="2000" b="0" i="0">
                <a:solidFill>
                  <a:srgbClr val="000000"/>
                </a:solidFill>
                <a:latin typeface="Open Sans"/>
                <a:ea typeface="Open Sans"/>
                <a:cs typeface="Open Sans"/>
              </a:rPr>
              <a:t>​</a:t>
            </a:r>
            <a:endParaRPr lang="vi-VN" sz="2000">
              <a:latin typeface="Open Sans"/>
              <a:ea typeface="Open Sans"/>
              <a:cs typeface="Open Sans"/>
            </a:endParaRPr>
          </a:p>
        </p:txBody>
      </p:sp>
      <p:sp>
        <p:nvSpPr>
          <p:cNvPr id="14" name="Hình chữ nhật 13">
            <a:extLst>
              <a:ext uri="{FF2B5EF4-FFF2-40B4-BE49-F238E27FC236}">
                <a16:creationId xmlns:a16="http://schemas.microsoft.com/office/drawing/2014/main" id="{0DF1690A-8729-B313-BAB0-8AF78EF90B22}"/>
              </a:ext>
            </a:extLst>
          </p:cNvPr>
          <p:cNvSpPr/>
          <p:nvPr/>
        </p:nvSpPr>
        <p:spPr>
          <a:xfrm>
            <a:off x="7615664" y="4655587"/>
            <a:ext cx="144370" cy="1716457"/>
          </a:xfrm>
          <a:prstGeom prst="rect">
            <a:avLst/>
          </a:prstGeom>
          <a:solidFill>
            <a:srgbClr val="E0E0E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 name="Hình chữ nhật 4">
            <a:extLst>
              <a:ext uri="{FF2B5EF4-FFF2-40B4-BE49-F238E27FC236}">
                <a16:creationId xmlns:a16="http://schemas.microsoft.com/office/drawing/2014/main" id="{07A24C4B-9449-CAD8-2090-E55CB6B9DD66}"/>
              </a:ext>
            </a:extLst>
          </p:cNvPr>
          <p:cNvSpPr/>
          <p:nvPr/>
        </p:nvSpPr>
        <p:spPr>
          <a:xfrm>
            <a:off x="7615663" y="3045322"/>
            <a:ext cx="144370" cy="1716457"/>
          </a:xfrm>
          <a:prstGeom prst="rect">
            <a:avLst/>
          </a:prstGeom>
          <a:solidFill>
            <a:srgbClr val="E0E0E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0" name="Hình chữ nhật 9">
            <a:extLst>
              <a:ext uri="{FF2B5EF4-FFF2-40B4-BE49-F238E27FC236}">
                <a16:creationId xmlns:a16="http://schemas.microsoft.com/office/drawing/2014/main" id="{EB0102E5-AA55-D3D3-2A8F-16ACEB13762B}"/>
              </a:ext>
            </a:extLst>
          </p:cNvPr>
          <p:cNvSpPr/>
          <p:nvPr/>
        </p:nvSpPr>
        <p:spPr>
          <a:xfrm>
            <a:off x="7615663" y="1406302"/>
            <a:ext cx="144370" cy="1716457"/>
          </a:xfrm>
          <a:prstGeom prst="rect">
            <a:avLst/>
          </a:prstGeom>
          <a:solidFill>
            <a:srgbClr val="E0E0E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Tree>
    <p:extLst>
      <p:ext uri="{BB962C8B-B14F-4D97-AF65-F5344CB8AC3E}">
        <p14:creationId xmlns:p14="http://schemas.microsoft.com/office/powerpoint/2010/main" val="16201412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a:extLst>
            <a:ext uri="{FF2B5EF4-FFF2-40B4-BE49-F238E27FC236}">
              <a16:creationId xmlns:a16="http://schemas.microsoft.com/office/drawing/2014/main" id="{49863774-CACB-2667-0DA8-A346548CD470}"/>
            </a:ext>
          </a:extLst>
        </p:cNvPr>
        <p:cNvGrpSpPr/>
        <p:nvPr/>
      </p:nvGrpSpPr>
      <p:grpSpPr>
        <a:xfrm>
          <a:off x="0" y="0"/>
          <a:ext cx="0" cy="0"/>
          <a:chOff x="0" y="0"/>
          <a:chExt cx="0" cy="0"/>
        </a:xfrm>
      </p:grpSpPr>
      <p:sp>
        <p:nvSpPr>
          <p:cNvPr id="2" name="Tiêu đề 1">
            <a:extLst>
              <a:ext uri="{FF2B5EF4-FFF2-40B4-BE49-F238E27FC236}">
                <a16:creationId xmlns:a16="http://schemas.microsoft.com/office/drawing/2014/main" id="{16237201-BBEA-F544-F1A4-01B976DCF118}"/>
              </a:ext>
            </a:extLst>
          </p:cNvPr>
          <p:cNvSpPr>
            <a:spLocks noGrp="1"/>
          </p:cNvSpPr>
          <p:nvPr>
            <p:ph type="title"/>
          </p:nvPr>
        </p:nvSpPr>
        <p:spPr>
          <a:xfrm>
            <a:off x="970883" y="316448"/>
            <a:ext cx="10254343" cy="857477"/>
          </a:xfrm>
        </p:spPr>
        <p:txBody>
          <a:bodyPr>
            <a:normAutofit/>
          </a:bodyPr>
          <a:lstStyle/>
          <a:p>
            <a:pPr algn="ctr"/>
            <a:r>
              <a:rPr lang="vi-VN" b="1">
                <a:solidFill>
                  <a:srgbClr val="FFC000"/>
                </a:solidFill>
                <a:latin typeface="Segoe UI"/>
                <a:cs typeface="Times New Roman"/>
              </a:rPr>
              <a:t>3. LỚP QUẢN LÝ SINH VIÊN</a:t>
            </a:r>
            <a:endParaRPr lang="vi-VN" b="1">
              <a:solidFill>
                <a:srgbClr val="FFC000"/>
              </a:solidFill>
              <a:latin typeface="Segoe UI"/>
              <a:cs typeface="Times New Roman" panose="02020603050405020304" pitchFamily="18" charset="0"/>
            </a:endParaRPr>
          </a:p>
        </p:txBody>
      </p:sp>
      <p:sp>
        <p:nvSpPr>
          <p:cNvPr id="4" name="Hình chữ nhật 3">
            <a:extLst>
              <a:ext uri="{FF2B5EF4-FFF2-40B4-BE49-F238E27FC236}">
                <a16:creationId xmlns:a16="http://schemas.microsoft.com/office/drawing/2014/main" id="{F7E393DB-8409-015B-8166-E5578B0BBEEE}"/>
              </a:ext>
            </a:extLst>
          </p:cNvPr>
          <p:cNvSpPr/>
          <p:nvPr/>
        </p:nvSpPr>
        <p:spPr>
          <a:xfrm>
            <a:off x="-2701" y="1166920"/>
            <a:ext cx="4826709" cy="5348365"/>
          </a:xfrm>
          <a:prstGeom prst="rect">
            <a:avLst/>
          </a:prstGeom>
          <a:solidFill>
            <a:srgbClr val="E0E0E2"/>
          </a:solidFill>
          <a:ln>
            <a:solidFill>
              <a:srgbClr val="D1D1D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vi-VN" sz="2000" b="1">
                <a:solidFill>
                  <a:srgbClr val="800000"/>
                </a:solidFill>
                <a:latin typeface="Courier New"/>
                <a:ea typeface="+mn-lt"/>
                <a:cs typeface="Arial"/>
              </a:rPr>
              <a:t> </a:t>
            </a:r>
            <a:r>
              <a:rPr lang="vi-VN" sz="2000" b="1" err="1">
                <a:solidFill>
                  <a:srgbClr val="800000"/>
                </a:solidFill>
                <a:latin typeface="Courier New"/>
                <a:ea typeface="+mn-lt"/>
                <a:cs typeface="Arial"/>
              </a:rPr>
              <a:t>class</a:t>
            </a:r>
            <a:r>
              <a:rPr lang="vi-VN" sz="2000" b="1">
                <a:solidFill>
                  <a:srgbClr val="000000"/>
                </a:solidFill>
                <a:latin typeface="Courier New"/>
                <a:ea typeface="+mn-lt"/>
                <a:cs typeface="Arial"/>
              </a:rPr>
              <a:t> </a:t>
            </a:r>
            <a:r>
              <a:rPr lang="vi-VN" sz="2000" b="1" err="1">
                <a:solidFill>
                  <a:srgbClr val="000000"/>
                </a:solidFill>
                <a:latin typeface="Courier New"/>
                <a:ea typeface="+mn-lt"/>
                <a:cs typeface="Arial"/>
              </a:rPr>
              <a:t>QuanLySinhVien</a:t>
            </a:r>
            <a:r>
              <a:rPr lang="vi-VN" sz="2000" b="1">
                <a:solidFill>
                  <a:srgbClr val="000000"/>
                </a:solidFill>
                <a:latin typeface="Courier New"/>
                <a:ea typeface="+mn-lt"/>
                <a:cs typeface="Arial"/>
              </a:rPr>
              <a:t> { </a:t>
            </a:r>
            <a:endParaRPr lang="vi-VN" sz="2000" b="1">
              <a:solidFill>
                <a:srgbClr val="FFFFFF"/>
              </a:solidFill>
              <a:latin typeface="Courier New"/>
              <a:ea typeface="+mn-lt"/>
              <a:cs typeface="Arial"/>
            </a:endParaRPr>
          </a:p>
          <a:p>
            <a:r>
              <a:rPr lang="vi-VN" sz="2000" b="1">
                <a:solidFill>
                  <a:srgbClr val="800000"/>
                </a:solidFill>
                <a:latin typeface="Courier New"/>
                <a:ea typeface="+mn-lt"/>
                <a:cs typeface="Arial"/>
              </a:rPr>
              <a:t> </a:t>
            </a:r>
            <a:r>
              <a:rPr lang="vi-VN" sz="2000" b="1" err="1">
                <a:solidFill>
                  <a:srgbClr val="800000"/>
                </a:solidFill>
                <a:latin typeface="Courier New"/>
                <a:ea typeface="+mn-lt"/>
                <a:cs typeface="Arial"/>
              </a:rPr>
              <a:t>private</a:t>
            </a:r>
            <a:r>
              <a:rPr lang="vi-VN" sz="2000" b="1">
                <a:solidFill>
                  <a:srgbClr val="808030"/>
                </a:solidFill>
                <a:latin typeface="Courier New"/>
                <a:ea typeface="+mn-lt"/>
                <a:cs typeface="Arial"/>
              </a:rPr>
              <a:t>:</a:t>
            </a:r>
            <a:endParaRPr lang="vi-VN" sz="2000" b="1">
              <a:solidFill>
                <a:srgbClr val="FFFFFF"/>
              </a:solidFill>
              <a:latin typeface="Courier New"/>
              <a:ea typeface="+mn-lt"/>
              <a:cs typeface="Arial"/>
            </a:endParaRPr>
          </a:p>
          <a:p>
            <a:r>
              <a:rPr lang="vi-VN" sz="2000" b="1">
                <a:solidFill>
                  <a:srgbClr val="000000"/>
                </a:solidFill>
                <a:latin typeface="Courier New"/>
                <a:ea typeface="+mn-lt"/>
                <a:cs typeface="Arial"/>
              </a:rPr>
              <a:t>   </a:t>
            </a:r>
            <a:r>
              <a:rPr lang="vi-VN" sz="2000" b="1" err="1">
                <a:solidFill>
                  <a:srgbClr val="000000"/>
                </a:solidFill>
                <a:latin typeface="Courier New"/>
                <a:ea typeface="+mn-lt"/>
                <a:cs typeface="Arial"/>
              </a:rPr>
              <a:t>SinhVien</a:t>
            </a:r>
            <a:r>
              <a:rPr lang="vi-VN" sz="2000" b="1">
                <a:solidFill>
                  <a:srgbClr val="808030"/>
                </a:solidFill>
                <a:latin typeface="Courier New"/>
                <a:ea typeface="+mn-lt"/>
                <a:cs typeface="Arial"/>
              </a:rPr>
              <a:t>*</a:t>
            </a:r>
            <a:r>
              <a:rPr lang="vi-VN" sz="2000" b="1">
                <a:solidFill>
                  <a:srgbClr val="000000"/>
                </a:solidFill>
                <a:latin typeface="Courier New"/>
                <a:ea typeface="+mn-lt"/>
                <a:cs typeface="Arial"/>
              </a:rPr>
              <a:t> </a:t>
            </a:r>
            <a:r>
              <a:rPr lang="vi-VN" sz="2000" b="1" err="1">
                <a:solidFill>
                  <a:srgbClr val="000000"/>
                </a:solidFill>
                <a:latin typeface="Courier New"/>
                <a:ea typeface="+mn-lt"/>
                <a:cs typeface="Arial"/>
              </a:rPr>
              <a:t>head</a:t>
            </a:r>
            <a:r>
              <a:rPr lang="vi-VN" sz="2000" b="1">
                <a:solidFill>
                  <a:srgbClr val="808030"/>
                </a:solidFill>
                <a:latin typeface="Courier New"/>
                <a:ea typeface="+mn-lt"/>
                <a:cs typeface="Arial"/>
              </a:rPr>
              <a:t>;</a:t>
            </a:r>
            <a:endParaRPr lang="vi-VN" sz="2000" b="1">
              <a:solidFill>
                <a:srgbClr val="FFFFFF"/>
              </a:solidFill>
              <a:latin typeface="Courier New"/>
              <a:ea typeface="+mn-lt"/>
              <a:cs typeface="Arial"/>
            </a:endParaRPr>
          </a:p>
          <a:p>
            <a:r>
              <a:rPr lang="vi-VN" sz="2000" b="1">
                <a:solidFill>
                  <a:srgbClr val="000000"/>
                </a:solidFill>
                <a:latin typeface="Courier New"/>
                <a:ea typeface="+mn-lt"/>
                <a:cs typeface="Arial"/>
              </a:rPr>
              <a:t> </a:t>
            </a:r>
            <a:r>
              <a:rPr lang="vi-VN" sz="2000" b="1" err="1">
                <a:solidFill>
                  <a:srgbClr val="800000"/>
                </a:solidFill>
                <a:latin typeface="Courier New"/>
                <a:ea typeface="+mn-lt"/>
                <a:cs typeface="Arial"/>
              </a:rPr>
              <a:t>public</a:t>
            </a:r>
            <a:r>
              <a:rPr lang="vi-VN" sz="2000" b="1">
                <a:solidFill>
                  <a:srgbClr val="808030"/>
                </a:solidFill>
                <a:latin typeface="Courier New"/>
                <a:ea typeface="+mn-lt"/>
                <a:cs typeface="Arial"/>
              </a:rPr>
              <a:t>:</a:t>
            </a:r>
            <a:r>
              <a:rPr lang="vi-VN" sz="2000" b="1">
                <a:solidFill>
                  <a:srgbClr val="000000"/>
                </a:solidFill>
                <a:latin typeface="Courier New"/>
                <a:ea typeface="+mn-lt"/>
                <a:cs typeface="Arial"/>
              </a:rPr>
              <a:t> </a:t>
            </a:r>
            <a:endParaRPr lang="vi-VN" sz="2000" b="1">
              <a:solidFill>
                <a:srgbClr val="FFFFFF"/>
              </a:solidFill>
              <a:latin typeface="Courier New"/>
              <a:ea typeface="+mn-lt"/>
              <a:cs typeface="Arial"/>
            </a:endParaRPr>
          </a:p>
          <a:p>
            <a:r>
              <a:rPr lang="vi-VN" sz="2000" b="1">
                <a:solidFill>
                  <a:srgbClr val="000000"/>
                </a:solidFill>
                <a:latin typeface="Courier New"/>
                <a:ea typeface="+mn-lt"/>
                <a:cs typeface="Arial"/>
              </a:rPr>
              <a:t>   </a:t>
            </a:r>
            <a:r>
              <a:rPr lang="vi-VN" sz="2000" b="1" err="1">
                <a:solidFill>
                  <a:srgbClr val="000000"/>
                </a:solidFill>
                <a:latin typeface="Courier New"/>
                <a:ea typeface="+mn-lt"/>
                <a:cs typeface="Arial"/>
              </a:rPr>
              <a:t>QuanLySinhVien</a:t>
            </a:r>
            <a:r>
              <a:rPr lang="vi-VN" sz="2000" b="1">
                <a:solidFill>
                  <a:srgbClr val="808030"/>
                </a:solidFill>
                <a:latin typeface="Courier New"/>
                <a:ea typeface="+mn-lt"/>
                <a:cs typeface="Arial"/>
              </a:rPr>
              <a:t>();</a:t>
            </a:r>
            <a:r>
              <a:rPr lang="vi-VN" sz="2000" b="1">
                <a:solidFill>
                  <a:srgbClr val="000000"/>
                </a:solidFill>
                <a:latin typeface="Courier New"/>
                <a:ea typeface="+mn-lt"/>
                <a:cs typeface="Arial"/>
              </a:rPr>
              <a:t> </a:t>
            </a:r>
            <a:endParaRPr lang="vi-VN" sz="2000" b="1">
              <a:solidFill>
                <a:srgbClr val="FFFFFF"/>
              </a:solidFill>
              <a:latin typeface="Courier New"/>
              <a:ea typeface="+mn-lt"/>
              <a:cs typeface="Arial"/>
            </a:endParaRPr>
          </a:p>
          <a:p>
            <a:r>
              <a:rPr lang="vi-VN" sz="2000" b="1">
                <a:solidFill>
                  <a:srgbClr val="000000"/>
                </a:solidFill>
                <a:latin typeface="Courier New"/>
                <a:ea typeface="+mn-lt"/>
                <a:cs typeface="Arial"/>
              </a:rPr>
              <a:t>   </a:t>
            </a:r>
            <a:r>
              <a:rPr lang="vi-VN" sz="2000" b="1" err="1">
                <a:solidFill>
                  <a:srgbClr val="000000"/>
                </a:solidFill>
                <a:latin typeface="Courier New"/>
                <a:ea typeface="+mn-lt"/>
                <a:cs typeface="Arial"/>
              </a:rPr>
              <a:t>void</a:t>
            </a:r>
            <a:r>
              <a:rPr lang="vi-VN" sz="2000" b="1">
                <a:solidFill>
                  <a:srgbClr val="000000"/>
                </a:solidFill>
                <a:latin typeface="Courier New"/>
                <a:ea typeface="+mn-lt"/>
                <a:cs typeface="Arial"/>
              </a:rPr>
              <a:t> </a:t>
            </a:r>
            <a:r>
              <a:rPr lang="vi-VN" sz="2000" b="1" err="1">
                <a:solidFill>
                  <a:srgbClr val="000000"/>
                </a:solidFill>
                <a:latin typeface="Courier New"/>
                <a:ea typeface="+mn-lt"/>
                <a:cs typeface="Arial"/>
              </a:rPr>
              <a:t>themSinhVien</a:t>
            </a:r>
            <a:r>
              <a:rPr lang="vi-VN" sz="2000" b="1">
                <a:solidFill>
                  <a:srgbClr val="808030"/>
                </a:solidFill>
                <a:latin typeface="Courier New"/>
                <a:ea typeface="+mn-lt"/>
                <a:cs typeface="Arial"/>
              </a:rPr>
              <a:t>();</a:t>
            </a:r>
            <a:r>
              <a:rPr lang="vi-VN" sz="2000" b="1">
                <a:solidFill>
                  <a:srgbClr val="000000"/>
                </a:solidFill>
                <a:latin typeface="Courier New"/>
                <a:ea typeface="+mn-lt"/>
                <a:cs typeface="Arial"/>
              </a:rPr>
              <a:t> </a:t>
            </a:r>
            <a:endParaRPr lang="vi-VN" sz="2000" b="1">
              <a:solidFill>
                <a:srgbClr val="FFFFFF"/>
              </a:solidFill>
              <a:latin typeface="Courier New"/>
              <a:ea typeface="+mn-lt"/>
              <a:cs typeface="Arial"/>
            </a:endParaRPr>
          </a:p>
          <a:p>
            <a:r>
              <a:rPr lang="vi-VN" sz="2000" b="1">
                <a:solidFill>
                  <a:srgbClr val="000000"/>
                </a:solidFill>
                <a:latin typeface="Courier New"/>
                <a:ea typeface="+mn-lt"/>
                <a:cs typeface="Arial"/>
              </a:rPr>
              <a:t>   void </a:t>
            </a:r>
            <a:r>
              <a:rPr lang="vi-VN" sz="2000" b="1" err="1">
                <a:solidFill>
                  <a:srgbClr val="000000"/>
                </a:solidFill>
                <a:latin typeface="Courier New"/>
                <a:ea typeface="+mn-lt"/>
                <a:cs typeface="Arial"/>
              </a:rPr>
              <a:t>hienThiSinhVien</a:t>
            </a:r>
            <a:r>
              <a:rPr lang="vi-VN" sz="2000" b="1">
                <a:solidFill>
                  <a:srgbClr val="808030"/>
                </a:solidFill>
                <a:latin typeface="Courier New"/>
                <a:ea typeface="+mn-lt"/>
                <a:cs typeface="Arial"/>
              </a:rPr>
              <a:t>();</a:t>
            </a:r>
            <a:r>
              <a:rPr lang="vi-VN" sz="2000" b="1">
                <a:solidFill>
                  <a:srgbClr val="000000"/>
                </a:solidFill>
                <a:latin typeface="Courier New"/>
                <a:ea typeface="+mn-lt"/>
                <a:cs typeface="Arial"/>
              </a:rPr>
              <a:t> </a:t>
            </a:r>
            <a:endParaRPr lang="vi-VN" sz="2000" b="1">
              <a:solidFill>
                <a:srgbClr val="FFFFFF"/>
              </a:solidFill>
              <a:latin typeface="Courier New"/>
              <a:ea typeface="+mn-lt"/>
              <a:cs typeface="Arial"/>
            </a:endParaRPr>
          </a:p>
          <a:p>
            <a:r>
              <a:rPr lang="vi-VN" sz="2000" b="1">
                <a:solidFill>
                  <a:srgbClr val="000000"/>
                </a:solidFill>
                <a:latin typeface="Courier New"/>
                <a:ea typeface="+mn-lt"/>
                <a:cs typeface="Arial"/>
              </a:rPr>
              <a:t>   </a:t>
            </a:r>
            <a:r>
              <a:rPr lang="vi-VN" sz="2000" b="1" err="1">
                <a:solidFill>
                  <a:srgbClr val="000000"/>
                </a:solidFill>
                <a:latin typeface="Courier New"/>
                <a:ea typeface="+mn-lt"/>
                <a:cs typeface="Arial"/>
              </a:rPr>
              <a:t>void</a:t>
            </a:r>
            <a:r>
              <a:rPr lang="vi-VN" sz="2000" b="1">
                <a:solidFill>
                  <a:srgbClr val="000000"/>
                </a:solidFill>
                <a:latin typeface="Courier New"/>
                <a:ea typeface="+mn-lt"/>
                <a:cs typeface="Arial"/>
              </a:rPr>
              <a:t> </a:t>
            </a:r>
            <a:r>
              <a:rPr lang="vi-VN" sz="2000" b="1" err="1">
                <a:solidFill>
                  <a:srgbClr val="000000"/>
                </a:solidFill>
                <a:latin typeface="Courier New"/>
                <a:ea typeface="+mn-lt"/>
                <a:cs typeface="Arial"/>
              </a:rPr>
              <a:t>sapXepTheoMSSV</a:t>
            </a:r>
            <a:r>
              <a:rPr lang="vi-VN" sz="2000" b="1">
                <a:solidFill>
                  <a:srgbClr val="808030"/>
                </a:solidFill>
                <a:latin typeface="Courier New"/>
                <a:ea typeface="+mn-lt"/>
                <a:cs typeface="Arial"/>
              </a:rPr>
              <a:t>();</a:t>
            </a:r>
            <a:r>
              <a:rPr lang="vi-VN" sz="2000" b="1">
                <a:solidFill>
                  <a:srgbClr val="000000"/>
                </a:solidFill>
                <a:latin typeface="Courier New"/>
                <a:ea typeface="+mn-lt"/>
                <a:cs typeface="Arial"/>
              </a:rPr>
              <a:t> </a:t>
            </a:r>
            <a:endParaRPr lang="vi-VN" sz="2000" b="1">
              <a:solidFill>
                <a:srgbClr val="FFFFFF"/>
              </a:solidFill>
              <a:latin typeface="Courier New"/>
              <a:ea typeface="+mn-lt"/>
              <a:cs typeface="Arial"/>
            </a:endParaRPr>
          </a:p>
          <a:p>
            <a:r>
              <a:rPr lang="vi-VN" sz="2000" b="1">
                <a:solidFill>
                  <a:srgbClr val="000000"/>
                </a:solidFill>
                <a:latin typeface="Courier New"/>
                <a:ea typeface="+mn-lt"/>
                <a:cs typeface="Arial"/>
              </a:rPr>
              <a:t>   </a:t>
            </a:r>
            <a:r>
              <a:rPr lang="vi-VN" sz="2000" b="1" err="1">
                <a:solidFill>
                  <a:srgbClr val="000000"/>
                </a:solidFill>
                <a:latin typeface="Courier New"/>
                <a:ea typeface="+mn-lt"/>
                <a:cs typeface="Arial"/>
              </a:rPr>
              <a:t>void</a:t>
            </a:r>
            <a:r>
              <a:rPr lang="vi-VN" sz="2000" b="1">
                <a:solidFill>
                  <a:srgbClr val="000000"/>
                </a:solidFill>
                <a:latin typeface="Courier New"/>
                <a:ea typeface="+mn-lt"/>
                <a:cs typeface="Arial"/>
              </a:rPr>
              <a:t> </a:t>
            </a:r>
            <a:r>
              <a:rPr lang="vi-VN" sz="2000" b="1" err="1">
                <a:solidFill>
                  <a:srgbClr val="000000"/>
                </a:solidFill>
                <a:latin typeface="Courier New"/>
                <a:ea typeface="+mn-lt"/>
                <a:cs typeface="Arial"/>
              </a:rPr>
              <a:t>timKiem</a:t>
            </a:r>
            <a:r>
              <a:rPr lang="vi-VN" sz="2000" b="1">
                <a:solidFill>
                  <a:srgbClr val="808030"/>
                </a:solidFill>
                <a:latin typeface="Courier New"/>
                <a:ea typeface="+mn-lt"/>
                <a:cs typeface="Arial"/>
              </a:rPr>
              <a:t>();</a:t>
            </a:r>
            <a:r>
              <a:rPr lang="vi-VN" sz="2000" b="1">
                <a:solidFill>
                  <a:srgbClr val="000000"/>
                </a:solidFill>
                <a:latin typeface="Courier New"/>
                <a:ea typeface="+mn-lt"/>
                <a:cs typeface="Arial"/>
              </a:rPr>
              <a:t> </a:t>
            </a:r>
            <a:endParaRPr lang="vi-VN" sz="2000" b="1">
              <a:solidFill>
                <a:srgbClr val="FFFFFF"/>
              </a:solidFill>
              <a:latin typeface="Courier New"/>
              <a:ea typeface="+mn-lt"/>
              <a:cs typeface="Arial"/>
            </a:endParaRPr>
          </a:p>
          <a:p>
            <a:r>
              <a:rPr lang="vi-VN" sz="2000" b="1">
                <a:solidFill>
                  <a:srgbClr val="000000"/>
                </a:solidFill>
                <a:latin typeface="Courier New"/>
                <a:ea typeface="+mn-lt"/>
                <a:cs typeface="Arial"/>
              </a:rPr>
              <a:t>   </a:t>
            </a:r>
            <a:r>
              <a:rPr lang="vi-VN" sz="2000" b="1" err="1">
                <a:solidFill>
                  <a:srgbClr val="000000"/>
                </a:solidFill>
                <a:latin typeface="Courier New"/>
                <a:ea typeface="+mn-lt"/>
                <a:cs typeface="Arial"/>
              </a:rPr>
              <a:t>void</a:t>
            </a:r>
            <a:r>
              <a:rPr lang="vi-VN" sz="2000" b="1">
                <a:solidFill>
                  <a:srgbClr val="000000"/>
                </a:solidFill>
                <a:latin typeface="Courier New"/>
                <a:ea typeface="+mn-lt"/>
                <a:cs typeface="Arial"/>
              </a:rPr>
              <a:t> </a:t>
            </a:r>
            <a:r>
              <a:rPr lang="vi-VN" sz="2000" b="1" err="1">
                <a:solidFill>
                  <a:srgbClr val="000000"/>
                </a:solidFill>
                <a:latin typeface="Courier New"/>
                <a:ea typeface="+mn-lt"/>
                <a:cs typeface="Arial"/>
              </a:rPr>
              <a:t>chinhSuaSinhVien</a:t>
            </a:r>
            <a:r>
              <a:rPr lang="vi-VN" sz="2000" b="1">
                <a:solidFill>
                  <a:srgbClr val="808030"/>
                </a:solidFill>
                <a:latin typeface="Courier New"/>
                <a:ea typeface="+mn-lt"/>
                <a:cs typeface="Arial"/>
              </a:rPr>
              <a:t>();</a:t>
            </a:r>
            <a:r>
              <a:rPr lang="vi-VN" sz="2000" b="1">
                <a:solidFill>
                  <a:srgbClr val="000000"/>
                </a:solidFill>
                <a:latin typeface="Courier New"/>
                <a:ea typeface="+mn-lt"/>
                <a:cs typeface="Arial"/>
              </a:rPr>
              <a:t> </a:t>
            </a:r>
            <a:endParaRPr lang="vi-VN" sz="2000" b="1">
              <a:solidFill>
                <a:srgbClr val="FFFFFF"/>
              </a:solidFill>
              <a:latin typeface="Courier New"/>
              <a:ea typeface="+mn-lt"/>
              <a:cs typeface="Arial"/>
            </a:endParaRPr>
          </a:p>
          <a:p>
            <a:r>
              <a:rPr lang="vi-VN" sz="2000" b="1">
                <a:solidFill>
                  <a:srgbClr val="000000"/>
                </a:solidFill>
                <a:latin typeface="Courier New"/>
                <a:ea typeface="+mn-lt"/>
                <a:cs typeface="Arial"/>
              </a:rPr>
              <a:t>   </a:t>
            </a:r>
            <a:r>
              <a:rPr lang="vi-VN" sz="2000" b="1" err="1">
                <a:solidFill>
                  <a:srgbClr val="000000"/>
                </a:solidFill>
                <a:latin typeface="Courier New"/>
                <a:ea typeface="+mn-lt"/>
                <a:cs typeface="Arial"/>
              </a:rPr>
              <a:t>void</a:t>
            </a:r>
            <a:r>
              <a:rPr lang="vi-VN" sz="2000" b="1">
                <a:solidFill>
                  <a:srgbClr val="000000"/>
                </a:solidFill>
                <a:latin typeface="Courier New"/>
                <a:ea typeface="+mn-lt"/>
                <a:cs typeface="Arial"/>
              </a:rPr>
              <a:t> </a:t>
            </a:r>
            <a:r>
              <a:rPr lang="vi-VN" sz="2000" b="1" err="1">
                <a:solidFill>
                  <a:srgbClr val="000000"/>
                </a:solidFill>
                <a:latin typeface="Courier New"/>
                <a:ea typeface="+mn-lt"/>
                <a:cs typeface="Arial"/>
              </a:rPr>
              <a:t>xoaSinhVien</a:t>
            </a:r>
            <a:r>
              <a:rPr lang="vi-VN" sz="2000" b="1">
                <a:solidFill>
                  <a:srgbClr val="808030"/>
                </a:solidFill>
                <a:latin typeface="Courier New"/>
                <a:ea typeface="+mn-lt"/>
                <a:cs typeface="Arial"/>
              </a:rPr>
              <a:t>();</a:t>
            </a:r>
            <a:r>
              <a:rPr lang="vi-VN" sz="2000" b="1">
                <a:solidFill>
                  <a:srgbClr val="000000"/>
                </a:solidFill>
                <a:latin typeface="Courier New"/>
                <a:ea typeface="+mn-lt"/>
                <a:cs typeface="Arial"/>
              </a:rPr>
              <a:t> </a:t>
            </a:r>
            <a:endParaRPr lang="vi-VN" sz="2000" b="1">
              <a:solidFill>
                <a:srgbClr val="FFFFFF"/>
              </a:solidFill>
              <a:latin typeface="Courier New"/>
              <a:ea typeface="+mn-lt"/>
              <a:cs typeface="Arial"/>
            </a:endParaRPr>
          </a:p>
          <a:p>
            <a:r>
              <a:rPr lang="vi-VN" sz="2000" b="1">
                <a:solidFill>
                  <a:srgbClr val="000000"/>
                </a:solidFill>
                <a:latin typeface="Courier New"/>
                <a:ea typeface="+mn-lt"/>
                <a:cs typeface="Arial"/>
              </a:rPr>
              <a:t>}</a:t>
            </a:r>
            <a:r>
              <a:rPr lang="vi-VN" sz="2000" b="1">
                <a:solidFill>
                  <a:srgbClr val="808030"/>
                </a:solidFill>
                <a:latin typeface="Courier New"/>
                <a:ea typeface="+mn-lt"/>
                <a:cs typeface="Arial"/>
              </a:rPr>
              <a:t>;</a:t>
            </a:r>
            <a:endParaRPr lang="vi-VN" sz="2000" b="1">
              <a:latin typeface="Courier New"/>
              <a:cs typeface="Arial"/>
            </a:endParaRPr>
          </a:p>
        </p:txBody>
      </p:sp>
      <p:sp>
        <p:nvSpPr>
          <p:cNvPr id="5" name="Hình chữ nhật 4">
            <a:extLst>
              <a:ext uri="{FF2B5EF4-FFF2-40B4-BE49-F238E27FC236}">
                <a16:creationId xmlns:a16="http://schemas.microsoft.com/office/drawing/2014/main" id="{5E322ECC-501E-14E3-03EA-404D2041DDF4}"/>
              </a:ext>
            </a:extLst>
          </p:cNvPr>
          <p:cNvSpPr/>
          <p:nvPr/>
        </p:nvSpPr>
        <p:spPr>
          <a:xfrm>
            <a:off x="4849739" y="1262950"/>
            <a:ext cx="7703378" cy="4373978"/>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228600" indent="-228600">
              <a:buFont typeface=""/>
              <a:buChar char="•"/>
            </a:pPr>
            <a:r>
              <a:rPr lang="vi-VN" sz="2000" b="1">
                <a:solidFill>
                  <a:schemeClr val="tx1"/>
                </a:solidFill>
                <a:latin typeface="Open Sans"/>
                <a:ea typeface="Open Sans"/>
                <a:cs typeface="Arial"/>
              </a:rPr>
              <a:t>Chức năng:</a:t>
            </a:r>
            <a:r>
              <a:rPr lang="vi-VN" sz="2000">
                <a:solidFill>
                  <a:schemeClr val="tx1"/>
                </a:solidFill>
                <a:latin typeface="Open Sans"/>
                <a:ea typeface="Open Sans"/>
                <a:cs typeface="Arial"/>
              </a:rPr>
              <a:t> Quản lý thông tin sinh viên – thêm, hiển thị, </a:t>
            </a:r>
            <a:br>
              <a:rPr lang="vi-VN" sz="2000">
                <a:latin typeface="Open Sans"/>
                <a:ea typeface="Open Sans"/>
                <a:cs typeface="Arial"/>
              </a:rPr>
            </a:br>
            <a:r>
              <a:rPr lang="vi-VN" sz="2000">
                <a:solidFill>
                  <a:schemeClr val="tx1"/>
                </a:solidFill>
                <a:latin typeface="Open Sans"/>
                <a:ea typeface="Open Sans"/>
                <a:cs typeface="Arial"/>
              </a:rPr>
              <a:t>sắp xếp, tìm kiếm, chỉnh sửa, xóa.</a:t>
            </a:r>
          </a:p>
          <a:p>
            <a:pPr marL="228600" indent="-228600">
              <a:buFont typeface=""/>
              <a:buChar char="•"/>
            </a:pPr>
            <a:r>
              <a:rPr lang="vi-VN" sz="2000" b="1">
                <a:solidFill>
                  <a:schemeClr val="tx1"/>
                </a:solidFill>
                <a:latin typeface="Open Sans"/>
                <a:ea typeface="Open Sans"/>
                <a:cs typeface="Arial"/>
              </a:rPr>
              <a:t>Đặc điểm:</a:t>
            </a:r>
          </a:p>
          <a:p>
            <a:pPr marL="228600" lvl="1" indent="-228600">
              <a:buFont typeface=""/>
              <a:buChar char="•"/>
            </a:pPr>
            <a:r>
              <a:rPr lang="vi-VN" sz="2000">
                <a:solidFill>
                  <a:schemeClr val="tx1"/>
                </a:solidFill>
                <a:latin typeface="Open Sans"/>
                <a:ea typeface="Open Sans"/>
                <a:cs typeface="Arial"/>
              </a:rPr>
              <a:t>Sắp xếp theo </a:t>
            </a:r>
            <a:r>
              <a:rPr lang="vi-VN" sz="2000" b="1">
                <a:solidFill>
                  <a:schemeClr val="tx1"/>
                </a:solidFill>
                <a:latin typeface="Open Sans"/>
                <a:ea typeface="Open Sans"/>
                <a:cs typeface="Arial"/>
              </a:rPr>
              <a:t>MSSV (</a:t>
            </a:r>
            <a:r>
              <a:rPr lang="vi-VN" sz="2000" b="1" err="1">
                <a:solidFill>
                  <a:schemeClr val="tx1"/>
                </a:solidFill>
                <a:latin typeface="Open Sans"/>
                <a:ea typeface="Open Sans"/>
                <a:cs typeface="Arial"/>
              </a:rPr>
              <a:t>Bubble</a:t>
            </a:r>
            <a:r>
              <a:rPr lang="vi-VN" sz="2000" b="1">
                <a:solidFill>
                  <a:schemeClr val="tx1"/>
                </a:solidFill>
                <a:latin typeface="Open Sans"/>
                <a:ea typeface="Open Sans"/>
                <a:cs typeface="Arial"/>
              </a:rPr>
              <a:t> </a:t>
            </a:r>
            <a:r>
              <a:rPr lang="vi-VN" sz="2000" b="1" err="1">
                <a:solidFill>
                  <a:schemeClr val="tx1"/>
                </a:solidFill>
                <a:latin typeface="Open Sans"/>
                <a:ea typeface="Open Sans"/>
                <a:cs typeface="Arial"/>
              </a:rPr>
              <a:t>Sort</a:t>
            </a:r>
            <a:r>
              <a:rPr lang="vi-VN" sz="2000" b="1">
                <a:solidFill>
                  <a:schemeClr val="tx1"/>
                </a:solidFill>
                <a:latin typeface="Open Sans"/>
                <a:ea typeface="Open Sans"/>
                <a:cs typeface="Arial"/>
              </a:rPr>
              <a:t>)</a:t>
            </a:r>
            <a:r>
              <a:rPr lang="vi-VN" sz="2000">
                <a:solidFill>
                  <a:schemeClr val="tx1"/>
                </a:solidFill>
                <a:latin typeface="Open Sans"/>
                <a:ea typeface="Open Sans"/>
                <a:cs typeface="Arial"/>
              </a:rPr>
              <a:t> để dễ tra cứu.</a:t>
            </a:r>
          </a:p>
          <a:p>
            <a:pPr marL="228600" lvl="1" indent="-228600">
              <a:buFont typeface=""/>
              <a:buChar char="•"/>
            </a:pPr>
            <a:r>
              <a:rPr lang="vi-VN" sz="2000">
                <a:solidFill>
                  <a:schemeClr val="tx1"/>
                </a:solidFill>
                <a:latin typeface="Open Sans"/>
                <a:ea typeface="Open Sans"/>
                <a:cs typeface="Arial"/>
              </a:rPr>
              <a:t>Tìm kiếm theo </a:t>
            </a:r>
            <a:r>
              <a:rPr lang="vi-VN" sz="2000" b="1">
                <a:solidFill>
                  <a:schemeClr val="tx1"/>
                </a:solidFill>
                <a:latin typeface="Open Sans"/>
                <a:ea typeface="Open Sans"/>
                <a:cs typeface="Arial"/>
              </a:rPr>
              <a:t>MSSV hoặc họ tên</a:t>
            </a:r>
            <a:r>
              <a:rPr lang="vi-VN" sz="2000">
                <a:solidFill>
                  <a:schemeClr val="tx1"/>
                </a:solidFill>
                <a:latin typeface="Open Sans"/>
                <a:ea typeface="Open Sans"/>
                <a:cs typeface="Arial"/>
              </a:rPr>
              <a:t>.</a:t>
            </a:r>
          </a:p>
          <a:p>
            <a:pPr marL="228600" lvl="1" indent="-228600">
              <a:buFont typeface=""/>
              <a:buChar char="•"/>
            </a:pPr>
            <a:r>
              <a:rPr lang="vi-VN" sz="2000">
                <a:solidFill>
                  <a:schemeClr val="tx1"/>
                </a:solidFill>
                <a:latin typeface="Open Sans"/>
                <a:ea typeface="Open Sans"/>
                <a:cs typeface="Arial"/>
              </a:rPr>
              <a:t>Mỗi sinh viên là </a:t>
            </a:r>
            <a:r>
              <a:rPr lang="vi-VN" sz="2000" b="1">
                <a:solidFill>
                  <a:schemeClr val="tx1"/>
                </a:solidFill>
                <a:latin typeface="Open Sans"/>
                <a:ea typeface="Open Sans"/>
                <a:cs typeface="Arial"/>
              </a:rPr>
              <a:t>một </a:t>
            </a:r>
            <a:r>
              <a:rPr lang="vi-VN" sz="2000" b="1" err="1">
                <a:solidFill>
                  <a:schemeClr val="tx1"/>
                </a:solidFill>
                <a:latin typeface="Open Sans"/>
                <a:ea typeface="Open Sans"/>
                <a:cs typeface="Arial"/>
              </a:rPr>
              <a:t>node</a:t>
            </a:r>
            <a:r>
              <a:rPr lang="vi-VN" sz="2000" b="1">
                <a:solidFill>
                  <a:schemeClr val="tx1"/>
                </a:solidFill>
                <a:latin typeface="Open Sans"/>
                <a:ea typeface="Open Sans"/>
                <a:cs typeface="Arial"/>
              </a:rPr>
              <a:t> trong danh sách liên kết đơn</a:t>
            </a:r>
            <a:r>
              <a:rPr lang="vi-VN" sz="2000">
                <a:solidFill>
                  <a:schemeClr val="tx1"/>
                </a:solidFill>
                <a:latin typeface="Open Sans"/>
                <a:ea typeface="Open Sans"/>
                <a:cs typeface="Arial"/>
              </a:rPr>
              <a:t>.</a:t>
            </a:r>
          </a:p>
          <a:p>
            <a:pPr marL="228600" lvl="1" indent="-228600">
              <a:buFont typeface=""/>
              <a:buChar char="•"/>
            </a:pPr>
            <a:r>
              <a:rPr lang="vi-VN" sz="2000">
                <a:solidFill>
                  <a:schemeClr val="tx1"/>
                </a:solidFill>
                <a:latin typeface="Open Sans"/>
                <a:ea typeface="Open Sans"/>
                <a:cs typeface="Arial"/>
              </a:rPr>
              <a:t>Có cấu trúc tương tự quản lí sách. </a:t>
            </a:r>
          </a:p>
        </p:txBody>
      </p:sp>
    </p:spTree>
    <p:extLst>
      <p:ext uri="{BB962C8B-B14F-4D97-AF65-F5344CB8AC3E}">
        <p14:creationId xmlns:p14="http://schemas.microsoft.com/office/powerpoint/2010/main" val="15213554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B957DEA6-F62A-37B5-FA26-67CFE5B79AE7}"/>
              </a:ext>
            </a:extLst>
          </p:cNvPr>
          <p:cNvSpPr>
            <a:spLocks noGrp="1"/>
          </p:cNvSpPr>
          <p:nvPr>
            <p:ph type="title"/>
          </p:nvPr>
        </p:nvSpPr>
        <p:spPr>
          <a:xfrm>
            <a:off x="1542691" y="316012"/>
            <a:ext cx="9113520" cy="898843"/>
          </a:xfrm>
        </p:spPr>
        <p:txBody>
          <a:bodyPr>
            <a:normAutofit/>
          </a:bodyPr>
          <a:lstStyle/>
          <a:p>
            <a:pPr algn="ctr"/>
            <a:r>
              <a:rPr lang="vi-VN" b="1">
                <a:solidFill>
                  <a:srgbClr val="FFC000"/>
                </a:solidFill>
                <a:latin typeface="Segoe UI"/>
                <a:ea typeface="Open Sans"/>
                <a:cs typeface="Times New Roman"/>
              </a:rPr>
              <a:t>CÁC CHỨC NĂNG CHÍNH</a:t>
            </a:r>
            <a:endParaRPr lang="vi-VN" b="1">
              <a:solidFill>
                <a:srgbClr val="FFC000"/>
              </a:solidFill>
              <a:latin typeface="Segoe UI"/>
              <a:ea typeface="Open Sans"/>
              <a:cs typeface="Times New Roman" panose="02020603050405020304" pitchFamily="18" charset="0"/>
            </a:endParaRPr>
          </a:p>
        </p:txBody>
      </p:sp>
      <p:sp>
        <p:nvSpPr>
          <p:cNvPr id="3" name="Chỗ dành sẵn cho Nội dung 2">
            <a:extLst>
              <a:ext uri="{FF2B5EF4-FFF2-40B4-BE49-F238E27FC236}">
                <a16:creationId xmlns:a16="http://schemas.microsoft.com/office/drawing/2014/main" id="{A8667DE2-2E4E-D625-E6C3-903823CD909B}"/>
              </a:ext>
            </a:extLst>
          </p:cNvPr>
          <p:cNvSpPr>
            <a:spLocks noGrp="1"/>
          </p:cNvSpPr>
          <p:nvPr>
            <p:ph idx="1"/>
          </p:nvPr>
        </p:nvSpPr>
        <p:spPr>
          <a:xfrm>
            <a:off x="-67572" y="891097"/>
            <a:ext cx="12327144" cy="5808280"/>
          </a:xfrm>
        </p:spPr>
        <p:txBody>
          <a:bodyPr vert="horz" lIns="91440" tIns="45720" rIns="91440" bIns="45720" rtlCol="0" anchor="t">
            <a:noAutofit/>
          </a:bodyPr>
          <a:lstStyle/>
          <a:p>
            <a:pPr marL="0" indent="0">
              <a:buNone/>
            </a:pPr>
            <a:endParaRPr lang="vi" sz="2000">
              <a:latin typeface="Open Sans"/>
              <a:ea typeface="Open Sans"/>
              <a:cs typeface="Arial"/>
            </a:endParaRPr>
          </a:p>
          <a:p>
            <a:pPr>
              <a:buNone/>
            </a:pPr>
            <a:r>
              <a:rPr lang="vi" sz="2000" b="1" dirty="0">
                <a:latin typeface="Open Sans"/>
                <a:ea typeface="+mn-lt"/>
                <a:cs typeface="Arial"/>
              </a:rPr>
              <a:t>1. Khởi tạo danh sách: </a:t>
            </a:r>
            <a:br>
              <a:rPr lang="vi" sz="2000" b="1" dirty="0">
                <a:latin typeface="Open Sans"/>
                <a:ea typeface="+mn-lt"/>
                <a:cs typeface="Arial"/>
              </a:rPr>
            </a:br>
            <a:r>
              <a:rPr lang="vi" sz="2000" dirty="0">
                <a:latin typeface="Open Sans"/>
                <a:ea typeface="+mn-lt"/>
                <a:cs typeface="Arial"/>
              </a:rPr>
              <a:t>Tạo ra các danh sách rỗng (sách, sinh viên, mượn – trả) để sẵn sàng quản lý dữ liệu.</a:t>
            </a:r>
            <a:endParaRPr lang="vi" sz="2000" dirty="0">
              <a:latin typeface="Arial"/>
              <a:ea typeface="Open Sans"/>
              <a:cs typeface="Arial"/>
            </a:endParaRPr>
          </a:p>
          <a:p>
            <a:pPr>
              <a:buNone/>
            </a:pPr>
            <a:r>
              <a:rPr lang="vi" sz="2000" b="1" dirty="0">
                <a:latin typeface="Open Sans"/>
                <a:ea typeface="+mn-lt"/>
                <a:cs typeface="Arial"/>
              </a:rPr>
              <a:t>2. Thêm phần tử:</a:t>
            </a:r>
            <a:br>
              <a:rPr lang="vi" sz="2000" b="1" dirty="0">
                <a:latin typeface="Open Sans"/>
                <a:ea typeface="+mn-lt"/>
                <a:cs typeface="Arial"/>
              </a:rPr>
            </a:br>
            <a:r>
              <a:rPr lang="vi" sz="2000" dirty="0">
                <a:latin typeface="Open Sans"/>
                <a:ea typeface="+mn-lt"/>
                <a:cs typeface="Arial"/>
              </a:rPr>
              <a:t>Nhập thông tin mới và nối </a:t>
            </a:r>
            <a:r>
              <a:rPr lang="vi" sz="2000" dirty="0" err="1">
                <a:latin typeface="Open Sans"/>
                <a:ea typeface="+mn-lt"/>
                <a:cs typeface="Arial"/>
              </a:rPr>
              <a:t>node</a:t>
            </a:r>
            <a:r>
              <a:rPr lang="vi" sz="2000" dirty="0">
                <a:latin typeface="Open Sans"/>
                <a:ea typeface="+mn-lt"/>
                <a:cs typeface="Arial"/>
              </a:rPr>
              <a:t> vào cuối danh sách — giống như đặt thêm sách lên kệ.</a:t>
            </a:r>
          </a:p>
          <a:p>
            <a:pPr>
              <a:buNone/>
            </a:pPr>
            <a:r>
              <a:rPr lang="vi" sz="2000" b="1" dirty="0">
                <a:latin typeface="Open Sans"/>
                <a:ea typeface="+mn-lt"/>
                <a:cs typeface="Arial"/>
              </a:rPr>
              <a:t>3. Hiển thị danh sách: </a:t>
            </a:r>
            <a:br>
              <a:rPr lang="vi" sz="2000" b="1" dirty="0">
                <a:latin typeface="Open Sans"/>
                <a:ea typeface="+mn-lt"/>
                <a:cs typeface="Arial"/>
              </a:rPr>
            </a:br>
            <a:r>
              <a:rPr lang="vi" sz="2000" dirty="0">
                <a:latin typeface="Open Sans"/>
                <a:ea typeface="+mn-lt"/>
                <a:cs typeface="Arial"/>
              </a:rPr>
              <a:t>In ra toàn bộ thông tin hiện có trong danh sách để người dùng dễ theo dõi.</a:t>
            </a:r>
            <a:endParaRPr lang="vi" sz="2000" dirty="0">
              <a:latin typeface="Arial"/>
              <a:cs typeface="Arial"/>
            </a:endParaRPr>
          </a:p>
          <a:p>
            <a:pPr>
              <a:buNone/>
            </a:pPr>
            <a:r>
              <a:rPr lang="vi" sz="2000" b="1" dirty="0">
                <a:latin typeface="Open Sans"/>
                <a:ea typeface="+mn-lt"/>
                <a:cs typeface="Arial"/>
              </a:rPr>
              <a:t>4. Tìm kiếm thông tin:</a:t>
            </a:r>
            <a:br>
              <a:rPr lang="vi" sz="2000" b="1" dirty="0">
                <a:latin typeface="Open Sans"/>
                <a:ea typeface="+mn-lt"/>
                <a:cs typeface="Arial"/>
              </a:rPr>
            </a:br>
            <a:r>
              <a:rPr lang="vi" sz="2000" dirty="0">
                <a:latin typeface="Open Sans"/>
                <a:ea typeface="+mn-lt"/>
                <a:cs typeface="Arial"/>
              </a:rPr>
              <a:t>Nhập mã sách hoặc MSSV để tra cứu nhanh — nếu trùng thì hiển thị kết quả.</a:t>
            </a:r>
          </a:p>
          <a:p>
            <a:pPr>
              <a:buNone/>
            </a:pPr>
            <a:r>
              <a:rPr lang="vi" sz="2000" b="1" dirty="0">
                <a:latin typeface="Open Sans"/>
                <a:ea typeface="+mn-lt"/>
                <a:cs typeface="Arial"/>
              </a:rPr>
              <a:t>5. Xóa phần tử:</a:t>
            </a:r>
            <a:br>
              <a:rPr lang="vi" sz="2000" b="1" dirty="0">
                <a:latin typeface="Open Sans"/>
                <a:ea typeface="+mn-lt"/>
                <a:cs typeface="Arial"/>
              </a:rPr>
            </a:br>
            <a:r>
              <a:rPr lang="vi" sz="2000" dirty="0">
                <a:latin typeface="Open Sans"/>
                <a:ea typeface="+mn-lt"/>
                <a:cs typeface="Arial"/>
              </a:rPr>
              <a:t> Tìm và loại bỏ </a:t>
            </a:r>
            <a:r>
              <a:rPr lang="vi" sz="2000" dirty="0" err="1">
                <a:latin typeface="Open Sans"/>
                <a:ea typeface="+mn-lt"/>
                <a:cs typeface="Arial"/>
              </a:rPr>
              <a:t>node</a:t>
            </a:r>
            <a:r>
              <a:rPr lang="vi" sz="2000" dirty="0">
                <a:latin typeface="Open Sans"/>
                <a:ea typeface="+mn-lt"/>
                <a:cs typeface="Arial"/>
              </a:rPr>
              <a:t> cần xóa, rồi nối lại danh sách cho gọn gàng.</a:t>
            </a:r>
          </a:p>
          <a:p>
            <a:pPr>
              <a:buNone/>
            </a:pPr>
            <a:r>
              <a:rPr lang="vi" sz="2000" b="1" dirty="0">
                <a:latin typeface="Open Sans"/>
                <a:ea typeface="+mn-lt"/>
                <a:cs typeface="Arial"/>
              </a:rPr>
              <a:t>6. Sắp xếp danh sách: </a:t>
            </a:r>
            <a:br>
              <a:rPr lang="vi" sz="2000" b="1" dirty="0">
                <a:latin typeface="Open Sans"/>
                <a:ea typeface="+mn-lt"/>
                <a:cs typeface="Arial"/>
              </a:rPr>
            </a:br>
            <a:r>
              <a:rPr lang="vi" sz="2000" dirty="0">
                <a:latin typeface="Open Sans"/>
                <a:ea typeface="+mn-lt"/>
                <a:cs typeface="Arial"/>
              </a:rPr>
              <a:t>Sắp xếp theo tên hoặc MSSV bằng thuật toán </a:t>
            </a:r>
            <a:r>
              <a:rPr lang="vi" sz="2000" err="1">
                <a:latin typeface="Open Sans"/>
                <a:ea typeface="+mn-lt"/>
                <a:cs typeface="Arial"/>
              </a:rPr>
              <a:t>Bubble</a:t>
            </a:r>
            <a:r>
              <a:rPr lang="vi" sz="2000" dirty="0">
                <a:latin typeface="Open Sans"/>
                <a:ea typeface="+mn-lt"/>
                <a:cs typeface="Arial"/>
              </a:rPr>
              <a:t> </a:t>
            </a:r>
            <a:r>
              <a:rPr lang="vi" sz="2000" err="1">
                <a:latin typeface="Open Sans"/>
                <a:ea typeface="+mn-lt"/>
                <a:cs typeface="Arial"/>
              </a:rPr>
              <a:t>Sort</a:t>
            </a:r>
            <a:r>
              <a:rPr lang="vi" sz="2000" dirty="0">
                <a:latin typeface="Open Sans"/>
                <a:ea typeface="+mn-lt"/>
                <a:cs typeface="Arial"/>
              </a:rPr>
              <a:t> </a:t>
            </a:r>
            <a:endParaRPr lang="vi" sz="2000" dirty="0">
              <a:latin typeface="Arial"/>
              <a:ea typeface="+mn-lt"/>
              <a:cs typeface="Arial"/>
            </a:endParaRPr>
          </a:p>
          <a:p>
            <a:pPr>
              <a:buNone/>
            </a:pPr>
            <a:r>
              <a:rPr lang="vi" sz="2000" b="1" dirty="0">
                <a:latin typeface="Open Sans"/>
                <a:ea typeface="+mn-lt"/>
                <a:cs typeface="Arial"/>
              </a:rPr>
              <a:t>7. Đếm số lượng phần tử:</a:t>
            </a:r>
            <a:br>
              <a:rPr lang="vi" sz="2000" b="1" dirty="0">
                <a:latin typeface="Open Sans"/>
                <a:ea typeface="+mn-lt"/>
                <a:cs typeface="Arial"/>
              </a:rPr>
            </a:br>
            <a:r>
              <a:rPr lang="vi" sz="2000" b="1" dirty="0">
                <a:latin typeface="Open Sans"/>
                <a:ea typeface="+mn-lt"/>
                <a:cs typeface="Arial"/>
              </a:rPr>
              <a:t> </a:t>
            </a:r>
            <a:r>
              <a:rPr lang="vi" sz="2000" dirty="0">
                <a:latin typeface="Open Sans"/>
                <a:ea typeface="+mn-lt"/>
                <a:cs typeface="Arial"/>
              </a:rPr>
              <a:t>Duyệt danh sách từ đầu đến cuối để biết tổng số sách hoặc sinh viên hiện có.</a:t>
            </a:r>
            <a:endParaRPr lang="vi" sz="2000">
              <a:latin typeface="Arial"/>
              <a:ea typeface="+mn-lt"/>
              <a:cs typeface="Arial"/>
            </a:endParaRPr>
          </a:p>
          <a:p>
            <a:pPr marL="0" indent="0">
              <a:buNone/>
            </a:pPr>
            <a:r>
              <a:rPr lang="vi" sz="2000" b="1" i="1" dirty="0">
                <a:latin typeface="Open Sans"/>
                <a:ea typeface="+mn-lt"/>
                <a:cs typeface="Arial"/>
              </a:rPr>
              <a:t>Ngoài ra, chương trình còn có chức năng chỉnh sửa thông tin sách và sinh viên, 2giúp cập nhật lại tên, tác giả, lớp hoặc thể loại khi có thay đổi.</a:t>
            </a:r>
            <a:endParaRPr lang="vi" b="1" i="1" dirty="0">
              <a:latin typeface="Open Sans"/>
              <a:ea typeface="+mn-lt"/>
              <a:cs typeface="Arial"/>
            </a:endParaRPr>
          </a:p>
        </p:txBody>
      </p:sp>
    </p:spTree>
    <p:extLst>
      <p:ext uri="{BB962C8B-B14F-4D97-AF65-F5344CB8AC3E}">
        <p14:creationId xmlns:p14="http://schemas.microsoft.com/office/powerpoint/2010/main" val="37119447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a:extLst>
            <a:ext uri="{FF2B5EF4-FFF2-40B4-BE49-F238E27FC236}">
              <a16:creationId xmlns:a16="http://schemas.microsoft.com/office/drawing/2014/main" id="{40CA8E8A-46E6-D826-A870-A6834DA27743}"/>
            </a:ext>
          </a:extLst>
        </p:cNvPr>
        <p:cNvGrpSpPr/>
        <p:nvPr/>
      </p:nvGrpSpPr>
      <p:grpSpPr>
        <a:xfrm>
          <a:off x="0" y="0"/>
          <a:ext cx="0" cy="0"/>
          <a:chOff x="0" y="0"/>
          <a:chExt cx="0" cy="0"/>
        </a:xfrm>
      </p:grpSpPr>
      <p:sp>
        <p:nvSpPr>
          <p:cNvPr id="2" name="Tiêu đề 1">
            <a:extLst>
              <a:ext uri="{FF2B5EF4-FFF2-40B4-BE49-F238E27FC236}">
                <a16:creationId xmlns:a16="http://schemas.microsoft.com/office/drawing/2014/main" id="{22D35C6D-4A71-6308-45C6-C1FC09217197}"/>
              </a:ext>
            </a:extLst>
          </p:cNvPr>
          <p:cNvSpPr>
            <a:spLocks noGrp="1"/>
          </p:cNvSpPr>
          <p:nvPr>
            <p:ph type="title"/>
          </p:nvPr>
        </p:nvSpPr>
        <p:spPr>
          <a:xfrm>
            <a:off x="1542691" y="316012"/>
            <a:ext cx="9113520" cy="898843"/>
          </a:xfrm>
        </p:spPr>
        <p:txBody>
          <a:bodyPr>
            <a:normAutofit/>
          </a:bodyPr>
          <a:lstStyle/>
          <a:p>
            <a:pPr algn="ctr"/>
            <a:r>
              <a:rPr lang="vi-VN" b="1">
                <a:solidFill>
                  <a:srgbClr val="FFC000"/>
                </a:solidFill>
                <a:latin typeface="Segoe UI"/>
                <a:ea typeface="Open Sans"/>
                <a:cs typeface="Open Sans"/>
              </a:rPr>
              <a:t>HÀM KHỞI TẠO SÁCH</a:t>
            </a:r>
            <a:endParaRPr lang="vi-VN" b="1">
              <a:solidFill>
                <a:srgbClr val="FFC000"/>
              </a:solidFill>
              <a:latin typeface="Segoe UI"/>
              <a:cs typeface="Segoe UI"/>
            </a:endParaRPr>
          </a:p>
        </p:txBody>
      </p:sp>
      <p:sp>
        <p:nvSpPr>
          <p:cNvPr id="3" name="Chỗ dành sẵn cho Nội dung 2">
            <a:extLst>
              <a:ext uri="{FF2B5EF4-FFF2-40B4-BE49-F238E27FC236}">
                <a16:creationId xmlns:a16="http://schemas.microsoft.com/office/drawing/2014/main" id="{B8090F5B-2AA6-2D80-E939-399D15995D64}"/>
              </a:ext>
            </a:extLst>
          </p:cNvPr>
          <p:cNvSpPr>
            <a:spLocks noGrp="1"/>
          </p:cNvSpPr>
          <p:nvPr>
            <p:ph idx="1"/>
          </p:nvPr>
        </p:nvSpPr>
        <p:spPr>
          <a:xfrm>
            <a:off x="838200" y="1825625"/>
            <a:ext cx="10515600" cy="3522282"/>
          </a:xfrm>
        </p:spPr>
        <p:txBody>
          <a:bodyPr vert="horz" lIns="91440" tIns="45720" rIns="91440" bIns="45720" rtlCol="0" anchor="t">
            <a:normAutofit/>
          </a:bodyPr>
          <a:lstStyle/>
          <a:p>
            <a:r>
              <a:rPr lang="vi-VN" sz="2400" b="1">
                <a:latin typeface="Open Sans"/>
                <a:ea typeface="Open Sans"/>
                <a:cs typeface="Arial"/>
              </a:rPr>
              <a:t>Khởi tạo </a:t>
            </a:r>
            <a:r>
              <a:rPr lang="vi-VN" sz="2400" b="1" err="1">
                <a:latin typeface="Open Sans"/>
                <a:ea typeface="Open Sans"/>
                <a:cs typeface="Arial"/>
              </a:rPr>
              <a:t>class</a:t>
            </a:r>
            <a:r>
              <a:rPr lang="vi-VN" sz="2400" b="1">
                <a:latin typeface="Open Sans"/>
                <a:ea typeface="Open Sans"/>
                <a:cs typeface="Arial"/>
              </a:rPr>
              <a:t> </a:t>
            </a:r>
            <a:r>
              <a:rPr lang="vi-VN" sz="2400" b="1" err="1">
                <a:latin typeface="Open Sans"/>
                <a:ea typeface="Open Sans"/>
                <a:cs typeface="Arial"/>
              </a:rPr>
              <a:t>QuanLySach</a:t>
            </a:r>
            <a:r>
              <a:rPr lang="vi-VN" sz="2400" b="1">
                <a:latin typeface="Open Sans"/>
                <a:ea typeface="Open Sans"/>
                <a:cs typeface="Arial"/>
              </a:rPr>
              <a:t>();</a:t>
            </a:r>
            <a:r>
              <a:rPr lang="vi-VN" sz="2400">
                <a:latin typeface="Open Sans"/>
                <a:ea typeface="Open Sans"/>
                <a:cs typeface="Arial"/>
              </a:rPr>
              <a:t> :</a:t>
            </a:r>
            <a:r>
              <a:rPr lang="vi" sz="2400">
                <a:latin typeface="Open Sans"/>
                <a:ea typeface="Calibri"/>
                <a:cs typeface="Times New Roman"/>
              </a:rPr>
              <a:t>Hàm khởi tạo cho giá trị của </a:t>
            </a:r>
            <a:r>
              <a:rPr lang="vi" sz="2400" err="1">
                <a:latin typeface="Open Sans"/>
                <a:ea typeface="Calibri"/>
                <a:cs typeface="Times New Roman"/>
              </a:rPr>
              <a:t>Node</a:t>
            </a:r>
            <a:r>
              <a:rPr lang="vi" sz="2400">
                <a:latin typeface="Open Sans"/>
                <a:ea typeface="Calibri"/>
                <a:cs typeface="Times New Roman"/>
              </a:rPr>
              <a:t> đầu tiên ( </a:t>
            </a:r>
            <a:r>
              <a:rPr lang="vi" sz="2400" err="1">
                <a:latin typeface="Open Sans"/>
                <a:ea typeface="Calibri"/>
                <a:cs typeface="Times New Roman"/>
              </a:rPr>
              <a:t>head</a:t>
            </a:r>
            <a:r>
              <a:rPr lang="vi" sz="2400">
                <a:latin typeface="Open Sans"/>
                <a:ea typeface="Calibri"/>
                <a:cs typeface="Times New Roman"/>
              </a:rPr>
              <a:t> ) là rỗng ( NULL)</a:t>
            </a:r>
            <a:endParaRPr lang="vi-VN" sz="2400">
              <a:latin typeface="Open Sans"/>
              <a:ea typeface="Open Sans"/>
              <a:cs typeface="Arial"/>
            </a:endParaRPr>
          </a:p>
          <a:p>
            <a:pPr marL="514350" indent="-514350">
              <a:buAutoNum type="arabicPeriod"/>
            </a:pPr>
            <a:endParaRPr lang="vi-VN" sz="2400">
              <a:latin typeface="Open Sans"/>
              <a:ea typeface="Open Sans"/>
              <a:cs typeface="Arial"/>
            </a:endParaRPr>
          </a:p>
        </p:txBody>
      </p:sp>
      <p:sp>
        <p:nvSpPr>
          <p:cNvPr id="5" name="Hình chữ nhật 4">
            <a:extLst>
              <a:ext uri="{FF2B5EF4-FFF2-40B4-BE49-F238E27FC236}">
                <a16:creationId xmlns:a16="http://schemas.microsoft.com/office/drawing/2014/main" id="{91BD95C5-D91F-B0D4-AA34-A63FA4424E6B}"/>
              </a:ext>
            </a:extLst>
          </p:cNvPr>
          <p:cNvSpPr/>
          <p:nvPr/>
        </p:nvSpPr>
        <p:spPr>
          <a:xfrm>
            <a:off x="1537039" y="3289739"/>
            <a:ext cx="8792591" cy="1706223"/>
          </a:xfrm>
          <a:prstGeom prst="rect">
            <a:avLst/>
          </a:prstGeom>
          <a:solidFill>
            <a:srgbClr val="E0E0E2"/>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vi-VN" sz="3200" b="1" err="1">
                <a:solidFill>
                  <a:schemeClr val="tx1"/>
                </a:solidFill>
                <a:latin typeface="Courier New"/>
                <a:ea typeface="+mn-lt"/>
                <a:cs typeface="Arial"/>
              </a:rPr>
              <a:t>QuanLySach</a:t>
            </a:r>
            <a:r>
              <a:rPr lang="vi-VN" sz="3200" b="1">
                <a:solidFill>
                  <a:schemeClr val="tx1"/>
                </a:solidFill>
                <a:latin typeface="Courier New"/>
                <a:ea typeface="+mn-lt"/>
                <a:cs typeface="Arial"/>
              </a:rPr>
              <a:t>::</a:t>
            </a:r>
            <a:r>
              <a:rPr lang="vi-VN" sz="3200" b="1" err="1">
                <a:solidFill>
                  <a:schemeClr val="tx1"/>
                </a:solidFill>
                <a:latin typeface="Courier New"/>
                <a:ea typeface="+mn-lt"/>
                <a:cs typeface="Arial"/>
              </a:rPr>
              <a:t>QuanLySach</a:t>
            </a:r>
            <a:r>
              <a:rPr lang="vi-VN" sz="3200" b="1">
                <a:solidFill>
                  <a:schemeClr val="tx1"/>
                </a:solidFill>
                <a:latin typeface="Courier New"/>
                <a:ea typeface="+mn-lt"/>
                <a:cs typeface="Arial"/>
              </a:rPr>
              <a:t>() { </a:t>
            </a:r>
            <a:br>
              <a:rPr lang="vi-VN" sz="3200" b="1">
                <a:latin typeface="Courier New"/>
                <a:ea typeface="+mn-lt"/>
                <a:cs typeface="Arial"/>
              </a:rPr>
            </a:br>
            <a:r>
              <a:rPr lang="vi-VN" sz="3200" b="1" err="1">
                <a:solidFill>
                  <a:schemeClr val="tx1"/>
                </a:solidFill>
                <a:latin typeface="Courier New"/>
                <a:ea typeface="+mn-lt"/>
                <a:cs typeface="Arial"/>
              </a:rPr>
              <a:t>head</a:t>
            </a:r>
            <a:r>
              <a:rPr lang="vi-VN" sz="3200" b="1">
                <a:solidFill>
                  <a:schemeClr val="tx1"/>
                </a:solidFill>
                <a:latin typeface="Courier New"/>
                <a:ea typeface="+mn-lt"/>
                <a:cs typeface="Arial"/>
              </a:rPr>
              <a:t> = </a:t>
            </a:r>
            <a:r>
              <a:rPr lang="vi-VN" sz="3200" b="1">
                <a:solidFill>
                  <a:srgbClr val="92D050"/>
                </a:solidFill>
                <a:latin typeface="Courier New"/>
                <a:ea typeface="+mn-lt"/>
                <a:cs typeface="Arial"/>
              </a:rPr>
              <a:t>NULL</a:t>
            </a:r>
            <a:r>
              <a:rPr lang="vi-VN" sz="3200" b="1">
                <a:solidFill>
                  <a:schemeClr val="tx1"/>
                </a:solidFill>
                <a:latin typeface="Courier New"/>
                <a:ea typeface="+mn-lt"/>
                <a:cs typeface="Arial"/>
              </a:rPr>
              <a:t>; </a:t>
            </a:r>
            <a:br>
              <a:rPr lang="vi-VN" sz="3200" b="1">
                <a:latin typeface="Courier New"/>
                <a:ea typeface="+mn-lt"/>
                <a:cs typeface="Arial"/>
              </a:rPr>
            </a:br>
            <a:r>
              <a:rPr lang="vi-VN" sz="3200" b="1">
                <a:solidFill>
                  <a:schemeClr val="tx1"/>
                </a:solidFill>
                <a:latin typeface="Courier New"/>
                <a:ea typeface="+mn-lt"/>
                <a:cs typeface="Arial"/>
              </a:rPr>
              <a:t>} </a:t>
            </a:r>
          </a:p>
        </p:txBody>
      </p:sp>
    </p:spTree>
    <p:extLst>
      <p:ext uri="{BB962C8B-B14F-4D97-AF65-F5344CB8AC3E}">
        <p14:creationId xmlns:p14="http://schemas.microsoft.com/office/powerpoint/2010/main" val="41108961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a:extLst>
            <a:ext uri="{FF2B5EF4-FFF2-40B4-BE49-F238E27FC236}">
              <a16:creationId xmlns:a16="http://schemas.microsoft.com/office/drawing/2014/main" id="{21B4D1E7-BFFE-1307-8131-476E748947AD}"/>
            </a:ext>
          </a:extLst>
        </p:cNvPr>
        <p:cNvGrpSpPr/>
        <p:nvPr/>
      </p:nvGrpSpPr>
      <p:grpSpPr>
        <a:xfrm>
          <a:off x="0" y="0"/>
          <a:ext cx="0" cy="0"/>
          <a:chOff x="0" y="0"/>
          <a:chExt cx="0" cy="0"/>
        </a:xfrm>
      </p:grpSpPr>
      <p:sp>
        <p:nvSpPr>
          <p:cNvPr id="2" name="Tiêu đề 1">
            <a:extLst>
              <a:ext uri="{FF2B5EF4-FFF2-40B4-BE49-F238E27FC236}">
                <a16:creationId xmlns:a16="http://schemas.microsoft.com/office/drawing/2014/main" id="{CB764586-A4F2-4E7C-4305-7B88AD341F49}"/>
              </a:ext>
            </a:extLst>
          </p:cNvPr>
          <p:cNvSpPr>
            <a:spLocks noGrp="1"/>
          </p:cNvSpPr>
          <p:nvPr>
            <p:ph type="title"/>
          </p:nvPr>
        </p:nvSpPr>
        <p:spPr>
          <a:xfrm>
            <a:off x="1168879" y="316859"/>
            <a:ext cx="9851572" cy="930802"/>
          </a:xfrm>
        </p:spPr>
        <p:txBody>
          <a:bodyPr>
            <a:normAutofit/>
          </a:bodyPr>
          <a:lstStyle/>
          <a:p>
            <a:pPr algn="ctr"/>
            <a:r>
              <a:rPr lang="vi-VN" b="1">
                <a:solidFill>
                  <a:srgbClr val="FFC000"/>
                </a:solidFill>
                <a:latin typeface="Segoe UI"/>
                <a:cs typeface="Times New Roman"/>
              </a:rPr>
              <a:t>HÀM THÊM SÁCH</a:t>
            </a:r>
            <a:endParaRPr lang="vi-VN" b="1">
              <a:solidFill>
                <a:srgbClr val="FFC000"/>
              </a:solidFill>
              <a:latin typeface="Segoe UI"/>
              <a:cs typeface="Times New Roman" panose="02020603050405020304" pitchFamily="18" charset="0"/>
            </a:endParaRPr>
          </a:p>
        </p:txBody>
      </p:sp>
      <p:sp>
        <p:nvSpPr>
          <p:cNvPr id="4" name="Hình chữ nhật 3">
            <a:extLst>
              <a:ext uri="{FF2B5EF4-FFF2-40B4-BE49-F238E27FC236}">
                <a16:creationId xmlns:a16="http://schemas.microsoft.com/office/drawing/2014/main" id="{30C28F24-F90D-EF86-2ADC-E3028126A0E2}"/>
              </a:ext>
            </a:extLst>
          </p:cNvPr>
          <p:cNvSpPr/>
          <p:nvPr/>
        </p:nvSpPr>
        <p:spPr>
          <a:xfrm>
            <a:off x="13676" y="2881915"/>
            <a:ext cx="12179439" cy="3962383"/>
          </a:xfrm>
          <a:prstGeom prst="rect">
            <a:avLst/>
          </a:prstGeom>
          <a:solidFill>
            <a:schemeClr val="bg1">
              <a:lumMod val="85000"/>
            </a:schemeClr>
          </a:solidFill>
          <a:ln>
            <a:solidFill>
              <a:srgbClr val="29176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vi-VN" b="1" err="1">
                <a:solidFill>
                  <a:srgbClr val="800000"/>
                </a:solidFill>
                <a:latin typeface="Courier New"/>
                <a:cs typeface="Arial"/>
              </a:rPr>
              <a:t>void</a:t>
            </a:r>
            <a:r>
              <a:rPr lang="vi-VN" b="1">
                <a:solidFill>
                  <a:srgbClr val="000000"/>
                </a:solidFill>
                <a:latin typeface="Courier New"/>
                <a:cs typeface="Arial"/>
              </a:rPr>
              <a:t> </a:t>
            </a:r>
            <a:r>
              <a:rPr lang="vi-VN" b="1" err="1">
                <a:solidFill>
                  <a:srgbClr val="000000"/>
                </a:solidFill>
                <a:latin typeface="Courier New"/>
                <a:cs typeface="Arial"/>
              </a:rPr>
              <a:t>QuanLySach</a:t>
            </a:r>
            <a:r>
              <a:rPr lang="vi-VN" b="1">
                <a:solidFill>
                  <a:srgbClr val="800080"/>
                </a:solidFill>
                <a:latin typeface="Courier New"/>
                <a:cs typeface="Arial"/>
              </a:rPr>
              <a:t>::</a:t>
            </a:r>
            <a:r>
              <a:rPr lang="vi-VN" b="1" err="1">
                <a:solidFill>
                  <a:srgbClr val="000000"/>
                </a:solidFill>
                <a:latin typeface="Courier New"/>
                <a:cs typeface="Arial"/>
              </a:rPr>
              <a:t>themSach</a:t>
            </a:r>
            <a:r>
              <a:rPr lang="vi-VN" b="1">
                <a:solidFill>
                  <a:srgbClr val="808030"/>
                </a:solidFill>
                <a:latin typeface="Courier New"/>
                <a:cs typeface="Arial"/>
              </a:rPr>
              <a:t>()</a:t>
            </a:r>
            <a:r>
              <a:rPr lang="vi-VN" b="1">
                <a:solidFill>
                  <a:srgbClr val="800080"/>
                </a:solidFill>
                <a:latin typeface="Courier New"/>
                <a:cs typeface="Arial"/>
              </a:rPr>
              <a:t>{</a:t>
            </a:r>
            <a:endParaRPr lang="vi-VN" b="1">
              <a:solidFill>
                <a:srgbClr val="FFFFFF"/>
              </a:solidFill>
              <a:latin typeface="Courier New"/>
              <a:cs typeface="Arial" panose="020B0604020202020204" pitchFamily="34" charset="0"/>
            </a:endParaRPr>
          </a:p>
          <a:p>
            <a:r>
              <a:rPr lang="vi-VN" b="1">
                <a:solidFill>
                  <a:srgbClr val="000000"/>
                </a:solidFill>
                <a:latin typeface="Courier New"/>
                <a:cs typeface="Arial"/>
              </a:rPr>
              <a:t>    </a:t>
            </a:r>
            <a:r>
              <a:rPr lang="vi-VN" b="1" err="1">
                <a:solidFill>
                  <a:srgbClr val="000000"/>
                </a:solidFill>
                <a:latin typeface="Courier New"/>
                <a:cs typeface="Arial"/>
              </a:rPr>
              <a:t>Sach</a:t>
            </a:r>
            <a:r>
              <a:rPr lang="vi-VN" b="1">
                <a:solidFill>
                  <a:srgbClr val="808030"/>
                </a:solidFill>
                <a:latin typeface="Courier New"/>
                <a:cs typeface="Arial"/>
              </a:rPr>
              <a:t>*</a:t>
            </a:r>
            <a:r>
              <a:rPr lang="vi-VN" b="1">
                <a:solidFill>
                  <a:srgbClr val="000000"/>
                </a:solidFill>
                <a:latin typeface="Courier New"/>
                <a:cs typeface="Arial"/>
              </a:rPr>
              <a:t> s </a:t>
            </a:r>
            <a:r>
              <a:rPr lang="vi-VN" b="1">
                <a:solidFill>
                  <a:srgbClr val="808030"/>
                </a:solidFill>
                <a:latin typeface="Courier New"/>
                <a:cs typeface="Arial"/>
              </a:rPr>
              <a:t>=</a:t>
            </a:r>
            <a:r>
              <a:rPr lang="vi-VN" b="1">
                <a:solidFill>
                  <a:srgbClr val="000000"/>
                </a:solidFill>
                <a:latin typeface="Courier New"/>
                <a:cs typeface="Arial"/>
              </a:rPr>
              <a:t> </a:t>
            </a:r>
            <a:r>
              <a:rPr lang="vi-VN" b="1" err="1">
                <a:solidFill>
                  <a:srgbClr val="800000"/>
                </a:solidFill>
                <a:latin typeface="Courier New"/>
                <a:cs typeface="Arial"/>
              </a:rPr>
              <a:t>new</a:t>
            </a:r>
            <a:r>
              <a:rPr lang="vi-VN" b="1">
                <a:solidFill>
                  <a:srgbClr val="000000"/>
                </a:solidFill>
                <a:latin typeface="Courier New"/>
                <a:cs typeface="Arial"/>
              </a:rPr>
              <a:t> </a:t>
            </a:r>
            <a:r>
              <a:rPr lang="vi-VN" b="1" err="1">
                <a:solidFill>
                  <a:srgbClr val="000000"/>
                </a:solidFill>
                <a:latin typeface="Courier New"/>
                <a:cs typeface="Arial"/>
              </a:rPr>
              <a:t>Sach</a:t>
            </a:r>
            <a:r>
              <a:rPr lang="vi-VN" b="1">
                <a:solidFill>
                  <a:srgbClr val="800080"/>
                </a:solidFill>
                <a:latin typeface="Courier New"/>
                <a:cs typeface="Arial"/>
              </a:rPr>
              <a:t>;</a:t>
            </a:r>
            <a:endParaRPr lang="vi-VN" b="1">
              <a:solidFill>
                <a:srgbClr val="FFFFFF"/>
              </a:solidFill>
              <a:latin typeface="Courier New"/>
              <a:cs typeface="Arial"/>
            </a:endParaRPr>
          </a:p>
          <a:p>
            <a:r>
              <a:rPr lang="vi-VN" b="1">
                <a:solidFill>
                  <a:srgbClr val="000000"/>
                </a:solidFill>
                <a:latin typeface="Courier New"/>
                <a:cs typeface="Arial"/>
              </a:rPr>
              <a:t>    </a:t>
            </a:r>
            <a:r>
              <a:rPr lang="vi-VN" b="1" err="1">
                <a:solidFill>
                  <a:srgbClr val="603000"/>
                </a:solidFill>
                <a:latin typeface="Courier New"/>
                <a:cs typeface="Arial"/>
              </a:rPr>
              <a:t>cout</a:t>
            </a:r>
            <a:r>
              <a:rPr lang="vi-VN" b="1">
                <a:solidFill>
                  <a:srgbClr val="000000"/>
                </a:solidFill>
                <a:latin typeface="Courier New"/>
                <a:cs typeface="Arial"/>
              </a:rPr>
              <a:t> </a:t>
            </a:r>
            <a:r>
              <a:rPr lang="vi-VN" b="1">
                <a:solidFill>
                  <a:srgbClr val="808030"/>
                </a:solidFill>
                <a:latin typeface="Courier New"/>
                <a:cs typeface="Arial"/>
              </a:rPr>
              <a:t>&lt;&lt;</a:t>
            </a:r>
            <a:r>
              <a:rPr lang="vi-VN" b="1">
                <a:solidFill>
                  <a:srgbClr val="000000"/>
                </a:solidFill>
                <a:latin typeface="Courier New"/>
                <a:cs typeface="Arial"/>
              </a:rPr>
              <a:t> </a:t>
            </a:r>
            <a:r>
              <a:rPr lang="vi-VN" b="1">
                <a:solidFill>
                  <a:srgbClr val="800000"/>
                </a:solidFill>
                <a:latin typeface="Courier New"/>
                <a:cs typeface="Arial"/>
              </a:rPr>
              <a:t>"</a:t>
            </a:r>
            <a:r>
              <a:rPr lang="vi-VN" b="1" err="1">
                <a:solidFill>
                  <a:srgbClr val="0000E6"/>
                </a:solidFill>
                <a:latin typeface="Courier New"/>
                <a:cs typeface="Arial"/>
              </a:rPr>
              <a:t>Nhap</a:t>
            </a:r>
            <a:r>
              <a:rPr lang="vi-VN" b="1">
                <a:solidFill>
                  <a:srgbClr val="0000E6"/>
                </a:solidFill>
                <a:latin typeface="Courier New"/>
                <a:cs typeface="Arial"/>
              </a:rPr>
              <a:t> ma </a:t>
            </a:r>
            <a:r>
              <a:rPr lang="vi-VN" b="1" err="1">
                <a:solidFill>
                  <a:srgbClr val="0000E6"/>
                </a:solidFill>
                <a:latin typeface="Courier New"/>
                <a:cs typeface="Arial"/>
              </a:rPr>
              <a:t>sach</a:t>
            </a:r>
            <a:r>
              <a:rPr lang="vi-VN" b="1">
                <a:solidFill>
                  <a:srgbClr val="0000E6"/>
                </a:solidFill>
                <a:latin typeface="Courier New"/>
                <a:cs typeface="Arial"/>
              </a:rPr>
              <a:t>: </a:t>
            </a:r>
            <a:r>
              <a:rPr lang="vi-VN" b="1">
                <a:solidFill>
                  <a:srgbClr val="800000"/>
                </a:solidFill>
                <a:latin typeface="Courier New"/>
                <a:cs typeface="Arial"/>
              </a:rPr>
              <a:t>"</a:t>
            </a:r>
            <a:r>
              <a:rPr lang="vi-VN" b="1">
                <a:solidFill>
                  <a:srgbClr val="800080"/>
                </a:solidFill>
                <a:latin typeface="Courier New"/>
                <a:cs typeface="Arial"/>
              </a:rPr>
              <a:t>;</a:t>
            </a:r>
            <a:r>
              <a:rPr lang="vi-VN" b="1">
                <a:solidFill>
                  <a:srgbClr val="000000"/>
                </a:solidFill>
                <a:latin typeface="Courier New"/>
                <a:cs typeface="Arial"/>
              </a:rPr>
              <a:t> </a:t>
            </a:r>
            <a:endParaRPr lang="vi-VN" b="1">
              <a:solidFill>
                <a:srgbClr val="FFFFFF"/>
              </a:solidFill>
              <a:latin typeface="Courier New"/>
              <a:cs typeface="Arial"/>
            </a:endParaRPr>
          </a:p>
          <a:p>
            <a:r>
              <a:rPr lang="vi-VN" b="1">
                <a:solidFill>
                  <a:srgbClr val="603000"/>
                </a:solidFill>
                <a:latin typeface="Courier New"/>
                <a:cs typeface="Arial"/>
              </a:rPr>
              <a:t>    </a:t>
            </a:r>
            <a:r>
              <a:rPr lang="vi-VN" b="1" err="1">
                <a:solidFill>
                  <a:srgbClr val="603000"/>
                </a:solidFill>
                <a:latin typeface="Courier New"/>
                <a:cs typeface="Arial"/>
              </a:rPr>
              <a:t>cin</a:t>
            </a:r>
            <a:r>
              <a:rPr lang="vi-VN" b="1">
                <a:solidFill>
                  <a:srgbClr val="000000"/>
                </a:solidFill>
                <a:latin typeface="Courier New"/>
                <a:cs typeface="Arial"/>
              </a:rPr>
              <a:t> </a:t>
            </a:r>
            <a:r>
              <a:rPr lang="vi-VN" b="1">
                <a:solidFill>
                  <a:srgbClr val="808030"/>
                </a:solidFill>
                <a:latin typeface="Courier New"/>
                <a:cs typeface="Arial"/>
              </a:rPr>
              <a:t>&gt;&gt;</a:t>
            </a:r>
            <a:r>
              <a:rPr lang="vi-VN" b="1">
                <a:solidFill>
                  <a:srgbClr val="000000"/>
                </a:solidFill>
                <a:latin typeface="Courier New"/>
                <a:cs typeface="Arial"/>
              </a:rPr>
              <a:t> s</a:t>
            </a:r>
            <a:r>
              <a:rPr lang="vi-VN" b="1">
                <a:solidFill>
                  <a:srgbClr val="808030"/>
                </a:solidFill>
                <a:latin typeface="Courier New"/>
                <a:cs typeface="Arial"/>
              </a:rPr>
              <a:t>-&gt;</a:t>
            </a:r>
            <a:r>
              <a:rPr lang="vi-VN" b="1" err="1">
                <a:solidFill>
                  <a:srgbClr val="000000"/>
                </a:solidFill>
                <a:latin typeface="Courier New"/>
                <a:cs typeface="Arial"/>
              </a:rPr>
              <a:t>maSach</a:t>
            </a:r>
            <a:r>
              <a:rPr lang="vi-VN" b="1">
                <a:solidFill>
                  <a:srgbClr val="800080"/>
                </a:solidFill>
                <a:latin typeface="Courier New"/>
                <a:cs typeface="Arial"/>
              </a:rPr>
              <a:t>;</a:t>
            </a:r>
            <a:r>
              <a:rPr lang="vi-VN" b="1">
                <a:solidFill>
                  <a:srgbClr val="000000"/>
                </a:solidFill>
                <a:latin typeface="Courier New"/>
                <a:cs typeface="Arial"/>
              </a:rPr>
              <a:t> </a:t>
            </a:r>
            <a:endParaRPr lang="vi-VN" b="1">
              <a:solidFill>
                <a:srgbClr val="FFFFFF"/>
              </a:solidFill>
              <a:latin typeface="Courier New"/>
              <a:cs typeface="Arial"/>
            </a:endParaRPr>
          </a:p>
          <a:p>
            <a:r>
              <a:rPr lang="vi-VN" b="1">
                <a:solidFill>
                  <a:srgbClr val="000000"/>
                </a:solidFill>
                <a:latin typeface="Courier New"/>
                <a:cs typeface="Arial"/>
              </a:rPr>
              <a:t>    </a:t>
            </a:r>
            <a:r>
              <a:rPr lang="vi-VN" b="1" err="1">
                <a:solidFill>
                  <a:srgbClr val="000000"/>
                </a:solidFill>
                <a:latin typeface="Courier New"/>
                <a:cs typeface="Arial"/>
              </a:rPr>
              <a:t>getline</a:t>
            </a:r>
            <a:r>
              <a:rPr lang="vi-VN" b="1">
                <a:solidFill>
                  <a:srgbClr val="808030"/>
                </a:solidFill>
                <a:latin typeface="Courier New"/>
                <a:cs typeface="Arial"/>
              </a:rPr>
              <a:t>(</a:t>
            </a:r>
            <a:r>
              <a:rPr lang="vi-VN" b="1" err="1">
                <a:solidFill>
                  <a:srgbClr val="603000"/>
                </a:solidFill>
                <a:latin typeface="Courier New"/>
                <a:cs typeface="Arial"/>
              </a:rPr>
              <a:t>cin</a:t>
            </a:r>
            <a:r>
              <a:rPr lang="vi-VN" b="1">
                <a:solidFill>
                  <a:srgbClr val="808030"/>
                </a:solidFill>
                <a:latin typeface="Courier New"/>
                <a:cs typeface="Arial"/>
              </a:rPr>
              <a:t>,</a:t>
            </a:r>
            <a:r>
              <a:rPr lang="vi-VN" b="1">
                <a:solidFill>
                  <a:srgbClr val="000000"/>
                </a:solidFill>
                <a:latin typeface="Courier New"/>
                <a:cs typeface="Arial"/>
              </a:rPr>
              <a:t> s</a:t>
            </a:r>
            <a:r>
              <a:rPr lang="vi-VN" b="1">
                <a:solidFill>
                  <a:srgbClr val="808030"/>
                </a:solidFill>
                <a:latin typeface="Courier New"/>
                <a:cs typeface="Arial"/>
              </a:rPr>
              <a:t>-&gt;</a:t>
            </a:r>
            <a:r>
              <a:rPr lang="vi-VN" b="1" err="1">
                <a:solidFill>
                  <a:schemeClr val="tx1">
                    <a:lumMod val="95000"/>
                    <a:lumOff val="5000"/>
                  </a:schemeClr>
                </a:solidFill>
                <a:latin typeface="Courier New"/>
                <a:cs typeface="Arial"/>
              </a:rPr>
              <a:t>tenSach</a:t>
            </a:r>
            <a:r>
              <a:rPr lang="vi-VN" b="1">
                <a:solidFill>
                  <a:srgbClr val="808030"/>
                </a:solidFill>
                <a:latin typeface="Courier New"/>
                <a:cs typeface="Arial"/>
              </a:rPr>
              <a:t>)</a:t>
            </a:r>
            <a:r>
              <a:rPr lang="vi-VN" b="1">
                <a:solidFill>
                  <a:srgbClr val="800080"/>
                </a:solidFill>
                <a:latin typeface="Courier New"/>
                <a:cs typeface="Arial"/>
              </a:rPr>
              <a:t>;</a:t>
            </a:r>
            <a:endParaRPr lang="vi-VN" b="1">
              <a:solidFill>
                <a:srgbClr val="FFFFFF"/>
              </a:solidFill>
              <a:latin typeface="Courier New"/>
              <a:cs typeface="Arial"/>
            </a:endParaRPr>
          </a:p>
          <a:p>
            <a:r>
              <a:rPr lang="vi-VN" b="1">
                <a:solidFill>
                  <a:srgbClr val="000000"/>
                </a:solidFill>
                <a:latin typeface="Courier New"/>
                <a:cs typeface="Arial"/>
              </a:rPr>
              <a:t>    </a:t>
            </a:r>
            <a:r>
              <a:rPr lang="vi-VN" b="1" err="1">
                <a:solidFill>
                  <a:srgbClr val="000000"/>
                </a:solidFill>
                <a:latin typeface="Courier New"/>
                <a:cs typeface="Arial"/>
              </a:rPr>
              <a:t>getline</a:t>
            </a:r>
            <a:r>
              <a:rPr lang="vi-VN" b="1">
                <a:solidFill>
                  <a:srgbClr val="808030"/>
                </a:solidFill>
                <a:latin typeface="Courier New"/>
                <a:cs typeface="Arial"/>
              </a:rPr>
              <a:t>(</a:t>
            </a:r>
            <a:r>
              <a:rPr lang="vi-VN" b="1" err="1">
                <a:solidFill>
                  <a:srgbClr val="603000"/>
                </a:solidFill>
                <a:latin typeface="Courier New"/>
                <a:cs typeface="Arial"/>
              </a:rPr>
              <a:t>cin</a:t>
            </a:r>
            <a:r>
              <a:rPr lang="vi-VN" b="1">
                <a:solidFill>
                  <a:srgbClr val="808030"/>
                </a:solidFill>
                <a:latin typeface="Courier New"/>
                <a:cs typeface="Arial"/>
              </a:rPr>
              <a:t>,</a:t>
            </a:r>
            <a:r>
              <a:rPr lang="vi-VN" b="1">
                <a:solidFill>
                  <a:srgbClr val="000000"/>
                </a:solidFill>
                <a:latin typeface="Courier New"/>
                <a:cs typeface="Arial"/>
              </a:rPr>
              <a:t> s</a:t>
            </a:r>
            <a:r>
              <a:rPr lang="vi-VN" b="1">
                <a:solidFill>
                  <a:srgbClr val="808030"/>
                </a:solidFill>
                <a:latin typeface="Courier New"/>
                <a:cs typeface="Arial"/>
              </a:rPr>
              <a:t>-&gt;</a:t>
            </a:r>
            <a:r>
              <a:rPr lang="vi-VN" b="1" err="1">
                <a:solidFill>
                  <a:srgbClr val="000000"/>
                </a:solidFill>
                <a:latin typeface="Courier New"/>
                <a:cs typeface="Arial"/>
              </a:rPr>
              <a:t>tacGia</a:t>
            </a:r>
            <a:r>
              <a:rPr lang="vi-VN" b="1">
                <a:solidFill>
                  <a:srgbClr val="808030"/>
                </a:solidFill>
                <a:latin typeface="Courier New"/>
                <a:cs typeface="Arial"/>
              </a:rPr>
              <a:t>)</a:t>
            </a:r>
            <a:r>
              <a:rPr lang="vi-VN" b="1">
                <a:solidFill>
                  <a:srgbClr val="800080"/>
                </a:solidFill>
                <a:latin typeface="Courier New"/>
                <a:cs typeface="Arial"/>
              </a:rPr>
              <a:t>;</a:t>
            </a:r>
            <a:r>
              <a:rPr lang="vi-VN" b="1">
                <a:solidFill>
                  <a:srgbClr val="000000"/>
                </a:solidFill>
                <a:latin typeface="Courier New"/>
                <a:cs typeface="Arial"/>
              </a:rPr>
              <a:t> </a:t>
            </a:r>
            <a:endParaRPr lang="vi-VN" b="1">
              <a:solidFill>
                <a:srgbClr val="FFFFFF"/>
              </a:solidFill>
              <a:latin typeface="Courier New"/>
              <a:cs typeface="Arial"/>
            </a:endParaRPr>
          </a:p>
          <a:p>
            <a:r>
              <a:rPr lang="vi-VN" b="1">
                <a:solidFill>
                  <a:srgbClr val="000000"/>
                </a:solidFill>
                <a:latin typeface="Courier New"/>
                <a:cs typeface="Arial"/>
              </a:rPr>
              <a:t>    </a:t>
            </a:r>
            <a:r>
              <a:rPr lang="vi-VN" b="1" err="1">
                <a:solidFill>
                  <a:srgbClr val="000000"/>
                </a:solidFill>
                <a:latin typeface="Courier New"/>
                <a:cs typeface="Arial"/>
              </a:rPr>
              <a:t>getline</a:t>
            </a:r>
            <a:r>
              <a:rPr lang="vi-VN" b="1">
                <a:solidFill>
                  <a:srgbClr val="808030"/>
                </a:solidFill>
                <a:latin typeface="Courier New"/>
                <a:cs typeface="Arial"/>
              </a:rPr>
              <a:t>(</a:t>
            </a:r>
            <a:r>
              <a:rPr lang="vi-VN" b="1" err="1">
                <a:solidFill>
                  <a:srgbClr val="603000"/>
                </a:solidFill>
                <a:latin typeface="Courier New"/>
                <a:cs typeface="Arial"/>
              </a:rPr>
              <a:t>cin</a:t>
            </a:r>
            <a:r>
              <a:rPr lang="vi-VN" b="1">
                <a:solidFill>
                  <a:srgbClr val="808030"/>
                </a:solidFill>
                <a:latin typeface="Courier New"/>
                <a:cs typeface="Arial"/>
              </a:rPr>
              <a:t>,</a:t>
            </a:r>
            <a:r>
              <a:rPr lang="vi-VN" b="1">
                <a:solidFill>
                  <a:srgbClr val="000000"/>
                </a:solidFill>
                <a:latin typeface="Courier New"/>
                <a:cs typeface="Arial"/>
              </a:rPr>
              <a:t> s</a:t>
            </a:r>
            <a:r>
              <a:rPr lang="vi-VN" b="1">
                <a:solidFill>
                  <a:srgbClr val="808030"/>
                </a:solidFill>
                <a:latin typeface="Courier New"/>
                <a:cs typeface="Arial"/>
              </a:rPr>
              <a:t>-&gt;</a:t>
            </a:r>
            <a:r>
              <a:rPr lang="vi-VN" b="1" err="1">
                <a:solidFill>
                  <a:srgbClr val="000000"/>
                </a:solidFill>
                <a:latin typeface="Courier New"/>
                <a:cs typeface="Arial"/>
              </a:rPr>
              <a:t>theLoai</a:t>
            </a:r>
            <a:r>
              <a:rPr lang="vi-VN" b="1">
                <a:solidFill>
                  <a:srgbClr val="808030"/>
                </a:solidFill>
                <a:latin typeface="Courier New"/>
                <a:cs typeface="Arial"/>
              </a:rPr>
              <a:t>)</a:t>
            </a:r>
            <a:r>
              <a:rPr lang="vi-VN" b="1">
                <a:solidFill>
                  <a:srgbClr val="800080"/>
                </a:solidFill>
                <a:latin typeface="Courier New"/>
                <a:cs typeface="Arial"/>
              </a:rPr>
              <a:t>;</a:t>
            </a:r>
            <a:r>
              <a:rPr lang="vi-VN" b="1">
                <a:solidFill>
                  <a:srgbClr val="000000"/>
                </a:solidFill>
                <a:latin typeface="Courier New"/>
                <a:cs typeface="Arial"/>
              </a:rPr>
              <a:t> </a:t>
            </a:r>
            <a:endParaRPr lang="vi-VN" b="1">
              <a:solidFill>
                <a:srgbClr val="FFFFFF"/>
              </a:solidFill>
              <a:latin typeface="Courier New"/>
              <a:cs typeface="Arial"/>
            </a:endParaRPr>
          </a:p>
          <a:p>
            <a:r>
              <a:rPr lang="vi-VN" b="1">
                <a:solidFill>
                  <a:srgbClr val="000000"/>
                </a:solidFill>
                <a:latin typeface="Courier New"/>
                <a:cs typeface="Arial"/>
              </a:rPr>
              <a:t>    s</a:t>
            </a:r>
            <a:r>
              <a:rPr lang="vi-VN" b="1">
                <a:solidFill>
                  <a:srgbClr val="808030"/>
                </a:solidFill>
                <a:latin typeface="Courier New"/>
                <a:cs typeface="Arial"/>
              </a:rPr>
              <a:t>-&gt;</a:t>
            </a:r>
            <a:r>
              <a:rPr lang="vi-VN" b="1" err="1">
                <a:solidFill>
                  <a:srgbClr val="000000"/>
                </a:solidFill>
                <a:latin typeface="Courier New"/>
                <a:cs typeface="Arial"/>
              </a:rPr>
              <a:t>next</a:t>
            </a:r>
            <a:r>
              <a:rPr lang="vi-VN" b="1">
                <a:solidFill>
                  <a:srgbClr val="000000"/>
                </a:solidFill>
                <a:latin typeface="Courier New"/>
                <a:cs typeface="Arial"/>
              </a:rPr>
              <a:t> </a:t>
            </a:r>
            <a:r>
              <a:rPr lang="vi-VN" b="1">
                <a:solidFill>
                  <a:srgbClr val="808030"/>
                </a:solidFill>
                <a:latin typeface="Courier New"/>
                <a:cs typeface="Arial"/>
              </a:rPr>
              <a:t>=</a:t>
            </a:r>
            <a:r>
              <a:rPr lang="vi-VN" b="1">
                <a:solidFill>
                  <a:srgbClr val="000000"/>
                </a:solidFill>
                <a:latin typeface="Courier New"/>
                <a:cs typeface="Arial"/>
              </a:rPr>
              <a:t> </a:t>
            </a:r>
            <a:r>
              <a:rPr lang="vi-VN" b="1">
                <a:solidFill>
                  <a:srgbClr val="7D0045"/>
                </a:solidFill>
                <a:latin typeface="Courier New"/>
                <a:cs typeface="Arial"/>
              </a:rPr>
              <a:t>NULL</a:t>
            </a:r>
            <a:r>
              <a:rPr lang="vi-VN" b="1">
                <a:solidFill>
                  <a:srgbClr val="800080"/>
                </a:solidFill>
                <a:latin typeface="Courier New"/>
                <a:cs typeface="Arial"/>
              </a:rPr>
              <a:t>;</a:t>
            </a:r>
            <a:r>
              <a:rPr lang="vi-VN" b="1">
                <a:solidFill>
                  <a:srgbClr val="000000"/>
                </a:solidFill>
                <a:latin typeface="Courier New"/>
                <a:cs typeface="Arial"/>
              </a:rPr>
              <a:t> </a:t>
            </a:r>
            <a:endParaRPr lang="vi-VN" b="1">
              <a:solidFill>
                <a:srgbClr val="FFFFFF"/>
              </a:solidFill>
              <a:latin typeface="Courier New"/>
              <a:cs typeface="Arial"/>
            </a:endParaRPr>
          </a:p>
          <a:p>
            <a:r>
              <a:rPr lang="vi-VN" b="1">
                <a:solidFill>
                  <a:srgbClr val="800000"/>
                </a:solidFill>
                <a:latin typeface="Courier New"/>
                <a:cs typeface="Arial"/>
              </a:rPr>
              <a:t>    </a:t>
            </a:r>
            <a:r>
              <a:rPr lang="vi-VN" b="1" err="1">
                <a:solidFill>
                  <a:srgbClr val="800000"/>
                </a:solidFill>
                <a:latin typeface="Courier New"/>
                <a:cs typeface="Arial"/>
              </a:rPr>
              <a:t>if</a:t>
            </a:r>
            <a:r>
              <a:rPr lang="vi-VN" b="1">
                <a:solidFill>
                  <a:srgbClr val="000000"/>
                </a:solidFill>
                <a:latin typeface="Courier New"/>
                <a:cs typeface="Arial"/>
              </a:rPr>
              <a:t> </a:t>
            </a:r>
            <a:r>
              <a:rPr lang="vi-VN" b="1">
                <a:solidFill>
                  <a:srgbClr val="808030"/>
                </a:solidFill>
                <a:latin typeface="Courier New"/>
                <a:cs typeface="Arial"/>
              </a:rPr>
              <a:t>(!</a:t>
            </a:r>
            <a:r>
              <a:rPr lang="vi-VN" b="1" err="1">
                <a:solidFill>
                  <a:srgbClr val="000000"/>
                </a:solidFill>
                <a:latin typeface="Courier New"/>
                <a:cs typeface="Arial"/>
              </a:rPr>
              <a:t>head</a:t>
            </a:r>
            <a:r>
              <a:rPr lang="vi-VN" b="1">
                <a:solidFill>
                  <a:srgbClr val="808030"/>
                </a:solidFill>
                <a:latin typeface="Courier New"/>
                <a:cs typeface="Arial"/>
              </a:rPr>
              <a:t>)</a:t>
            </a:r>
            <a:r>
              <a:rPr lang="vi-VN" b="1">
                <a:solidFill>
                  <a:srgbClr val="000000"/>
                </a:solidFill>
                <a:latin typeface="Courier New"/>
                <a:cs typeface="Arial"/>
              </a:rPr>
              <a:t> </a:t>
            </a:r>
            <a:r>
              <a:rPr lang="vi-VN" b="1" err="1">
                <a:solidFill>
                  <a:srgbClr val="000000"/>
                </a:solidFill>
                <a:latin typeface="Courier New"/>
                <a:cs typeface="Arial"/>
              </a:rPr>
              <a:t>head</a:t>
            </a:r>
            <a:r>
              <a:rPr lang="vi-VN" b="1">
                <a:solidFill>
                  <a:srgbClr val="000000"/>
                </a:solidFill>
                <a:latin typeface="Courier New"/>
                <a:cs typeface="Arial"/>
              </a:rPr>
              <a:t> </a:t>
            </a:r>
            <a:r>
              <a:rPr lang="vi-VN" b="1">
                <a:solidFill>
                  <a:srgbClr val="808030"/>
                </a:solidFill>
                <a:latin typeface="Courier New"/>
                <a:cs typeface="Arial"/>
              </a:rPr>
              <a:t>=</a:t>
            </a:r>
            <a:r>
              <a:rPr lang="vi-VN" b="1">
                <a:solidFill>
                  <a:srgbClr val="000000"/>
                </a:solidFill>
                <a:latin typeface="Courier New"/>
                <a:cs typeface="Arial"/>
              </a:rPr>
              <a:t> s</a:t>
            </a:r>
            <a:r>
              <a:rPr lang="vi-VN" b="1">
                <a:solidFill>
                  <a:srgbClr val="800080"/>
                </a:solidFill>
                <a:latin typeface="Courier New"/>
                <a:cs typeface="Arial"/>
              </a:rPr>
              <a:t>;</a:t>
            </a:r>
            <a:r>
              <a:rPr lang="vi-VN" b="1">
                <a:solidFill>
                  <a:srgbClr val="000000"/>
                </a:solidFill>
                <a:latin typeface="Courier New"/>
                <a:cs typeface="Arial"/>
              </a:rPr>
              <a:t> </a:t>
            </a:r>
            <a:endParaRPr lang="vi-VN" b="1">
              <a:solidFill>
                <a:srgbClr val="FFFFFF"/>
              </a:solidFill>
              <a:latin typeface="Courier New"/>
              <a:cs typeface="Arial"/>
            </a:endParaRPr>
          </a:p>
          <a:p>
            <a:r>
              <a:rPr lang="vi-VN" b="1">
                <a:solidFill>
                  <a:srgbClr val="800000"/>
                </a:solidFill>
                <a:latin typeface="Courier New"/>
                <a:cs typeface="Arial"/>
              </a:rPr>
              <a:t>   </a:t>
            </a:r>
            <a:r>
              <a:rPr lang="vi-VN" b="1" err="1">
                <a:solidFill>
                  <a:srgbClr val="800000"/>
                </a:solidFill>
                <a:latin typeface="Courier New"/>
                <a:cs typeface="Arial"/>
              </a:rPr>
              <a:t>else</a:t>
            </a:r>
            <a:r>
              <a:rPr lang="vi-VN" b="1">
                <a:solidFill>
                  <a:srgbClr val="000000"/>
                </a:solidFill>
                <a:latin typeface="Courier New"/>
                <a:cs typeface="Arial"/>
              </a:rPr>
              <a:t> </a:t>
            </a:r>
            <a:r>
              <a:rPr lang="vi-VN" b="1">
                <a:solidFill>
                  <a:srgbClr val="800080"/>
                </a:solidFill>
                <a:latin typeface="Courier New"/>
                <a:cs typeface="Arial"/>
              </a:rPr>
              <a:t>{</a:t>
            </a:r>
            <a:r>
              <a:rPr lang="vi-VN" b="1">
                <a:solidFill>
                  <a:srgbClr val="000000"/>
                </a:solidFill>
                <a:latin typeface="Courier New"/>
                <a:cs typeface="Arial"/>
              </a:rPr>
              <a:t> </a:t>
            </a:r>
            <a:r>
              <a:rPr lang="vi-VN" b="1" err="1">
                <a:solidFill>
                  <a:srgbClr val="000000"/>
                </a:solidFill>
                <a:latin typeface="Courier New"/>
                <a:cs typeface="Arial"/>
              </a:rPr>
              <a:t>Sach</a:t>
            </a:r>
            <a:r>
              <a:rPr lang="vi-VN" b="1">
                <a:solidFill>
                  <a:srgbClr val="808030"/>
                </a:solidFill>
                <a:latin typeface="Courier New"/>
                <a:cs typeface="Arial"/>
              </a:rPr>
              <a:t>*</a:t>
            </a:r>
            <a:r>
              <a:rPr lang="vi-VN" b="1">
                <a:solidFill>
                  <a:srgbClr val="000000"/>
                </a:solidFill>
                <a:latin typeface="Courier New"/>
                <a:cs typeface="Arial"/>
              </a:rPr>
              <a:t> p </a:t>
            </a:r>
            <a:r>
              <a:rPr lang="vi-VN" b="1">
                <a:solidFill>
                  <a:srgbClr val="808030"/>
                </a:solidFill>
                <a:latin typeface="Courier New"/>
                <a:cs typeface="Arial"/>
              </a:rPr>
              <a:t>=</a:t>
            </a:r>
            <a:r>
              <a:rPr lang="vi-VN" b="1">
                <a:solidFill>
                  <a:srgbClr val="000000"/>
                </a:solidFill>
                <a:latin typeface="Courier New"/>
                <a:cs typeface="Arial"/>
              </a:rPr>
              <a:t> </a:t>
            </a:r>
            <a:r>
              <a:rPr lang="vi-VN" b="1" err="1">
                <a:solidFill>
                  <a:srgbClr val="000000"/>
                </a:solidFill>
                <a:latin typeface="Courier New"/>
                <a:cs typeface="Arial"/>
              </a:rPr>
              <a:t>head</a:t>
            </a:r>
            <a:r>
              <a:rPr lang="vi-VN" b="1" err="1">
                <a:solidFill>
                  <a:srgbClr val="800080"/>
                </a:solidFill>
                <a:latin typeface="Courier New"/>
                <a:cs typeface="Arial"/>
              </a:rPr>
              <a:t>;</a:t>
            </a:r>
            <a:r>
              <a:rPr lang="vi-VN" b="1" err="1">
                <a:solidFill>
                  <a:srgbClr val="800000"/>
                </a:solidFill>
                <a:latin typeface="Courier New"/>
                <a:cs typeface="Arial"/>
              </a:rPr>
              <a:t>while</a:t>
            </a:r>
            <a:r>
              <a:rPr lang="vi-VN" b="1">
                <a:solidFill>
                  <a:srgbClr val="808030"/>
                </a:solidFill>
                <a:latin typeface="Courier New"/>
                <a:cs typeface="Arial"/>
              </a:rPr>
              <a:t>(</a:t>
            </a:r>
            <a:r>
              <a:rPr lang="vi-VN" b="1">
                <a:solidFill>
                  <a:srgbClr val="000000"/>
                </a:solidFill>
                <a:latin typeface="Courier New"/>
                <a:cs typeface="Arial"/>
              </a:rPr>
              <a:t>p</a:t>
            </a:r>
            <a:r>
              <a:rPr lang="vi-VN" b="1">
                <a:solidFill>
                  <a:srgbClr val="808030"/>
                </a:solidFill>
                <a:latin typeface="Courier New"/>
                <a:cs typeface="Arial"/>
              </a:rPr>
              <a:t>-&gt;</a:t>
            </a:r>
            <a:r>
              <a:rPr lang="vi-VN" b="1" err="1">
                <a:solidFill>
                  <a:srgbClr val="000000"/>
                </a:solidFill>
                <a:latin typeface="Courier New"/>
                <a:cs typeface="Arial"/>
              </a:rPr>
              <a:t>next</a:t>
            </a:r>
            <a:r>
              <a:rPr lang="vi-VN" b="1">
                <a:solidFill>
                  <a:srgbClr val="808030"/>
                </a:solidFill>
                <a:latin typeface="Courier New"/>
                <a:cs typeface="Arial"/>
              </a:rPr>
              <a:t>)</a:t>
            </a:r>
            <a:r>
              <a:rPr lang="vi-VN" b="1">
                <a:solidFill>
                  <a:srgbClr val="000000"/>
                </a:solidFill>
                <a:latin typeface="Courier New"/>
                <a:cs typeface="Arial"/>
              </a:rPr>
              <a:t> p</a:t>
            </a:r>
            <a:r>
              <a:rPr lang="vi-VN" b="1">
                <a:solidFill>
                  <a:srgbClr val="808030"/>
                </a:solidFill>
                <a:latin typeface="Courier New"/>
                <a:cs typeface="Arial"/>
              </a:rPr>
              <a:t>=</a:t>
            </a:r>
            <a:r>
              <a:rPr lang="vi-VN" b="1">
                <a:solidFill>
                  <a:srgbClr val="000000"/>
                </a:solidFill>
                <a:latin typeface="Courier New"/>
                <a:cs typeface="Arial"/>
              </a:rPr>
              <a:t>p</a:t>
            </a:r>
            <a:r>
              <a:rPr lang="vi-VN" b="1">
                <a:solidFill>
                  <a:srgbClr val="808030"/>
                </a:solidFill>
                <a:latin typeface="Courier New"/>
                <a:cs typeface="Arial"/>
              </a:rPr>
              <a:t>-&gt;</a:t>
            </a:r>
            <a:r>
              <a:rPr lang="vi-VN" b="1" err="1">
                <a:solidFill>
                  <a:srgbClr val="000000"/>
                </a:solidFill>
                <a:latin typeface="Courier New"/>
                <a:cs typeface="Arial"/>
              </a:rPr>
              <a:t>next</a:t>
            </a:r>
            <a:r>
              <a:rPr lang="vi-VN" b="1" err="1">
                <a:solidFill>
                  <a:srgbClr val="800080"/>
                </a:solidFill>
                <a:latin typeface="Courier New"/>
                <a:cs typeface="Arial"/>
              </a:rPr>
              <a:t>;</a:t>
            </a:r>
            <a:r>
              <a:rPr lang="vi-VN" b="1" err="1">
                <a:solidFill>
                  <a:srgbClr val="000000"/>
                </a:solidFill>
                <a:latin typeface="Courier New"/>
                <a:cs typeface="Arial"/>
              </a:rPr>
              <a:t>p</a:t>
            </a:r>
            <a:r>
              <a:rPr lang="vi-VN" b="1">
                <a:solidFill>
                  <a:srgbClr val="808030"/>
                </a:solidFill>
                <a:latin typeface="Courier New"/>
                <a:cs typeface="Arial"/>
              </a:rPr>
              <a:t>-&gt;</a:t>
            </a:r>
            <a:r>
              <a:rPr lang="vi-VN" b="1" err="1">
                <a:solidFill>
                  <a:srgbClr val="000000"/>
                </a:solidFill>
                <a:latin typeface="Courier New"/>
                <a:cs typeface="Arial"/>
              </a:rPr>
              <a:t>next</a:t>
            </a:r>
            <a:r>
              <a:rPr lang="vi-VN" b="1">
                <a:solidFill>
                  <a:srgbClr val="000000"/>
                </a:solidFill>
                <a:latin typeface="Courier New"/>
                <a:cs typeface="Arial"/>
              </a:rPr>
              <a:t> </a:t>
            </a:r>
            <a:r>
              <a:rPr lang="vi-VN" b="1">
                <a:solidFill>
                  <a:srgbClr val="808030"/>
                </a:solidFill>
                <a:latin typeface="Courier New"/>
                <a:cs typeface="Arial"/>
              </a:rPr>
              <a:t>=</a:t>
            </a:r>
            <a:r>
              <a:rPr lang="vi-VN" b="1">
                <a:solidFill>
                  <a:srgbClr val="000000"/>
                </a:solidFill>
                <a:latin typeface="Courier New"/>
                <a:cs typeface="Arial"/>
              </a:rPr>
              <a:t> s</a:t>
            </a:r>
            <a:r>
              <a:rPr lang="vi-VN" b="1">
                <a:solidFill>
                  <a:srgbClr val="800080"/>
                </a:solidFill>
                <a:latin typeface="Courier New"/>
                <a:cs typeface="Arial"/>
              </a:rPr>
              <a:t>;}</a:t>
            </a:r>
            <a:br>
              <a:rPr lang="vi-VN" b="1">
                <a:latin typeface="Courier New"/>
                <a:cs typeface="Arial"/>
              </a:rPr>
            </a:br>
            <a:r>
              <a:rPr lang="vi-VN" b="1">
                <a:solidFill>
                  <a:schemeClr val="tx1"/>
                </a:solidFill>
                <a:latin typeface="Courier New"/>
                <a:cs typeface="Courier New"/>
              </a:rPr>
              <a:t>  </a:t>
            </a:r>
            <a:r>
              <a:rPr lang="vi-VN" b="1" err="1">
                <a:solidFill>
                  <a:srgbClr val="603000"/>
                </a:solidFill>
                <a:latin typeface="Courier New"/>
                <a:cs typeface="Courier New"/>
              </a:rPr>
              <a:t>cout</a:t>
            </a:r>
            <a:r>
              <a:rPr lang="vi-VN" b="1">
                <a:solidFill>
                  <a:schemeClr val="tx1"/>
                </a:solidFill>
                <a:latin typeface="Courier New"/>
                <a:cs typeface="Courier New"/>
              </a:rPr>
              <a:t> &lt;&lt; "</a:t>
            </a:r>
            <a:r>
              <a:rPr lang="vi-VN" b="1">
                <a:solidFill>
                  <a:srgbClr val="0000E6"/>
                </a:solidFill>
                <a:latin typeface="Courier New"/>
                <a:cs typeface="Courier New"/>
              </a:rPr>
              <a:t>Da </a:t>
            </a:r>
            <a:r>
              <a:rPr lang="vi-VN" b="1" err="1">
                <a:solidFill>
                  <a:srgbClr val="0000E6"/>
                </a:solidFill>
                <a:latin typeface="Courier New"/>
                <a:cs typeface="Courier New"/>
              </a:rPr>
              <a:t>them</a:t>
            </a:r>
            <a:r>
              <a:rPr lang="vi-VN" b="1">
                <a:solidFill>
                  <a:srgbClr val="0000E6"/>
                </a:solidFill>
                <a:latin typeface="Courier New"/>
                <a:cs typeface="Courier New"/>
              </a:rPr>
              <a:t> </a:t>
            </a:r>
            <a:r>
              <a:rPr lang="vi-VN" b="1" err="1">
                <a:solidFill>
                  <a:srgbClr val="0000E6"/>
                </a:solidFill>
                <a:latin typeface="Courier New"/>
                <a:cs typeface="Courier New"/>
              </a:rPr>
              <a:t>sach</a:t>
            </a:r>
            <a:r>
              <a:rPr lang="vi-VN" b="1">
                <a:solidFill>
                  <a:srgbClr val="0000E6"/>
                </a:solidFill>
                <a:latin typeface="Courier New"/>
                <a:cs typeface="Courier New"/>
              </a:rPr>
              <a:t> thanh cong!</a:t>
            </a:r>
            <a:r>
              <a:rPr lang="vi-VN" b="1">
                <a:solidFill>
                  <a:schemeClr val="tx1"/>
                </a:solidFill>
                <a:latin typeface="Courier New"/>
                <a:cs typeface="Courier New"/>
              </a:rPr>
              <a:t>\n";</a:t>
            </a:r>
            <a:endParaRPr lang="vi-VN" b="1">
              <a:solidFill>
                <a:schemeClr val="tx1"/>
              </a:solidFill>
              <a:latin typeface="Courier New"/>
              <a:cs typeface="Arial"/>
            </a:endParaRPr>
          </a:p>
          <a:p>
            <a:r>
              <a:rPr lang="vi-VN" b="1">
                <a:solidFill>
                  <a:srgbClr val="800080"/>
                </a:solidFill>
                <a:latin typeface="Courier New"/>
                <a:cs typeface="Arial"/>
              </a:rPr>
              <a:t>}</a:t>
            </a:r>
          </a:p>
        </p:txBody>
      </p:sp>
      <p:sp>
        <p:nvSpPr>
          <p:cNvPr id="5" name="Hình chữ nhật 4">
            <a:extLst>
              <a:ext uri="{FF2B5EF4-FFF2-40B4-BE49-F238E27FC236}">
                <a16:creationId xmlns:a16="http://schemas.microsoft.com/office/drawing/2014/main" id="{91E58C4E-D400-F7B0-693C-DDFC88C58679}"/>
              </a:ext>
            </a:extLst>
          </p:cNvPr>
          <p:cNvSpPr/>
          <p:nvPr/>
        </p:nvSpPr>
        <p:spPr>
          <a:xfrm>
            <a:off x="12157" y="1126117"/>
            <a:ext cx="12173597" cy="1750814"/>
          </a:xfrm>
          <a:prstGeom prst="rect">
            <a:avLst/>
          </a:prstGeom>
          <a:solidFill>
            <a:schemeClr val="bg1">
              <a:lumMod val="85000"/>
            </a:schemeClr>
          </a:solidFill>
          <a:ln>
            <a:solidFill>
              <a:srgbClr val="29176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endParaRPr lang="vi-VN" sz="2000">
              <a:solidFill>
                <a:schemeClr val="tx1"/>
              </a:solidFill>
              <a:latin typeface="Open Sans"/>
              <a:ea typeface="Open Sans"/>
              <a:cs typeface="Arial"/>
            </a:endParaRPr>
          </a:p>
          <a:p>
            <a:pPr marL="342900" indent="-342900">
              <a:buFont typeface="Arial"/>
              <a:buChar char="•"/>
            </a:pPr>
            <a:r>
              <a:rPr lang="vi-VN" sz="2000" b="1">
                <a:solidFill>
                  <a:schemeClr val="tx1"/>
                </a:solidFill>
                <a:latin typeface="Open Sans"/>
                <a:ea typeface="Open Sans"/>
                <a:cs typeface="Arial"/>
              </a:rPr>
              <a:t>Chức Năng: </a:t>
            </a:r>
            <a:r>
              <a:rPr lang="vi-VN" sz="2000">
                <a:solidFill>
                  <a:schemeClr val="tx1"/>
                </a:solidFill>
                <a:latin typeface="Open Sans"/>
                <a:ea typeface="Open Sans"/>
                <a:cs typeface="Arial"/>
              </a:rPr>
              <a:t>Hàm </a:t>
            </a:r>
            <a:r>
              <a:rPr lang="vi-VN" sz="2000" b="1">
                <a:solidFill>
                  <a:schemeClr val="tx1"/>
                </a:solidFill>
                <a:latin typeface="Open Sans"/>
                <a:ea typeface="Open Sans"/>
                <a:cs typeface="Arial"/>
              </a:rPr>
              <a:t>themSach() </a:t>
            </a:r>
            <a:r>
              <a:rPr lang="vi-VN" sz="2000">
                <a:solidFill>
                  <a:schemeClr val="tx1"/>
                </a:solidFill>
                <a:latin typeface="Open Sans"/>
                <a:ea typeface="Open Sans"/>
                <a:cs typeface="Arial"/>
              </a:rPr>
              <a:t>thêm một cuốn sách mới vào danh sách liên kết đơn </a:t>
            </a:r>
            <a:r>
              <a:rPr lang="vi" sz="2000">
                <a:solidFill>
                  <a:schemeClr val="tx1"/>
                </a:solidFill>
                <a:latin typeface="Open Sans"/>
                <a:ea typeface="Open Sans"/>
                <a:cs typeface="Times New Roman"/>
              </a:rPr>
              <a:t>trong </a:t>
            </a:r>
            <a:br>
              <a:rPr lang="vi" sz="2000">
                <a:solidFill>
                  <a:schemeClr val="tx1"/>
                </a:solidFill>
                <a:latin typeface="Open Sans"/>
                <a:ea typeface="Open Sans"/>
                <a:cs typeface="Times New Roman"/>
              </a:rPr>
            </a:br>
            <a:r>
              <a:rPr lang="vi" sz="2000">
                <a:solidFill>
                  <a:schemeClr val="tx1"/>
                </a:solidFill>
                <a:latin typeface="Open Sans"/>
                <a:ea typeface="Open Sans"/>
                <a:cs typeface="Times New Roman"/>
              </a:rPr>
              <a:t>hệ thống quản lý sách</a:t>
            </a:r>
            <a:r>
              <a:rPr lang="vi-VN" sz="2000">
                <a:solidFill>
                  <a:schemeClr val="tx1"/>
                </a:solidFill>
                <a:latin typeface="Open Sans"/>
                <a:ea typeface="Open Sans"/>
                <a:cs typeface="Arial"/>
              </a:rPr>
              <a:t>.</a:t>
            </a:r>
            <a:endParaRPr lang="vi-VN" sz="2000">
              <a:solidFill>
                <a:schemeClr val="tx1"/>
              </a:solidFill>
              <a:latin typeface="Open Sans"/>
              <a:ea typeface="Open Sans"/>
              <a:cs typeface="Arial" panose="020B0604020202020204" pitchFamily="34" charset="0"/>
            </a:endParaRPr>
          </a:p>
          <a:p>
            <a:pPr marL="342900" indent="-342900">
              <a:buFont typeface="Arial"/>
              <a:buChar char="•"/>
            </a:pPr>
            <a:r>
              <a:rPr lang="vi-VN" sz="2000" b="1">
                <a:solidFill>
                  <a:schemeClr val="tx1"/>
                </a:solidFill>
                <a:latin typeface="Open Sans"/>
                <a:ea typeface="+mn-lt"/>
                <a:cs typeface="Arial"/>
              </a:rPr>
              <a:t>Cách hoạt động:</a:t>
            </a:r>
            <a:r>
              <a:rPr lang="vi-VN" sz="2000">
                <a:solidFill>
                  <a:schemeClr val="tx1"/>
                </a:solidFill>
                <a:latin typeface="Open Sans"/>
                <a:ea typeface="+mn-lt"/>
                <a:cs typeface="Arial"/>
              </a:rPr>
              <a:t> Cấp phát động </a:t>
            </a:r>
            <a:r>
              <a:rPr lang="vi-VN" sz="2000" err="1">
                <a:solidFill>
                  <a:schemeClr val="tx1"/>
                </a:solidFill>
                <a:latin typeface="Open Sans"/>
                <a:ea typeface="+mn-lt"/>
                <a:cs typeface="Arial"/>
              </a:rPr>
              <a:t>node</a:t>
            </a:r>
            <a:r>
              <a:rPr lang="vi-VN" sz="2000">
                <a:solidFill>
                  <a:schemeClr val="tx1"/>
                </a:solidFill>
                <a:latin typeface="Open Sans"/>
                <a:ea typeface="+mn-lt"/>
                <a:cs typeface="Arial"/>
              </a:rPr>
              <a:t> sách mới → nhập thông tin → nối vào cuối danh sách.</a:t>
            </a:r>
          </a:p>
        </p:txBody>
      </p:sp>
    </p:spTree>
    <p:extLst>
      <p:ext uri="{BB962C8B-B14F-4D97-AF65-F5344CB8AC3E}">
        <p14:creationId xmlns:p14="http://schemas.microsoft.com/office/powerpoint/2010/main" val="6656554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a:extLst>
            <a:ext uri="{FF2B5EF4-FFF2-40B4-BE49-F238E27FC236}">
              <a16:creationId xmlns:a16="http://schemas.microsoft.com/office/drawing/2014/main" id="{E1277F86-B779-DC4B-0D90-5861FA24C4FB}"/>
            </a:ext>
          </a:extLst>
        </p:cNvPr>
        <p:cNvGrpSpPr/>
        <p:nvPr/>
      </p:nvGrpSpPr>
      <p:grpSpPr>
        <a:xfrm>
          <a:off x="0" y="0"/>
          <a:ext cx="0" cy="0"/>
          <a:chOff x="0" y="0"/>
          <a:chExt cx="0" cy="0"/>
        </a:xfrm>
      </p:grpSpPr>
      <p:sp>
        <p:nvSpPr>
          <p:cNvPr id="2" name="Tiêu đề 1">
            <a:extLst>
              <a:ext uri="{FF2B5EF4-FFF2-40B4-BE49-F238E27FC236}">
                <a16:creationId xmlns:a16="http://schemas.microsoft.com/office/drawing/2014/main" id="{CE65FB15-C5A3-367B-DDFA-151A9C9E064C}"/>
              </a:ext>
            </a:extLst>
          </p:cNvPr>
          <p:cNvSpPr>
            <a:spLocks noGrp="1"/>
          </p:cNvSpPr>
          <p:nvPr>
            <p:ph type="title"/>
          </p:nvPr>
        </p:nvSpPr>
        <p:spPr>
          <a:xfrm>
            <a:off x="1168879" y="489387"/>
            <a:ext cx="9851572" cy="628878"/>
          </a:xfrm>
        </p:spPr>
        <p:txBody>
          <a:bodyPr>
            <a:normAutofit fontScale="90000"/>
          </a:bodyPr>
          <a:lstStyle/>
          <a:p>
            <a:pPr algn="ctr"/>
            <a:r>
              <a:rPr lang="vi-VN" b="1">
                <a:solidFill>
                  <a:srgbClr val="FFC000"/>
                </a:solidFill>
                <a:latin typeface="Segoe UI"/>
                <a:cs typeface="Times New Roman"/>
              </a:rPr>
              <a:t>HÀM HIỂN THỊ SÁCH</a:t>
            </a:r>
            <a:endParaRPr lang="vi-VN" b="1">
              <a:solidFill>
                <a:srgbClr val="FFC000"/>
              </a:solidFill>
              <a:latin typeface="Segoe UI"/>
              <a:cs typeface="Times New Roman" panose="02020603050405020304" pitchFamily="18" charset="0"/>
            </a:endParaRPr>
          </a:p>
        </p:txBody>
      </p:sp>
      <p:sp>
        <p:nvSpPr>
          <p:cNvPr id="4" name="Hình chữ nhật 3">
            <a:extLst>
              <a:ext uri="{FF2B5EF4-FFF2-40B4-BE49-F238E27FC236}">
                <a16:creationId xmlns:a16="http://schemas.microsoft.com/office/drawing/2014/main" id="{B9A6E18B-9FB1-7846-D740-B3256A7E2ADC}"/>
              </a:ext>
            </a:extLst>
          </p:cNvPr>
          <p:cNvSpPr/>
          <p:nvPr/>
        </p:nvSpPr>
        <p:spPr>
          <a:xfrm>
            <a:off x="3166" y="2752815"/>
            <a:ext cx="12175572" cy="4086129"/>
          </a:xfrm>
          <a:prstGeom prst="rect">
            <a:avLst/>
          </a:prstGeom>
          <a:solidFill>
            <a:schemeClr val="bg1">
              <a:lumMod val="85000"/>
            </a:schemeClr>
          </a:solidFill>
          <a:ln>
            <a:solidFill>
              <a:srgbClr val="29176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vi-VN" sz="1600" b="1" err="1">
                <a:solidFill>
                  <a:srgbClr val="800000"/>
                </a:solidFill>
                <a:latin typeface="Courier New"/>
                <a:ea typeface="+mn-lt"/>
                <a:cs typeface="Arial"/>
              </a:rPr>
              <a:t>void</a:t>
            </a:r>
            <a:r>
              <a:rPr lang="vi-VN" sz="1600" b="1">
                <a:solidFill>
                  <a:schemeClr val="tx1"/>
                </a:solidFill>
                <a:latin typeface="Courier New"/>
                <a:ea typeface="+mn-lt"/>
                <a:cs typeface="Arial"/>
              </a:rPr>
              <a:t> </a:t>
            </a:r>
            <a:r>
              <a:rPr lang="vi-VN" sz="1600" b="1" err="1">
                <a:solidFill>
                  <a:schemeClr val="tx1"/>
                </a:solidFill>
                <a:latin typeface="Courier New"/>
                <a:ea typeface="+mn-lt"/>
                <a:cs typeface="Arial"/>
              </a:rPr>
              <a:t>QuanLySach</a:t>
            </a:r>
            <a:r>
              <a:rPr lang="vi-VN" sz="1600" b="1">
                <a:solidFill>
                  <a:srgbClr val="800080"/>
                </a:solidFill>
                <a:latin typeface="Courier New"/>
                <a:ea typeface="+mn-lt"/>
                <a:cs typeface="Arial"/>
              </a:rPr>
              <a:t>::</a:t>
            </a:r>
            <a:r>
              <a:rPr lang="vi-VN" sz="1600" b="1" err="1">
                <a:solidFill>
                  <a:schemeClr val="tx1"/>
                </a:solidFill>
                <a:latin typeface="Courier New"/>
                <a:ea typeface="+mn-lt"/>
                <a:cs typeface="Arial"/>
              </a:rPr>
              <a:t>hienThiSach</a:t>
            </a:r>
            <a:r>
              <a:rPr lang="vi-VN" sz="1600" b="1">
                <a:solidFill>
                  <a:srgbClr val="808030"/>
                </a:solidFill>
                <a:latin typeface="Courier New"/>
                <a:ea typeface="+mn-lt"/>
                <a:cs typeface="Arial"/>
              </a:rPr>
              <a:t>()</a:t>
            </a:r>
            <a:r>
              <a:rPr lang="vi-VN" sz="1600" b="1">
                <a:solidFill>
                  <a:schemeClr val="tx1"/>
                </a:solidFill>
                <a:latin typeface="Courier New"/>
                <a:ea typeface="+mn-lt"/>
                <a:cs typeface="Arial"/>
              </a:rPr>
              <a:t> </a:t>
            </a:r>
            <a:r>
              <a:rPr lang="vi-VN" sz="1600" b="1">
                <a:solidFill>
                  <a:srgbClr val="800080"/>
                </a:solidFill>
                <a:latin typeface="Courier New"/>
                <a:ea typeface="+mn-lt"/>
                <a:cs typeface="Arial"/>
              </a:rPr>
              <a:t>{</a:t>
            </a:r>
            <a:r>
              <a:rPr lang="vi-VN" sz="1600" b="1">
                <a:solidFill>
                  <a:schemeClr val="tx1"/>
                </a:solidFill>
                <a:latin typeface="Courier New"/>
                <a:ea typeface="+mn-lt"/>
                <a:cs typeface="Arial"/>
              </a:rPr>
              <a:t>
    </a:t>
            </a:r>
            <a:r>
              <a:rPr lang="vi-VN" sz="1600" b="1" err="1">
                <a:solidFill>
                  <a:srgbClr val="800000"/>
                </a:solidFill>
                <a:latin typeface="Courier New"/>
                <a:ea typeface="+mn-lt"/>
                <a:cs typeface="Arial"/>
              </a:rPr>
              <a:t>if</a:t>
            </a:r>
            <a:r>
              <a:rPr lang="vi-VN" sz="1600" b="1">
                <a:solidFill>
                  <a:schemeClr val="tx1"/>
                </a:solidFill>
                <a:latin typeface="Courier New"/>
                <a:ea typeface="+mn-lt"/>
                <a:cs typeface="Arial"/>
              </a:rPr>
              <a:t> </a:t>
            </a:r>
            <a:r>
              <a:rPr lang="vi-VN" sz="1600" b="1">
                <a:solidFill>
                  <a:srgbClr val="808030"/>
                </a:solidFill>
                <a:latin typeface="Courier New"/>
                <a:ea typeface="+mn-lt"/>
                <a:cs typeface="Arial"/>
              </a:rPr>
              <a:t>(</a:t>
            </a:r>
            <a:r>
              <a:rPr lang="vi-VN" sz="1600" b="1" err="1">
                <a:solidFill>
                  <a:schemeClr val="tx1"/>
                </a:solidFill>
                <a:latin typeface="Courier New"/>
                <a:ea typeface="+mn-lt"/>
                <a:cs typeface="Arial"/>
              </a:rPr>
              <a:t>head</a:t>
            </a:r>
            <a:r>
              <a:rPr lang="vi-VN" sz="1600" b="1">
                <a:solidFill>
                  <a:schemeClr val="tx1"/>
                </a:solidFill>
                <a:latin typeface="Courier New"/>
                <a:ea typeface="+mn-lt"/>
                <a:cs typeface="Arial"/>
              </a:rPr>
              <a:t> </a:t>
            </a:r>
            <a:r>
              <a:rPr lang="vi-VN" sz="1600" b="1">
                <a:solidFill>
                  <a:srgbClr val="808030"/>
                </a:solidFill>
                <a:latin typeface="Courier New"/>
                <a:ea typeface="+mn-lt"/>
                <a:cs typeface="Arial"/>
              </a:rPr>
              <a:t>==</a:t>
            </a:r>
            <a:r>
              <a:rPr lang="vi-VN" sz="1600" b="1">
                <a:solidFill>
                  <a:schemeClr val="tx1"/>
                </a:solidFill>
                <a:latin typeface="Courier New"/>
                <a:ea typeface="+mn-lt"/>
                <a:cs typeface="Arial"/>
              </a:rPr>
              <a:t> </a:t>
            </a:r>
            <a:r>
              <a:rPr lang="vi-VN" sz="1600" b="1">
                <a:solidFill>
                  <a:srgbClr val="7D0045"/>
                </a:solidFill>
                <a:latin typeface="Courier New"/>
                <a:ea typeface="+mn-lt"/>
                <a:cs typeface="Arial"/>
              </a:rPr>
              <a:t>NULL</a:t>
            </a:r>
            <a:r>
              <a:rPr lang="vi-VN" sz="1600" b="1">
                <a:solidFill>
                  <a:srgbClr val="808030"/>
                </a:solidFill>
                <a:latin typeface="Courier New"/>
                <a:ea typeface="+mn-lt"/>
                <a:cs typeface="Arial"/>
              </a:rPr>
              <a:t>)</a:t>
            </a:r>
            <a:r>
              <a:rPr lang="vi-VN" sz="1600" b="1">
                <a:solidFill>
                  <a:schemeClr val="tx1"/>
                </a:solidFill>
                <a:latin typeface="Courier New"/>
                <a:ea typeface="+mn-lt"/>
                <a:cs typeface="Arial"/>
              </a:rPr>
              <a:t> </a:t>
            </a:r>
            <a:r>
              <a:rPr lang="vi-VN" sz="1600" b="1">
                <a:solidFill>
                  <a:srgbClr val="800080"/>
                </a:solidFill>
                <a:latin typeface="Courier New"/>
                <a:ea typeface="+mn-lt"/>
                <a:cs typeface="Arial"/>
              </a:rPr>
              <a:t>{</a:t>
            </a:r>
            <a:r>
              <a:rPr lang="vi-VN" sz="1600" b="1">
                <a:solidFill>
                  <a:schemeClr val="tx1"/>
                </a:solidFill>
                <a:latin typeface="Courier New"/>
                <a:ea typeface="+mn-lt"/>
                <a:cs typeface="Arial"/>
              </a:rPr>
              <a:t>
        </a:t>
            </a:r>
            <a:r>
              <a:rPr lang="vi-VN" sz="1600" b="1" err="1">
                <a:solidFill>
                  <a:srgbClr val="603000"/>
                </a:solidFill>
                <a:latin typeface="Courier New"/>
                <a:ea typeface="+mn-lt"/>
                <a:cs typeface="Arial"/>
              </a:rPr>
              <a:t>cout</a:t>
            </a:r>
            <a:r>
              <a:rPr lang="vi-VN" sz="1600" b="1">
                <a:solidFill>
                  <a:schemeClr val="tx1"/>
                </a:solidFill>
                <a:latin typeface="Courier New"/>
                <a:ea typeface="+mn-lt"/>
                <a:cs typeface="Arial"/>
              </a:rPr>
              <a:t> </a:t>
            </a:r>
            <a:r>
              <a:rPr lang="vi-VN" sz="1600" b="1">
                <a:solidFill>
                  <a:srgbClr val="808030"/>
                </a:solidFill>
                <a:latin typeface="Courier New"/>
                <a:ea typeface="+mn-lt"/>
                <a:cs typeface="Arial"/>
              </a:rPr>
              <a:t>&lt;&lt;</a:t>
            </a:r>
            <a:r>
              <a:rPr lang="vi-VN" sz="1600" b="1">
                <a:solidFill>
                  <a:schemeClr val="tx1"/>
                </a:solidFill>
                <a:latin typeface="Courier New"/>
                <a:ea typeface="+mn-lt"/>
                <a:cs typeface="Arial"/>
              </a:rPr>
              <a:t> </a:t>
            </a:r>
            <a:r>
              <a:rPr lang="vi-VN" sz="1600" b="1">
                <a:solidFill>
                  <a:srgbClr val="800000"/>
                </a:solidFill>
                <a:latin typeface="Courier New"/>
                <a:ea typeface="+mn-lt"/>
                <a:cs typeface="Arial"/>
              </a:rPr>
              <a:t>"</a:t>
            </a:r>
            <a:r>
              <a:rPr lang="vi-VN" sz="1600" b="1">
                <a:solidFill>
                  <a:srgbClr val="0000E6"/>
                </a:solidFill>
                <a:latin typeface="Courier New"/>
                <a:ea typeface="+mn-lt"/>
                <a:cs typeface="Arial"/>
              </a:rPr>
              <a:t>Danh </a:t>
            </a:r>
            <a:r>
              <a:rPr lang="vi-VN" sz="1600" b="1" err="1">
                <a:solidFill>
                  <a:srgbClr val="0000E6"/>
                </a:solidFill>
                <a:latin typeface="Courier New"/>
                <a:ea typeface="+mn-lt"/>
                <a:cs typeface="Arial"/>
              </a:rPr>
              <a:t>sach</a:t>
            </a:r>
            <a:r>
              <a:rPr lang="vi-VN" sz="1600" b="1">
                <a:solidFill>
                  <a:srgbClr val="0000E6"/>
                </a:solidFill>
                <a:latin typeface="Courier New"/>
                <a:ea typeface="+mn-lt"/>
                <a:cs typeface="Arial"/>
              </a:rPr>
              <a:t> </a:t>
            </a:r>
            <a:r>
              <a:rPr lang="vi-VN" sz="1600" b="1" err="1">
                <a:solidFill>
                  <a:srgbClr val="0000E6"/>
                </a:solidFill>
                <a:latin typeface="Courier New"/>
                <a:ea typeface="+mn-lt"/>
                <a:cs typeface="Arial"/>
              </a:rPr>
              <a:t>sach</a:t>
            </a:r>
            <a:r>
              <a:rPr lang="vi-VN" sz="1600" b="1">
                <a:solidFill>
                  <a:srgbClr val="0000E6"/>
                </a:solidFill>
                <a:latin typeface="Courier New"/>
                <a:ea typeface="+mn-lt"/>
                <a:cs typeface="Arial"/>
              </a:rPr>
              <a:t> rong!</a:t>
            </a:r>
            <a:r>
              <a:rPr lang="vi-VN" sz="1600" b="1">
                <a:solidFill>
                  <a:srgbClr val="0F69FF"/>
                </a:solidFill>
                <a:latin typeface="Courier New"/>
                <a:ea typeface="+mn-lt"/>
                <a:cs typeface="Arial"/>
              </a:rPr>
              <a:t>\n</a:t>
            </a:r>
            <a:r>
              <a:rPr lang="vi-VN" sz="1600" b="1">
                <a:solidFill>
                  <a:srgbClr val="800000"/>
                </a:solidFill>
                <a:latin typeface="Courier New"/>
                <a:ea typeface="+mn-lt"/>
                <a:cs typeface="Arial"/>
              </a:rPr>
              <a:t>"</a:t>
            </a:r>
            <a:r>
              <a:rPr lang="vi-VN" sz="1600" b="1">
                <a:solidFill>
                  <a:srgbClr val="800080"/>
                </a:solidFill>
                <a:latin typeface="Courier New"/>
                <a:ea typeface="+mn-lt"/>
                <a:cs typeface="Arial"/>
              </a:rPr>
              <a:t>;</a:t>
            </a:r>
            <a:r>
              <a:rPr lang="vi-VN" sz="1600" b="1">
                <a:solidFill>
                  <a:schemeClr val="tx1"/>
                </a:solidFill>
                <a:latin typeface="Courier New"/>
                <a:ea typeface="+mn-lt"/>
                <a:cs typeface="Arial"/>
              </a:rPr>
              <a:t>
        </a:t>
            </a:r>
            <a:r>
              <a:rPr lang="vi-VN" sz="1600" b="1" err="1">
                <a:solidFill>
                  <a:srgbClr val="800000"/>
                </a:solidFill>
                <a:latin typeface="Courier New"/>
                <a:ea typeface="+mn-lt"/>
                <a:cs typeface="Arial"/>
              </a:rPr>
              <a:t>return</a:t>
            </a:r>
            <a:r>
              <a:rPr lang="vi-VN" sz="1600" b="1">
                <a:solidFill>
                  <a:srgbClr val="800080"/>
                </a:solidFill>
                <a:latin typeface="Courier New"/>
                <a:ea typeface="+mn-lt"/>
                <a:cs typeface="Arial"/>
              </a:rPr>
              <a:t>;</a:t>
            </a:r>
            <a:r>
              <a:rPr lang="vi-VN" sz="1600" b="1">
                <a:solidFill>
                  <a:schemeClr val="tx1"/>
                </a:solidFill>
                <a:latin typeface="Courier New"/>
                <a:ea typeface="+mn-lt"/>
                <a:cs typeface="Arial"/>
              </a:rPr>
              <a:t>
    </a:t>
            </a:r>
            <a:r>
              <a:rPr lang="vi-VN" sz="1600" b="1">
                <a:solidFill>
                  <a:srgbClr val="800080"/>
                </a:solidFill>
                <a:latin typeface="Courier New"/>
                <a:ea typeface="+mn-lt"/>
                <a:cs typeface="Arial"/>
              </a:rPr>
              <a:t>}</a:t>
            </a:r>
            <a:r>
              <a:rPr lang="vi-VN" sz="1600" b="1">
                <a:solidFill>
                  <a:schemeClr val="tx1"/>
                </a:solidFill>
                <a:latin typeface="Courier New"/>
                <a:ea typeface="+mn-lt"/>
                <a:cs typeface="Arial"/>
              </a:rPr>
              <a:t>
    </a:t>
            </a:r>
            <a:r>
              <a:rPr lang="vi-VN" sz="1600" b="1" err="1">
                <a:solidFill>
                  <a:schemeClr val="tx1"/>
                </a:solidFill>
                <a:latin typeface="Courier New"/>
                <a:ea typeface="+mn-lt"/>
                <a:cs typeface="Arial"/>
              </a:rPr>
              <a:t>Sach</a:t>
            </a:r>
            <a:r>
              <a:rPr lang="vi-VN" sz="1600" b="1">
                <a:solidFill>
                  <a:srgbClr val="808030"/>
                </a:solidFill>
                <a:latin typeface="Courier New"/>
                <a:ea typeface="+mn-lt"/>
                <a:cs typeface="Arial"/>
              </a:rPr>
              <a:t>*</a:t>
            </a:r>
            <a:r>
              <a:rPr lang="vi-VN" sz="1600" b="1">
                <a:solidFill>
                  <a:schemeClr val="tx1"/>
                </a:solidFill>
                <a:latin typeface="Courier New"/>
                <a:ea typeface="+mn-lt"/>
                <a:cs typeface="Arial"/>
              </a:rPr>
              <a:t> p </a:t>
            </a:r>
            <a:r>
              <a:rPr lang="vi-VN" sz="1600" b="1">
                <a:solidFill>
                  <a:srgbClr val="808030"/>
                </a:solidFill>
                <a:latin typeface="Courier New"/>
                <a:ea typeface="+mn-lt"/>
                <a:cs typeface="Arial"/>
              </a:rPr>
              <a:t>=</a:t>
            </a:r>
            <a:r>
              <a:rPr lang="vi-VN" sz="1600" b="1">
                <a:solidFill>
                  <a:schemeClr val="tx1"/>
                </a:solidFill>
                <a:latin typeface="Courier New"/>
                <a:ea typeface="+mn-lt"/>
                <a:cs typeface="Arial"/>
              </a:rPr>
              <a:t> </a:t>
            </a:r>
            <a:r>
              <a:rPr lang="vi-VN" sz="1600" b="1" err="1">
                <a:solidFill>
                  <a:schemeClr val="tx1"/>
                </a:solidFill>
                <a:latin typeface="Courier New"/>
                <a:ea typeface="+mn-lt"/>
                <a:cs typeface="Arial"/>
              </a:rPr>
              <a:t>head</a:t>
            </a:r>
            <a:r>
              <a:rPr lang="vi-VN" sz="1600" b="1">
                <a:solidFill>
                  <a:srgbClr val="800080"/>
                </a:solidFill>
                <a:latin typeface="Courier New"/>
                <a:ea typeface="+mn-lt"/>
                <a:cs typeface="Arial"/>
              </a:rPr>
              <a:t>;</a:t>
            </a:r>
            <a:r>
              <a:rPr lang="vi-VN" sz="1600" b="1">
                <a:solidFill>
                  <a:schemeClr val="tx1"/>
                </a:solidFill>
                <a:latin typeface="Courier New"/>
                <a:ea typeface="+mn-lt"/>
                <a:cs typeface="Arial"/>
              </a:rPr>
              <a:t>
    </a:t>
            </a:r>
            <a:r>
              <a:rPr lang="vi-VN" sz="1600" b="1" err="1">
                <a:solidFill>
                  <a:srgbClr val="603000"/>
                </a:solidFill>
                <a:latin typeface="Courier New"/>
                <a:ea typeface="+mn-lt"/>
                <a:cs typeface="Arial"/>
              </a:rPr>
              <a:t>cout</a:t>
            </a:r>
            <a:r>
              <a:rPr lang="vi-VN" sz="1600" b="1">
                <a:solidFill>
                  <a:schemeClr val="tx1"/>
                </a:solidFill>
                <a:latin typeface="Courier New"/>
                <a:ea typeface="+mn-lt"/>
                <a:cs typeface="Arial"/>
              </a:rPr>
              <a:t> </a:t>
            </a:r>
            <a:r>
              <a:rPr lang="vi-VN" sz="1600" b="1">
                <a:solidFill>
                  <a:srgbClr val="808030"/>
                </a:solidFill>
                <a:latin typeface="Courier New"/>
                <a:ea typeface="+mn-lt"/>
                <a:cs typeface="Arial"/>
              </a:rPr>
              <a:t>&lt;&lt;</a:t>
            </a:r>
            <a:r>
              <a:rPr lang="vi-VN" sz="1600" b="1">
                <a:solidFill>
                  <a:schemeClr val="tx1"/>
                </a:solidFill>
                <a:latin typeface="Courier New"/>
                <a:ea typeface="+mn-lt"/>
                <a:cs typeface="Arial"/>
              </a:rPr>
              <a:t> </a:t>
            </a:r>
            <a:r>
              <a:rPr lang="vi-VN" sz="1600" b="1">
                <a:solidFill>
                  <a:srgbClr val="800000"/>
                </a:solidFill>
                <a:latin typeface="Courier New"/>
                <a:ea typeface="+mn-lt"/>
                <a:cs typeface="Arial"/>
              </a:rPr>
              <a:t>"</a:t>
            </a:r>
            <a:r>
              <a:rPr lang="vi-VN" sz="1600" b="1">
                <a:solidFill>
                  <a:srgbClr val="0F69FF"/>
                </a:solidFill>
                <a:latin typeface="Courier New"/>
                <a:ea typeface="+mn-lt"/>
                <a:cs typeface="Arial"/>
              </a:rPr>
              <a:t>\n</a:t>
            </a:r>
            <a:r>
              <a:rPr lang="vi-VN" sz="1600" b="1">
                <a:solidFill>
                  <a:srgbClr val="0000E6"/>
                </a:solidFill>
                <a:latin typeface="Courier New"/>
                <a:ea typeface="+mn-lt"/>
                <a:cs typeface="Arial"/>
              </a:rPr>
              <a:t>===== DANH SACH </a:t>
            </a:r>
            <a:r>
              <a:rPr lang="vi-VN" sz="1600" b="1" err="1">
                <a:solidFill>
                  <a:srgbClr val="0000E6"/>
                </a:solidFill>
                <a:latin typeface="Courier New"/>
                <a:ea typeface="+mn-lt"/>
                <a:cs typeface="Arial"/>
              </a:rPr>
              <a:t>SACH</a:t>
            </a:r>
            <a:r>
              <a:rPr lang="vi-VN" sz="1600" b="1">
                <a:solidFill>
                  <a:srgbClr val="0000E6"/>
                </a:solidFill>
                <a:latin typeface="Courier New"/>
                <a:ea typeface="+mn-lt"/>
                <a:cs typeface="Arial"/>
              </a:rPr>
              <a:t> =====</a:t>
            </a:r>
            <a:r>
              <a:rPr lang="vi-VN" sz="1600" b="1">
                <a:solidFill>
                  <a:srgbClr val="0F69FF"/>
                </a:solidFill>
                <a:latin typeface="Courier New"/>
                <a:ea typeface="+mn-lt"/>
                <a:cs typeface="Arial"/>
              </a:rPr>
              <a:t>\n</a:t>
            </a:r>
            <a:r>
              <a:rPr lang="vi-VN" sz="1600" b="1">
                <a:solidFill>
                  <a:srgbClr val="800000"/>
                </a:solidFill>
                <a:latin typeface="Courier New"/>
                <a:ea typeface="+mn-lt"/>
                <a:cs typeface="Arial"/>
              </a:rPr>
              <a:t>"</a:t>
            </a:r>
            <a:r>
              <a:rPr lang="vi-VN" sz="1600" b="1">
                <a:solidFill>
                  <a:srgbClr val="800080"/>
                </a:solidFill>
                <a:latin typeface="Courier New"/>
                <a:ea typeface="+mn-lt"/>
                <a:cs typeface="Arial"/>
              </a:rPr>
              <a:t>;</a:t>
            </a:r>
            <a:r>
              <a:rPr lang="vi-VN" sz="1600" b="1">
                <a:solidFill>
                  <a:schemeClr val="tx1"/>
                </a:solidFill>
                <a:latin typeface="Courier New"/>
                <a:ea typeface="+mn-lt"/>
                <a:cs typeface="Arial"/>
              </a:rPr>
              <a:t>
    </a:t>
            </a:r>
            <a:r>
              <a:rPr lang="vi-VN" sz="1600" b="1" err="1">
                <a:solidFill>
                  <a:srgbClr val="800000"/>
                </a:solidFill>
                <a:latin typeface="Courier New"/>
                <a:ea typeface="+mn-lt"/>
                <a:cs typeface="Arial"/>
              </a:rPr>
              <a:t>while</a:t>
            </a:r>
            <a:r>
              <a:rPr lang="vi-VN" sz="1600" b="1">
                <a:solidFill>
                  <a:schemeClr val="tx1"/>
                </a:solidFill>
                <a:latin typeface="Courier New"/>
                <a:ea typeface="+mn-lt"/>
                <a:cs typeface="Arial"/>
              </a:rPr>
              <a:t> </a:t>
            </a:r>
            <a:r>
              <a:rPr lang="vi-VN" sz="1600" b="1">
                <a:solidFill>
                  <a:srgbClr val="808030"/>
                </a:solidFill>
                <a:latin typeface="Courier New"/>
                <a:ea typeface="+mn-lt"/>
                <a:cs typeface="Arial"/>
              </a:rPr>
              <a:t>(</a:t>
            </a:r>
            <a:r>
              <a:rPr lang="vi-VN" sz="1600" b="1">
                <a:solidFill>
                  <a:schemeClr val="tx1"/>
                </a:solidFill>
                <a:latin typeface="Courier New"/>
                <a:ea typeface="+mn-lt"/>
                <a:cs typeface="Arial"/>
              </a:rPr>
              <a:t>p </a:t>
            </a:r>
            <a:r>
              <a:rPr lang="vi-VN" sz="1600" b="1">
                <a:solidFill>
                  <a:srgbClr val="808030"/>
                </a:solidFill>
                <a:latin typeface="Courier New"/>
                <a:ea typeface="+mn-lt"/>
                <a:cs typeface="Arial"/>
              </a:rPr>
              <a:t>!=</a:t>
            </a:r>
            <a:r>
              <a:rPr lang="vi-VN" sz="1600" b="1">
                <a:solidFill>
                  <a:schemeClr val="tx1"/>
                </a:solidFill>
                <a:latin typeface="Courier New"/>
                <a:ea typeface="+mn-lt"/>
                <a:cs typeface="Arial"/>
              </a:rPr>
              <a:t> </a:t>
            </a:r>
            <a:r>
              <a:rPr lang="vi-VN" sz="1600" b="1">
                <a:solidFill>
                  <a:srgbClr val="7D0045"/>
                </a:solidFill>
                <a:latin typeface="Courier New"/>
                <a:ea typeface="+mn-lt"/>
                <a:cs typeface="Arial"/>
              </a:rPr>
              <a:t>NULL</a:t>
            </a:r>
            <a:r>
              <a:rPr lang="vi-VN" sz="1600" b="1">
                <a:solidFill>
                  <a:srgbClr val="808030"/>
                </a:solidFill>
                <a:latin typeface="Courier New"/>
                <a:ea typeface="+mn-lt"/>
                <a:cs typeface="Arial"/>
              </a:rPr>
              <a:t>)</a:t>
            </a:r>
            <a:r>
              <a:rPr lang="vi-VN" sz="1600" b="1">
                <a:solidFill>
                  <a:schemeClr val="tx1"/>
                </a:solidFill>
                <a:latin typeface="Courier New"/>
                <a:ea typeface="+mn-lt"/>
                <a:cs typeface="Arial"/>
              </a:rPr>
              <a:t> </a:t>
            </a:r>
            <a:r>
              <a:rPr lang="vi-VN" sz="1600" b="1">
                <a:solidFill>
                  <a:srgbClr val="800080"/>
                </a:solidFill>
                <a:latin typeface="Courier New"/>
                <a:ea typeface="+mn-lt"/>
                <a:cs typeface="Arial"/>
              </a:rPr>
              <a:t>{</a:t>
            </a:r>
            <a:r>
              <a:rPr lang="vi-VN" sz="1600" b="1">
                <a:solidFill>
                  <a:schemeClr val="tx1"/>
                </a:solidFill>
                <a:latin typeface="Courier New"/>
                <a:ea typeface="+mn-lt"/>
                <a:cs typeface="Arial"/>
              </a:rPr>
              <a:t>
        </a:t>
            </a:r>
            <a:r>
              <a:rPr lang="vi-VN" sz="1600" b="1" err="1">
                <a:solidFill>
                  <a:srgbClr val="603000"/>
                </a:solidFill>
                <a:latin typeface="Courier New"/>
                <a:ea typeface="+mn-lt"/>
                <a:cs typeface="Arial"/>
              </a:rPr>
              <a:t>cout</a:t>
            </a:r>
            <a:r>
              <a:rPr lang="vi-VN" sz="1600" b="1">
                <a:solidFill>
                  <a:schemeClr val="tx1"/>
                </a:solidFill>
                <a:latin typeface="Courier New"/>
                <a:ea typeface="+mn-lt"/>
                <a:cs typeface="Arial"/>
              </a:rPr>
              <a:t> </a:t>
            </a:r>
            <a:r>
              <a:rPr lang="vi-VN" sz="1600" b="1">
                <a:solidFill>
                  <a:srgbClr val="808030"/>
                </a:solidFill>
                <a:latin typeface="Courier New"/>
                <a:ea typeface="+mn-lt"/>
                <a:cs typeface="Arial"/>
              </a:rPr>
              <a:t>&lt;&lt;</a:t>
            </a:r>
            <a:r>
              <a:rPr lang="vi-VN" sz="1600" b="1">
                <a:solidFill>
                  <a:schemeClr val="tx1"/>
                </a:solidFill>
                <a:latin typeface="Courier New"/>
                <a:ea typeface="+mn-lt"/>
                <a:cs typeface="Arial"/>
              </a:rPr>
              <a:t> </a:t>
            </a:r>
            <a:r>
              <a:rPr lang="vi-VN" sz="1600" b="1">
                <a:solidFill>
                  <a:srgbClr val="800000"/>
                </a:solidFill>
                <a:latin typeface="Courier New"/>
                <a:ea typeface="+mn-lt"/>
                <a:cs typeface="Arial"/>
              </a:rPr>
              <a:t>"</a:t>
            </a:r>
            <a:r>
              <a:rPr lang="vi-VN" sz="1600" b="1">
                <a:solidFill>
                  <a:srgbClr val="0000E6"/>
                </a:solidFill>
                <a:latin typeface="Courier New"/>
                <a:ea typeface="+mn-lt"/>
                <a:cs typeface="Arial"/>
              </a:rPr>
              <a:t>Ma </a:t>
            </a:r>
            <a:r>
              <a:rPr lang="vi-VN" sz="1600" b="1" err="1">
                <a:solidFill>
                  <a:srgbClr val="0000E6"/>
                </a:solidFill>
                <a:latin typeface="Courier New"/>
                <a:ea typeface="+mn-lt"/>
                <a:cs typeface="Arial"/>
              </a:rPr>
              <a:t>sach</a:t>
            </a:r>
            <a:r>
              <a:rPr lang="vi-VN" sz="1600" b="1">
                <a:solidFill>
                  <a:srgbClr val="0000E6"/>
                </a:solidFill>
                <a:latin typeface="Courier New"/>
                <a:ea typeface="+mn-lt"/>
                <a:cs typeface="Arial"/>
              </a:rPr>
              <a:t>: </a:t>
            </a:r>
            <a:r>
              <a:rPr lang="vi-VN" sz="1600" b="1">
                <a:solidFill>
                  <a:srgbClr val="800000"/>
                </a:solidFill>
                <a:latin typeface="Courier New"/>
                <a:ea typeface="+mn-lt"/>
                <a:cs typeface="Arial"/>
              </a:rPr>
              <a:t>"</a:t>
            </a:r>
            <a:r>
              <a:rPr lang="vi-VN" sz="1600" b="1">
                <a:solidFill>
                  <a:schemeClr val="tx1"/>
                </a:solidFill>
                <a:latin typeface="Courier New"/>
                <a:ea typeface="+mn-lt"/>
                <a:cs typeface="Arial"/>
              </a:rPr>
              <a:t> </a:t>
            </a:r>
            <a:r>
              <a:rPr lang="vi-VN" sz="1600" b="1">
                <a:solidFill>
                  <a:srgbClr val="808030"/>
                </a:solidFill>
                <a:latin typeface="Courier New"/>
                <a:ea typeface="+mn-lt"/>
                <a:cs typeface="Arial"/>
              </a:rPr>
              <a:t>&lt;&lt;</a:t>
            </a:r>
            <a:r>
              <a:rPr lang="vi-VN" sz="1600" b="1">
                <a:solidFill>
                  <a:schemeClr val="tx1"/>
                </a:solidFill>
                <a:latin typeface="Courier New"/>
                <a:ea typeface="+mn-lt"/>
                <a:cs typeface="Arial"/>
              </a:rPr>
              <a:t> p</a:t>
            </a:r>
            <a:r>
              <a:rPr lang="vi-VN" sz="1600" b="1">
                <a:solidFill>
                  <a:srgbClr val="808030"/>
                </a:solidFill>
                <a:latin typeface="Courier New"/>
                <a:ea typeface="+mn-lt"/>
                <a:cs typeface="Arial"/>
              </a:rPr>
              <a:t>-&gt;</a:t>
            </a:r>
            <a:r>
              <a:rPr lang="vi-VN" sz="1600" b="1" err="1">
                <a:solidFill>
                  <a:schemeClr val="tx1"/>
                </a:solidFill>
                <a:latin typeface="Courier New"/>
                <a:ea typeface="+mn-lt"/>
                <a:cs typeface="Arial"/>
              </a:rPr>
              <a:t>maSach</a:t>
            </a:r>
            <a:r>
              <a:rPr lang="vi-VN" sz="1600" b="1">
                <a:solidFill>
                  <a:schemeClr val="tx1"/>
                </a:solidFill>
                <a:latin typeface="Courier New"/>
                <a:ea typeface="+mn-lt"/>
                <a:cs typeface="Arial"/>
              </a:rPr>
              <a:t> </a:t>
            </a:r>
            <a:r>
              <a:rPr lang="vi-VN" sz="1600" b="1">
                <a:solidFill>
                  <a:srgbClr val="808030"/>
                </a:solidFill>
                <a:latin typeface="Courier New"/>
                <a:ea typeface="+mn-lt"/>
                <a:cs typeface="Arial"/>
              </a:rPr>
              <a:t>&lt;&lt;</a:t>
            </a:r>
            <a:r>
              <a:rPr lang="vi-VN" sz="1600" b="1">
                <a:solidFill>
                  <a:schemeClr val="tx1"/>
                </a:solidFill>
                <a:latin typeface="Courier New"/>
                <a:ea typeface="+mn-lt"/>
                <a:cs typeface="Arial"/>
              </a:rPr>
              <a:t> </a:t>
            </a:r>
            <a:r>
              <a:rPr lang="vi-VN" sz="1600" b="1" err="1">
                <a:solidFill>
                  <a:srgbClr val="603000"/>
                </a:solidFill>
                <a:latin typeface="Courier New"/>
                <a:ea typeface="+mn-lt"/>
                <a:cs typeface="Arial"/>
              </a:rPr>
              <a:t>endl</a:t>
            </a:r>
            <a:r>
              <a:rPr lang="vi-VN" sz="1600" b="1">
                <a:solidFill>
                  <a:srgbClr val="800080"/>
                </a:solidFill>
                <a:latin typeface="Courier New"/>
                <a:ea typeface="+mn-lt"/>
                <a:cs typeface="Arial"/>
              </a:rPr>
              <a:t>;</a:t>
            </a:r>
            <a:r>
              <a:rPr lang="vi-VN" sz="1600" b="1">
                <a:solidFill>
                  <a:schemeClr val="tx1"/>
                </a:solidFill>
                <a:latin typeface="Courier New"/>
                <a:ea typeface="+mn-lt"/>
                <a:cs typeface="Arial"/>
              </a:rPr>
              <a:t>
        </a:t>
            </a:r>
            <a:r>
              <a:rPr lang="vi-VN" sz="1600" b="1" err="1">
                <a:solidFill>
                  <a:srgbClr val="603000"/>
                </a:solidFill>
                <a:latin typeface="Courier New"/>
                <a:ea typeface="+mn-lt"/>
                <a:cs typeface="Arial"/>
              </a:rPr>
              <a:t>cout</a:t>
            </a:r>
            <a:r>
              <a:rPr lang="vi-VN" sz="1600" b="1">
                <a:solidFill>
                  <a:schemeClr val="tx1"/>
                </a:solidFill>
                <a:latin typeface="Courier New"/>
                <a:ea typeface="+mn-lt"/>
                <a:cs typeface="Arial"/>
              </a:rPr>
              <a:t> </a:t>
            </a:r>
            <a:r>
              <a:rPr lang="vi-VN" sz="1600" b="1">
                <a:solidFill>
                  <a:srgbClr val="808030"/>
                </a:solidFill>
                <a:latin typeface="Courier New"/>
                <a:ea typeface="+mn-lt"/>
                <a:cs typeface="Arial"/>
              </a:rPr>
              <a:t>&lt;&lt;</a:t>
            </a:r>
            <a:r>
              <a:rPr lang="vi-VN" sz="1600" b="1">
                <a:solidFill>
                  <a:schemeClr val="tx1"/>
                </a:solidFill>
                <a:latin typeface="Courier New"/>
                <a:ea typeface="+mn-lt"/>
                <a:cs typeface="Arial"/>
              </a:rPr>
              <a:t> </a:t>
            </a:r>
            <a:r>
              <a:rPr lang="vi-VN" sz="1600" b="1">
                <a:solidFill>
                  <a:srgbClr val="800000"/>
                </a:solidFill>
                <a:latin typeface="Courier New"/>
                <a:ea typeface="+mn-lt"/>
                <a:cs typeface="Arial"/>
              </a:rPr>
              <a:t>"</a:t>
            </a:r>
            <a:r>
              <a:rPr lang="vi-VN" sz="1600" b="1">
                <a:solidFill>
                  <a:srgbClr val="0000E6"/>
                </a:solidFill>
                <a:latin typeface="Courier New"/>
                <a:ea typeface="+mn-lt"/>
                <a:cs typeface="Arial"/>
              </a:rPr>
              <a:t>Ten </a:t>
            </a:r>
            <a:r>
              <a:rPr lang="vi-VN" sz="1600" b="1" err="1">
                <a:solidFill>
                  <a:srgbClr val="0000E6"/>
                </a:solidFill>
                <a:latin typeface="Courier New"/>
                <a:ea typeface="+mn-lt"/>
                <a:cs typeface="Arial"/>
              </a:rPr>
              <a:t>sach</a:t>
            </a:r>
            <a:r>
              <a:rPr lang="vi-VN" sz="1600" b="1">
                <a:solidFill>
                  <a:srgbClr val="0000E6"/>
                </a:solidFill>
                <a:latin typeface="Courier New"/>
                <a:ea typeface="+mn-lt"/>
                <a:cs typeface="Arial"/>
              </a:rPr>
              <a:t>: </a:t>
            </a:r>
            <a:r>
              <a:rPr lang="vi-VN" sz="1600" b="1">
                <a:solidFill>
                  <a:srgbClr val="800000"/>
                </a:solidFill>
                <a:latin typeface="Courier New"/>
                <a:ea typeface="+mn-lt"/>
                <a:cs typeface="Arial"/>
              </a:rPr>
              <a:t>"</a:t>
            </a:r>
            <a:r>
              <a:rPr lang="vi-VN" sz="1600" b="1">
                <a:solidFill>
                  <a:schemeClr val="tx1"/>
                </a:solidFill>
                <a:latin typeface="Courier New"/>
                <a:ea typeface="+mn-lt"/>
                <a:cs typeface="Arial"/>
              </a:rPr>
              <a:t> </a:t>
            </a:r>
            <a:r>
              <a:rPr lang="vi-VN" sz="1600" b="1">
                <a:solidFill>
                  <a:srgbClr val="808030"/>
                </a:solidFill>
                <a:latin typeface="Courier New"/>
                <a:ea typeface="+mn-lt"/>
                <a:cs typeface="Arial"/>
              </a:rPr>
              <a:t>&lt;&lt;</a:t>
            </a:r>
            <a:r>
              <a:rPr lang="vi-VN" sz="1600" b="1">
                <a:solidFill>
                  <a:schemeClr val="tx1"/>
                </a:solidFill>
                <a:latin typeface="Courier New"/>
                <a:ea typeface="+mn-lt"/>
                <a:cs typeface="Arial"/>
              </a:rPr>
              <a:t> p</a:t>
            </a:r>
            <a:r>
              <a:rPr lang="vi-VN" sz="1600" b="1">
                <a:solidFill>
                  <a:srgbClr val="808030"/>
                </a:solidFill>
                <a:latin typeface="Courier New"/>
                <a:ea typeface="+mn-lt"/>
                <a:cs typeface="Arial"/>
              </a:rPr>
              <a:t>-&gt;</a:t>
            </a:r>
            <a:r>
              <a:rPr lang="vi-VN" sz="1600" b="1" err="1">
                <a:solidFill>
                  <a:schemeClr val="tx1"/>
                </a:solidFill>
                <a:latin typeface="Courier New"/>
                <a:ea typeface="+mn-lt"/>
                <a:cs typeface="Arial"/>
              </a:rPr>
              <a:t>tenSach</a:t>
            </a:r>
            <a:r>
              <a:rPr lang="vi-VN" sz="1600" b="1">
                <a:solidFill>
                  <a:schemeClr val="tx1"/>
                </a:solidFill>
                <a:latin typeface="Courier New"/>
                <a:ea typeface="+mn-lt"/>
                <a:cs typeface="Arial"/>
              </a:rPr>
              <a:t> </a:t>
            </a:r>
            <a:r>
              <a:rPr lang="vi-VN" sz="1600" b="1">
                <a:solidFill>
                  <a:srgbClr val="808030"/>
                </a:solidFill>
                <a:latin typeface="Courier New"/>
                <a:ea typeface="+mn-lt"/>
                <a:cs typeface="Arial"/>
              </a:rPr>
              <a:t>&lt;&lt;</a:t>
            </a:r>
            <a:r>
              <a:rPr lang="vi-VN" sz="1600" b="1">
                <a:solidFill>
                  <a:schemeClr val="tx1"/>
                </a:solidFill>
                <a:latin typeface="Courier New"/>
                <a:ea typeface="+mn-lt"/>
                <a:cs typeface="Arial"/>
              </a:rPr>
              <a:t> </a:t>
            </a:r>
            <a:r>
              <a:rPr lang="vi-VN" sz="1600" b="1" err="1">
                <a:solidFill>
                  <a:srgbClr val="603000"/>
                </a:solidFill>
                <a:latin typeface="Courier New"/>
                <a:ea typeface="+mn-lt"/>
                <a:cs typeface="Arial"/>
              </a:rPr>
              <a:t>endl</a:t>
            </a:r>
            <a:r>
              <a:rPr lang="vi-VN" sz="1600" b="1">
                <a:solidFill>
                  <a:srgbClr val="800080"/>
                </a:solidFill>
                <a:latin typeface="Courier New"/>
                <a:ea typeface="+mn-lt"/>
                <a:cs typeface="Arial"/>
              </a:rPr>
              <a:t>;</a:t>
            </a:r>
            <a:r>
              <a:rPr lang="vi-VN" sz="1600" b="1">
                <a:solidFill>
                  <a:schemeClr val="tx1"/>
                </a:solidFill>
                <a:latin typeface="Courier New"/>
                <a:ea typeface="+mn-lt"/>
                <a:cs typeface="Arial"/>
              </a:rPr>
              <a:t>
        </a:t>
            </a:r>
            <a:r>
              <a:rPr lang="vi-VN" sz="1600" b="1" err="1">
                <a:solidFill>
                  <a:srgbClr val="603000"/>
                </a:solidFill>
                <a:latin typeface="Courier New"/>
                <a:ea typeface="+mn-lt"/>
                <a:cs typeface="Arial"/>
              </a:rPr>
              <a:t>cout</a:t>
            </a:r>
            <a:r>
              <a:rPr lang="vi-VN" sz="1600" b="1">
                <a:solidFill>
                  <a:schemeClr val="tx1"/>
                </a:solidFill>
                <a:latin typeface="Courier New"/>
                <a:ea typeface="+mn-lt"/>
                <a:cs typeface="Arial"/>
              </a:rPr>
              <a:t> </a:t>
            </a:r>
            <a:r>
              <a:rPr lang="vi-VN" sz="1600" b="1">
                <a:solidFill>
                  <a:srgbClr val="808030"/>
                </a:solidFill>
                <a:latin typeface="Courier New"/>
                <a:ea typeface="+mn-lt"/>
                <a:cs typeface="Arial"/>
              </a:rPr>
              <a:t>&lt;&lt;</a:t>
            </a:r>
            <a:r>
              <a:rPr lang="vi-VN" sz="1600" b="1">
                <a:solidFill>
                  <a:schemeClr val="tx1"/>
                </a:solidFill>
                <a:latin typeface="Courier New"/>
                <a:ea typeface="+mn-lt"/>
                <a:cs typeface="Arial"/>
              </a:rPr>
              <a:t> </a:t>
            </a:r>
            <a:r>
              <a:rPr lang="vi-VN" sz="1600" b="1">
                <a:solidFill>
                  <a:srgbClr val="800000"/>
                </a:solidFill>
                <a:latin typeface="Courier New"/>
                <a:ea typeface="+mn-lt"/>
                <a:cs typeface="Arial"/>
              </a:rPr>
              <a:t>"</a:t>
            </a:r>
            <a:r>
              <a:rPr lang="vi-VN" sz="1600" b="1" err="1">
                <a:solidFill>
                  <a:srgbClr val="0000E6"/>
                </a:solidFill>
                <a:latin typeface="Courier New"/>
                <a:ea typeface="+mn-lt"/>
                <a:cs typeface="Arial"/>
              </a:rPr>
              <a:t>Tac</a:t>
            </a:r>
            <a:r>
              <a:rPr lang="vi-VN" sz="1600" b="1">
                <a:solidFill>
                  <a:srgbClr val="0000E6"/>
                </a:solidFill>
                <a:latin typeface="Courier New"/>
                <a:ea typeface="+mn-lt"/>
                <a:cs typeface="Arial"/>
              </a:rPr>
              <a:t> gia: </a:t>
            </a:r>
            <a:r>
              <a:rPr lang="vi-VN" sz="1600" b="1">
                <a:solidFill>
                  <a:srgbClr val="800000"/>
                </a:solidFill>
                <a:latin typeface="Courier New"/>
                <a:ea typeface="+mn-lt"/>
                <a:cs typeface="Arial"/>
              </a:rPr>
              <a:t>"</a:t>
            </a:r>
            <a:r>
              <a:rPr lang="vi-VN" sz="1600" b="1">
                <a:solidFill>
                  <a:schemeClr val="tx1"/>
                </a:solidFill>
                <a:latin typeface="Courier New"/>
                <a:ea typeface="+mn-lt"/>
                <a:cs typeface="Arial"/>
              </a:rPr>
              <a:t> </a:t>
            </a:r>
            <a:r>
              <a:rPr lang="vi-VN" sz="1600" b="1">
                <a:solidFill>
                  <a:srgbClr val="808030"/>
                </a:solidFill>
                <a:latin typeface="Courier New"/>
                <a:ea typeface="+mn-lt"/>
                <a:cs typeface="Arial"/>
              </a:rPr>
              <a:t>&lt;&lt;</a:t>
            </a:r>
            <a:r>
              <a:rPr lang="vi-VN" sz="1600" b="1">
                <a:solidFill>
                  <a:schemeClr val="tx1"/>
                </a:solidFill>
                <a:latin typeface="Courier New"/>
                <a:ea typeface="+mn-lt"/>
                <a:cs typeface="Arial"/>
              </a:rPr>
              <a:t> p</a:t>
            </a:r>
            <a:r>
              <a:rPr lang="vi-VN" sz="1600" b="1">
                <a:solidFill>
                  <a:srgbClr val="808030"/>
                </a:solidFill>
                <a:latin typeface="Courier New"/>
                <a:ea typeface="+mn-lt"/>
                <a:cs typeface="Arial"/>
              </a:rPr>
              <a:t>-&gt;</a:t>
            </a:r>
            <a:r>
              <a:rPr lang="vi-VN" sz="1600" b="1" err="1">
                <a:solidFill>
                  <a:schemeClr val="tx1"/>
                </a:solidFill>
                <a:latin typeface="Courier New"/>
                <a:ea typeface="+mn-lt"/>
                <a:cs typeface="Arial"/>
              </a:rPr>
              <a:t>tacGia</a:t>
            </a:r>
            <a:r>
              <a:rPr lang="vi-VN" sz="1600" b="1">
                <a:solidFill>
                  <a:schemeClr val="tx1"/>
                </a:solidFill>
                <a:latin typeface="Courier New"/>
                <a:ea typeface="+mn-lt"/>
                <a:cs typeface="Arial"/>
              </a:rPr>
              <a:t> </a:t>
            </a:r>
            <a:r>
              <a:rPr lang="vi-VN" sz="1600" b="1">
                <a:solidFill>
                  <a:srgbClr val="808030"/>
                </a:solidFill>
                <a:latin typeface="Courier New"/>
                <a:ea typeface="+mn-lt"/>
                <a:cs typeface="Arial"/>
              </a:rPr>
              <a:t>&lt;&lt;</a:t>
            </a:r>
            <a:r>
              <a:rPr lang="vi-VN" sz="1600" b="1">
                <a:solidFill>
                  <a:schemeClr val="tx1"/>
                </a:solidFill>
                <a:latin typeface="Courier New"/>
                <a:ea typeface="+mn-lt"/>
                <a:cs typeface="Arial"/>
              </a:rPr>
              <a:t> </a:t>
            </a:r>
            <a:r>
              <a:rPr lang="vi-VN" sz="1600" b="1" err="1">
                <a:solidFill>
                  <a:srgbClr val="603000"/>
                </a:solidFill>
                <a:latin typeface="Courier New"/>
                <a:ea typeface="+mn-lt"/>
                <a:cs typeface="Arial"/>
              </a:rPr>
              <a:t>endl</a:t>
            </a:r>
            <a:r>
              <a:rPr lang="vi-VN" sz="1600" b="1">
                <a:solidFill>
                  <a:srgbClr val="800080"/>
                </a:solidFill>
                <a:latin typeface="Courier New"/>
                <a:ea typeface="+mn-lt"/>
                <a:cs typeface="Arial"/>
              </a:rPr>
              <a:t>;</a:t>
            </a:r>
            <a:r>
              <a:rPr lang="vi-VN" sz="1600" b="1">
                <a:solidFill>
                  <a:schemeClr val="tx1"/>
                </a:solidFill>
                <a:latin typeface="Courier New"/>
                <a:ea typeface="+mn-lt"/>
                <a:cs typeface="Arial"/>
              </a:rPr>
              <a:t>
        </a:t>
            </a:r>
            <a:r>
              <a:rPr lang="vi-VN" sz="1600" b="1" err="1">
                <a:solidFill>
                  <a:srgbClr val="603000"/>
                </a:solidFill>
                <a:latin typeface="Courier New"/>
                <a:ea typeface="+mn-lt"/>
                <a:cs typeface="Arial"/>
              </a:rPr>
              <a:t>cout</a:t>
            </a:r>
            <a:r>
              <a:rPr lang="vi-VN" sz="1600" b="1">
                <a:solidFill>
                  <a:schemeClr val="tx1"/>
                </a:solidFill>
                <a:latin typeface="Courier New"/>
                <a:ea typeface="+mn-lt"/>
                <a:cs typeface="Arial"/>
              </a:rPr>
              <a:t> </a:t>
            </a:r>
            <a:r>
              <a:rPr lang="vi-VN" sz="1600" b="1">
                <a:solidFill>
                  <a:srgbClr val="808030"/>
                </a:solidFill>
                <a:latin typeface="Courier New"/>
                <a:ea typeface="+mn-lt"/>
                <a:cs typeface="Arial"/>
              </a:rPr>
              <a:t>&lt;&lt;</a:t>
            </a:r>
            <a:r>
              <a:rPr lang="vi-VN" sz="1600" b="1">
                <a:solidFill>
                  <a:schemeClr val="tx1"/>
                </a:solidFill>
                <a:latin typeface="Courier New"/>
                <a:ea typeface="+mn-lt"/>
                <a:cs typeface="Arial"/>
              </a:rPr>
              <a:t> </a:t>
            </a:r>
            <a:r>
              <a:rPr lang="vi-VN" sz="1600" b="1">
                <a:solidFill>
                  <a:srgbClr val="800000"/>
                </a:solidFill>
                <a:latin typeface="Courier New"/>
                <a:ea typeface="+mn-lt"/>
                <a:cs typeface="Arial"/>
              </a:rPr>
              <a:t>"</a:t>
            </a:r>
            <a:r>
              <a:rPr lang="vi-VN" sz="1600" b="1">
                <a:solidFill>
                  <a:srgbClr val="0000E6"/>
                </a:solidFill>
                <a:latin typeface="Courier New"/>
                <a:ea typeface="+mn-lt"/>
                <a:cs typeface="Arial"/>
              </a:rPr>
              <a:t>The loai: </a:t>
            </a:r>
            <a:r>
              <a:rPr lang="vi-VN" sz="1600" b="1">
                <a:solidFill>
                  <a:srgbClr val="800000"/>
                </a:solidFill>
                <a:latin typeface="Courier New"/>
                <a:ea typeface="+mn-lt"/>
                <a:cs typeface="Arial"/>
              </a:rPr>
              <a:t>"</a:t>
            </a:r>
            <a:r>
              <a:rPr lang="vi-VN" sz="1600" b="1">
                <a:solidFill>
                  <a:schemeClr val="tx1"/>
                </a:solidFill>
                <a:latin typeface="Courier New"/>
                <a:ea typeface="+mn-lt"/>
                <a:cs typeface="Arial"/>
              </a:rPr>
              <a:t> </a:t>
            </a:r>
            <a:r>
              <a:rPr lang="vi-VN" sz="1600" b="1">
                <a:solidFill>
                  <a:srgbClr val="808030"/>
                </a:solidFill>
                <a:latin typeface="Courier New"/>
                <a:ea typeface="+mn-lt"/>
                <a:cs typeface="Arial"/>
              </a:rPr>
              <a:t>&lt;&lt;</a:t>
            </a:r>
            <a:r>
              <a:rPr lang="vi-VN" sz="1600" b="1">
                <a:solidFill>
                  <a:schemeClr val="tx1"/>
                </a:solidFill>
                <a:latin typeface="Courier New"/>
                <a:ea typeface="+mn-lt"/>
                <a:cs typeface="Arial"/>
              </a:rPr>
              <a:t> p</a:t>
            </a:r>
            <a:r>
              <a:rPr lang="vi-VN" sz="1600" b="1">
                <a:solidFill>
                  <a:srgbClr val="808030"/>
                </a:solidFill>
                <a:latin typeface="Courier New"/>
                <a:ea typeface="+mn-lt"/>
                <a:cs typeface="Arial"/>
              </a:rPr>
              <a:t>-&gt;</a:t>
            </a:r>
            <a:r>
              <a:rPr lang="vi-VN" sz="1600" b="1" err="1">
                <a:solidFill>
                  <a:schemeClr val="tx1"/>
                </a:solidFill>
                <a:latin typeface="Courier New"/>
                <a:ea typeface="+mn-lt"/>
                <a:cs typeface="Arial"/>
              </a:rPr>
              <a:t>theLoai</a:t>
            </a:r>
            <a:r>
              <a:rPr lang="vi-VN" sz="1600" b="1">
                <a:solidFill>
                  <a:schemeClr val="tx1"/>
                </a:solidFill>
                <a:latin typeface="Courier New"/>
                <a:ea typeface="+mn-lt"/>
                <a:cs typeface="Arial"/>
              </a:rPr>
              <a:t> </a:t>
            </a:r>
            <a:r>
              <a:rPr lang="vi-VN" sz="1600" b="1">
                <a:solidFill>
                  <a:srgbClr val="808030"/>
                </a:solidFill>
                <a:latin typeface="Courier New"/>
                <a:ea typeface="+mn-lt"/>
                <a:cs typeface="Arial"/>
              </a:rPr>
              <a:t>&lt;&lt;</a:t>
            </a:r>
            <a:r>
              <a:rPr lang="vi-VN" sz="1600" b="1">
                <a:solidFill>
                  <a:schemeClr val="tx1"/>
                </a:solidFill>
                <a:latin typeface="Courier New"/>
                <a:ea typeface="+mn-lt"/>
                <a:cs typeface="Arial"/>
              </a:rPr>
              <a:t> </a:t>
            </a:r>
            <a:r>
              <a:rPr lang="vi-VN" sz="1600" b="1" err="1">
                <a:solidFill>
                  <a:srgbClr val="603000"/>
                </a:solidFill>
                <a:latin typeface="Courier New"/>
                <a:ea typeface="+mn-lt"/>
                <a:cs typeface="Arial"/>
              </a:rPr>
              <a:t>endl</a:t>
            </a:r>
            <a:r>
              <a:rPr lang="vi-VN" sz="1600" b="1">
                <a:solidFill>
                  <a:srgbClr val="800080"/>
                </a:solidFill>
                <a:latin typeface="Courier New"/>
                <a:ea typeface="+mn-lt"/>
                <a:cs typeface="Arial"/>
              </a:rPr>
              <a:t>;</a:t>
            </a:r>
            <a:r>
              <a:rPr lang="vi-VN" sz="1600" b="1">
                <a:solidFill>
                  <a:schemeClr val="tx1"/>
                </a:solidFill>
                <a:latin typeface="Courier New"/>
                <a:ea typeface="+mn-lt"/>
                <a:cs typeface="Arial"/>
              </a:rPr>
              <a:t>
        </a:t>
            </a:r>
            <a:r>
              <a:rPr lang="vi-VN" sz="1600" b="1" err="1">
                <a:solidFill>
                  <a:srgbClr val="603000"/>
                </a:solidFill>
                <a:latin typeface="Courier New"/>
                <a:ea typeface="+mn-lt"/>
                <a:cs typeface="Arial"/>
              </a:rPr>
              <a:t>cout</a:t>
            </a:r>
            <a:r>
              <a:rPr lang="vi-VN" sz="1600" b="1">
                <a:solidFill>
                  <a:schemeClr val="tx1"/>
                </a:solidFill>
                <a:latin typeface="Courier New"/>
                <a:ea typeface="+mn-lt"/>
                <a:cs typeface="Arial"/>
              </a:rPr>
              <a:t> </a:t>
            </a:r>
            <a:r>
              <a:rPr lang="vi-VN" sz="1600" b="1">
                <a:solidFill>
                  <a:srgbClr val="808030"/>
                </a:solidFill>
                <a:latin typeface="Courier New"/>
                <a:ea typeface="+mn-lt"/>
                <a:cs typeface="Arial"/>
              </a:rPr>
              <a:t>&lt;&lt;</a:t>
            </a:r>
            <a:r>
              <a:rPr lang="vi-VN" sz="1600" b="1">
                <a:solidFill>
                  <a:schemeClr val="tx1"/>
                </a:solidFill>
                <a:latin typeface="Courier New"/>
                <a:ea typeface="+mn-lt"/>
                <a:cs typeface="Arial"/>
              </a:rPr>
              <a:t> </a:t>
            </a:r>
            <a:r>
              <a:rPr lang="vi-VN" sz="1600" b="1">
                <a:solidFill>
                  <a:srgbClr val="800000"/>
                </a:solidFill>
                <a:latin typeface="Courier New"/>
                <a:ea typeface="+mn-lt"/>
                <a:cs typeface="Arial"/>
              </a:rPr>
              <a:t>"</a:t>
            </a:r>
            <a:r>
              <a:rPr lang="vi-VN" sz="1600" b="1">
                <a:solidFill>
                  <a:srgbClr val="0000E6"/>
                </a:solidFill>
                <a:latin typeface="Courier New"/>
                <a:ea typeface="+mn-lt"/>
                <a:cs typeface="Arial"/>
              </a:rPr>
              <a:t>----------------------</a:t>
            </a:r>
            <a:r>
              <a:rPr lang="vi-VN" sz="1600" b="1">
                <a:solidFill>
                  <a:srgbClr val="0F69FF"/>
                </a:solidFill>
                <a:latin typeface="Courier New"/>
                <a:ea typeface="+mn-lt"/>
                <a:cs typeface="Arial"/>
              </a:rPr>
              <a:t>\n</a:t>
            </a:r>
            <a:r>
              <a:rPr lang="vi-VN" sz="1600" b="1">
                <a:solidFill>
                  <a:srgbClr val="800000"/>
                </a:solidFill>
                <a:latin typeface="Courier New"/>
                <a:ea typeface="+mn-lt"/>
                <a:cs typeface="Arial"/>
              </a:rPr>
              <a:t>"</a:t>
            </a:r>
            <a:r>
              <a:rPr lang="vi-VN" sz="1600" b="1">
                <a:solidFill>
                  <a:srgbClr val="800080"/>
                </a:solidFill>
                <a:latin typeface="Courier New"/>
                <a:ea typeface="+mn-lt"/>
                <a:cs typeface="Arial"/>
              </a:rPr>
              <a:t>;</a:t>
            </a:r>
            <a:r>
              <a:rPr lang="vi-VN" sz="1600" b="1">
                <a:solidFill>
                  <a:schemeClr val="tx1"/>
                </a:solidFill>
                <a:latin typeface="Courier New"/>
                <a:ea typeface="+mn-lt"/>
                <a:cs typeface="Arial"/>
              </a:rPr>
              <a:t>
        p </a:t>
            </a:r>
            <a:r>
              <a:rPr lang="vi-VN" sz="1600" b="1">
                <a:solidFill>
                  <a:srgbClr val="808030"/>
                </a:solidFill>
                <a:latin typeface="Courier New"/>
                <a:ea typeface="+mn-lt"/>
                <a:cs typeface="Arial"/>
              </a:rPr>
              <a:t>=</a:t>
            </a:r>
            <a:r>
              <a:rPr lang="vi-VN" sz="1600" b="1">
                <a:solidFill>
                  <a:schemeClr val="tx1"/>
                </a:solidFill>
                <a:latin typeface="Courier New"/>
                <a:ea typeface="+mn-lt"/>
                <a:cs typeface="Arial"/>
              </a:rPr>
              <a:t> p</a:t>
            </a:r>
            <a:r>
              <a:rPr lang="vi-VN" sz="1600" b="1">
                <a:solidFill>
                  <a:srgbClr val="808030"/>
                </a:solidFill>
                <a:latin typeface="Courier New"/>
                <a:ea typeface="+mn-lt"/>
                <a:cs typeface="Arial"/>
              </a:rPr>
              <a:t>-&gt;</a:t>
            </a:r>
            <a:r>
              <a:rPr lang="vi-VN" sz="1600" b="1" err="1">
                <a:solidFill>
                  <a:schemeClr val="tx1"/>
                </a:solidFill>
                <a:latin typeface="Courier New"/>
                <a:ea typeface="+mn-lt"/>
                <a:cs typeface="Arial"/>
              </a:rPr>
              <a:t>next</a:t>
            </a:r>
            <a:r>
              <a:rPr lang="vi-VN" sz="1600" b="1">
                <a:solidFill>
                  <a:srgbClr val="800080"/>
                </a:solidFill>
                <a:latin typeface="Courier New"/>
                <a:ea typeface="+mn-lt"/>
                <a:cs typeface="Arial"/>
              </a:rPr>
              <a:t>;</a:t>
            </a:r>
            <a:r>
              <a:rPr lang="vi-VN" sz="1600" b="1">
                <a:solidFill>
                  <a:schemeClr val="tx1"/>
                </a:solidFill>
                <a:latin typeface="Courier New"/>
                <a:ea typeface="+mn-lt"/>
                <a:cs typeface="Arial"/>
              </a:rPr>
              <a:t>
    </a:t>
            </a:r>
            <a:r>
              <a:rPr lang="vi-VN" sz="1600" b="1">
                <a:solidFill>
                  <a:srgbClr val="800080"/>
                </a:solidFill>
                <a:latin typeface="Courier New"/>
                <a:ea typeface="+mn-lt"/>
                <a:cs typeface="Arial"/>
              </a:rPr>
              <a:t>}</a:t>
            </a:r>
            <a:r>
              <a:rPr lang="vi-VN" sz="1600" b="1">
                <a:solidFill>
                  <a:schemeClr val="tx1"/>
                </a:solidFill>
                <a:latin typeface="Courier New"/>
                <a:ea typeface="+mn-lt"/>
                <a:cs typeface="Arial"/>
              </a:rPr>
              <a:t>
</a:t>
            </a:r>
            <a:r>
              <a:rPr lang="vi-VN" sz="1600" b="1">
                <a:solidFill>
                  <a:srgbClr val="800080"/>
                </a:solidFill>
                <a:latin typeface="Courier New"/>
                <a:ea typeface="+mn-lt"/>
                <a:cs typeface="Arial"/>
              </a:rPr>
              <a:t>}</a:t>
            </a:r>
            <a:endParaRPr lang="vi-VN" sz="1600" b="1">
              <a:solidFill>
                <a:srgbClr val="800080"/>
              </a:solidFill>
              <a:latin typeface="Courier New"/>
              <a:cs typeface="Courier New"/>
            </a:endParaRPr>
          </a:p>
        </p:txBody>
      </p:sp>
      <p:sp>
        <p:nvSpPr>
          <p:cNvPr id="5" name="Hình chữ nhật 4">
            <a:extLst>
              <a:ext uri="{FF2B5EF4-FFF2-40B4-BE49-F238E27FC236}">
                <a16:creationId xmlns:a16="http://schemas.microsoft.com/office/drawing/2014/main" id="{37C643E5-2858-6932-D112-FB3D17B9D2C6}"/>
              </a:ext>
            </a:extLst>
          </p:cNvPr>
          <p:cNvSpPr/>
          <p:nvPr/>
        </p:nvSpPr>
        <p:spPr>
          <a:xfrm>
            <a:off x="-2220" y="1124628"/>
            <a:ext cx="12173597" cy="1622906"/>
          </a:xfrm>
          <a:prstGeom prst="rect">
            <a:avLst/>
          </a:prstGeom>
          <a:solidFill>
            <a:schemeClr val="bg1">
              <a:lumMod val="85000"/>
            </a:schemeClr>
          </a:solidFill>
          <a:ln>
            <a:solidFill>
              <a:srgbClr val="29176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vi-VN">
              <a:solidFill>
                <a:schemeClr val="tx1"/>
              </a:solidFill>
              <a:latin typeface="Open Sans"/>
              <a:ea typeface="Open Sans"/>
              <a:cs typeface="Arial"/>
            </a:endParaRPr>
          </a:p>
          <a:p>
            <a:endParaRPr lang="vi-VN" b="1">
              <a:solidFill>
                <a:schemeClr val="tx1"/>
              </a:solidFill>
              <a:latin typeface="Open Sans"/>
              <a:ea typeface="Open Sans"/>
              <a:cs typeface="Arial"/>
            </a:endParaRPr>
          </a:p>
          <a:p>
            <a:pPr marL="285750" indent="-285750">
              <a:buFont typeface="Arial"/>
              <a:buChar char="•"/>
            </a:pPr>
            <a:r>
              <a:rPr lang="vi-VN" b="1">
                <a:solidFill>
                  <a:schemeClr val="tx1"/>
                </a:solidFill>
                <a:latin typeface="Open Sans"/>
                <a:ea typeface="Open Sans"/>
                <a:cs typeface="Arial"/>
              </a:rPr>
              <a:t>Chức Năng: </a:t>
            </a:r>
            <a:r>
              <a:rPr lang="vi">
                <a:solidFill>
                  <a:schemeClr val="tx1"/>
                </a:solidFill>
                <a:latin typeface="Open Sans"/>
                <a:ea typeface="Open Sans"/>
                <a:cs typeface="Times New Roman"/>
              </a:rPr>
              <a:t>Hàm </a:t>
            </a:r>
            <a:r>
              <a:rPr lang="vi" b="1">
                <a:solidFill>
                  <a:schemeClr val="tx1"/>
                </a:solidFill>
                <a:latin typeface="Open Sans"/>
                <a:ea typeface="Open Sans"/>
                <a:cs typeface="Times New Roman"/>
              </a:rPr>
              <a:t>hienThiSach() </a:t>
            </a:r>
            <a:r>
              <a:rPr lang="vi">
                <a:solidFill>
                  <a:schemeClr val="tx1"/>
                </a:solidFill>
                <a:latin typeface="Open Sans"/>
                <a:ea typeface="Open Sans"/>
                <a:cs typeface="Times New Roman"/>
              </a:rPr>
              <a:t>dùng để hiển thị toàn bộ danh sách </a:t>
            </a:r>
            <a:r>
              <a:rPr lang="vi" err="1">
                <a:solidFill>
                  <a:schemeClr val="tx1"/>
                </a:solidFill>
                <a:latin typeface="Open Sans"/>
                <a:ea typeface="Open Sans"/>
                <a:cs typeface="Times New Roman"/>
              </a:rPr>
              <a:t>sách</a:t>
            </a:r>
            <a:r>
              <a:rPr lang="vi">
                <a:solidFill>
                  <a:schemeClr val="tx1"/>
                </a:solidFill>
                <a:latin typeface="Open Sans"/>
                <a:ea typeface="Open Sans"/>
                <a:cs typeface="Times New Roman"/>
              </a:rPr>
              <a:t> hiện có. </a:t>
            </a:r>
            <a:endParaRPr lang="vi-VN">
              <a:solidFill>
                <a:schemeClr val="tx1"/>
              </a:solidFill>
              <a:latin typeface="Open Sans"/>
              <a:ea typeface="Open Sans"/>
              <a:cs typeface="Arial" panose="020B0604020202020204" pitchFamily="34" charset="0"/>
            </a:endParaRPr>
          </a:p>
          <a:p>
            <a:pPr marL="285750" indent="-285750">
              <a:buFont typeface="Arial"/>
              <a:buChar char="•"/>
            </a:pPr>
            <a:r>
              <a:rPr lang="vi-VN" b="1">
                <a:solidFill>
                  <a:schemeClr val="tx1"/>
                </a:solidFill>
                <a:latin typeface="Open Sans"/>
                <a:ea typeface="+mn-lt"/>
                <a:cs typeface="Arial"/>
              </a:rPr>
              <a:t>Cách hoạt động:</a:t>
            </a:r>
            <a:r>
              <a:rPr lang="vi-VN">
                <a:solidFill>
                  <a:schemeClr val="tx1"/>
                </a:solidFill>
                <a:latin typeface="Open Sans"/>
                <a:ea typeface="+mn-lt"/>
                <a:cs typeface="Arial"/>
              </a:rPr>
              <a:t> </a:t>
            </a:r>
            <a:br>
              <a:rPr lang="vi-VN">
                <a:latin typeface="Open Sans"/>
                <a:ea typeface="+mn-lt"/>
                <a:cs typeface="Arial"/>
              </a:rPr>
            </a:br>
            <a:r>
              <a:rPr lang="vi">
                <a:solidFill>
                  <a:schemeClr val="tx1"/>
                </a:solidFill>
                <a:latin typeface="Open Sans"/>
                <a:ea typeface="+mn-lt"/>
                <a:cs typeface="Arial"/>
              </a:rPr>
              <a:t>- Nếu danh sách rỗng </a:t>
            </a:r>
            <a:r>
              <a:rPr lang="vi" b="1">
                <a:solidFill>
                  <a:schemeClr val="tx1"/>
                </a:solidFill>
                <a:latin typeface="Open Sans"/>
                <a:ea typeface="+mn-lt"/>
                <a:cs typeface="Arial"/>
              </a:rPr>
              <a:t>(</a:t>
            </a:r>
            <a:r>
              <a:rPr lang="vi" b="1" err="1">
                <a:solidFill>
                  <a:schemeClr val="tx1"/>
                </a:solidFill>
                <a:latin typeface="Open Sans"/>
                <a:ea typeface="+mn-lt"/>
                <a:cs typeface="Arial"/>
              </a:rPr>
              <a:t>head</a:t>
            </a:r>
            <a:r>
              <a:rPr lang="vi" b="1">
                <a:solidFill>
                  <a:schemeClr val="tx1"/>
                </a:solidFill>
                <a:latin typeface="Open Sans"/>
                <a:ea typeface="+mn-lt"/>
                <a:cs typeface="Arial"/>
              </a:rPr>
              <a:t> == NULL)</a:t>
            </a:r>
            <a:r>
              <a:rPr lang="vi">
                <a:solidFill>
                  <a:schemeClr val="tx1"/>
                </a:solidFill>
                <a:latin typeface="Open Sans"/>
                <a:ea typeface="+mn-lt"/>
                <a:cs typeface="Arial"/>
              </a:rPr>
              <a:t>, chương trình thông báo không có sách. </a:t>
            </a:r>
            <a:br>
              <a:rPr lang="vi">
                <a:latin typeface="Open Sans"/>
                <a:ea typeface="+mn-lt"/>
                <a:cs typeface="Arial"/>
              </a:rPr>
            </a:br>
            <a:r>
              <a:rPr lang="vi">
                <a:solidFill>
                  <a:schemeClr val="tx1"/>
                </a:solidFill>
                <a:latin typeface="Open Sans"/>
                <a:ea typeface="+mn-lt"/>
                <a:cs typeface="Arial"/>
              </a:rPr>
              <a:t>- Nếu có sách, hàm duyệt từng phần tử trong danh sách liên kết đơn, in ra mã sách, tên sách, tác giả và thể loại, sau đó chuyển sang phần tử tiếp theo cho đến hết.</a:t>
            </a:r>
          </a:p>
          <a:p>
            <a:endParaRPr lang="vi-VN">
              <a:solidFill>
                <a:schemeClr val="tx1"/>
              </a:solidFill>
              <a:latin typeface="Open Sans"/>
              <a:ea typeface="+mn-lt"/>
              <a:cs typeface="Arial"/>
            </a:endParaRPr>
          </a:p>
          <a:p>
            <a:r>
              <a:rPr lang="vi-VN">
                <a:solidFill>
                  <a:schemeClr val="tx1"/>
                </a:solidFill>
                <a:latin typeface="Open Sans"/>
                <a:ea typeface="+mn-lt"/>
                <a:cs typeface="Arial"/>
              </a:rPr>
              <a:t>     </a:t>
            </a:r>
          </a:p>
        </p:txBody>
      </p:sp>
    </p:spTree>
    <p:extLst>
      <p:ext uri="{BB962C8B-B14F-4D97-AF65-F5344CB8AC3E}">
        <p14:creationId xmlns:p14="http://schemas.microsoft.com/office/powerpoint/2010/main" val="35209016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a:extLst>
            <a:ext uri="{FF2B5EF4-FFF2-40B4-BE49-F238E27FC236}">
              <a16:creationId xmlns:a16="http://schemas.microsoft.com/office/drawing/2014/main" id="{FBC9CD8E-83E1-0E20-BA2C-408A322B54A3}"/>
            </a:ext>
          </a:extLst>
        </p:cNvPr>
        <p:cNvGrpSpPr/>
        <p:nvPr/>
      </p:nvGrpSpPr>
      <p:grpSpPr>
        <a:xfrm>
          <a:off x="0" y="0"/>
          <a:ext cx="0" cy="0"/>
          <a:chOff x="0" y="0"/>
          <a:chExt cx="0" cy="0"/>
        </a:xfrm>
      </p:grpSpPr>
      <p:sp>
        <p:nvSpPr>
          <p:cNvPr id="2" name="Tiêu đề 1">
            <a:extLst>
              <a:ext uri="{FF2B5EF4-FFF2-40B4-BE49-F238E27FC236}">
                <a16:creationId xmlns:a16="http://schemas.microsoft.com/office/drawing/2014/main" id="{EF94AA51-544C-CBCC-F65D-415F0FC9E489}"/>
              </a:ext>
            </a:extLst>
          </p:cNvPr>
          <p:cNvSpPr>
            <a:spLocks noGrp="1"/>
          </p:cNvSpPr>
          <p:nvPr>
            <p:ph type="title"/>
          </p:nvPr>
        </p:nvSpPr>
        <p:spPr>
          <a:xfrm>
            <a:off x="1168879" y="259350"/>
            <a:ext cx="9851572" cy="1103330"/>
          </a:xfrm>
        </p:spPr>
        <p:txBody>
          <a:bodyPr>
            <a:normAutofit/>
          </a:bodyPr>
          <a:lstStyle/>
          <a:p>
            <a:pPr algn="ctr"/>
            <a:r>
              <a:rPr lang="vi-VN" b="1">
                <a:solidFill>
                  <a:srgbClr val="FFC000"/>
                </a:solidFill>
                <a:latin typeface="Segoe UI"/>
                <a:cs typeface="Times New Roman"/>
              </a:rPr>
              <a:t>HÀM TÌM KIẾM SÁCH</a:t>
            </a:r>
            <a:endParaRPr lang="vi-VN" b="1">
              <a:solidFill>
                <a:srgbClr val="FFC000"/>
              </a:solidFill>
              <a:latin typeface="Segoe UI"/>
              <a:cs typeface="Times New Roman" panose="02020603050405020304" pitchFamily="18" charset="0"/>
            </a:endParaRPr>
          </a:p>
        </p:txBody>
      </p:sp>
      <p:sp>
        <p:nvSpPr>
          <p:cNvPr id="4" name="Hình chữ nhật 3">
            <a:extLst>
              <a:ext uri="{FF2B5EF4-FFF2-40B4-BE49-F238E27FC236}">
                <a16:creationId xmlns:a16="http://schemas.microsoft.com/office/drawing/2014/main" id="{294897E1-C83E-597D-C80E-95442AF577A5}"/>
              </a:ext>
            </a:extLst>
          </p:cNvPr>
          <p:cNvSpPr/>
          <p:nvPr/>
        </p:nvSpPr>
        <p:spPr>
          <a:xfrm>
            <a:off x="7105582" y="1128174"/>
            <a:ext cx="5030025" cy="2763411"/>
          </a:xfrm>
          <a:prstGeom prst="rect">
            <a:avLst/>
          </a:prstGeom>
          <a:solidFill>
            <a:schemeClr val="bg1">
              <a:lumMod val="85000"/>
            </a:schemeClr>
          </a:solidFill>
          <a:ln>
            <a:solidFill>
              <a:srgbClr val="29176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vi-VN" sz="1600" b="1">
                <a:solidFill>
                  <a:srgbClr val="000000"/>
                </a:solidFill>
                <a:latin typeface="Courier New"/>
                <a:ea typeface="+mn-lt"/>
                <a:cs typeface="Arial"/>
              </a:rPr>
              <a:t>Sach</a:t>
            </a:r>
            <a:r>
              <a:rPr lang="vi-VN" sz="1600" b="1">
                <a:solidFill>
                  <a:srgbClr val="808030"/>
                </a:solidFill>
                <a:latin typeface="Courier New"/>
                <a:ea typeface="+mn-lt"/>
                <a:cs typeface="Arial"/>
              </a:rPr>
              <a:t>*</a:t>
            </a:r>
            <a:r>
              <a:rPr lang="vi-VN" sz="1600" b="1">
                <a:solidFill>
                  <a:srgbClr val="000000"/>
                </a:solidFill>
                <a:latin typeface="Courier New"/>
                <a:ea typeface="+mn-lt"/>
                <a:cs typeface="Arial"/>
              </a:rPr>
              <a:t> </a:t>
            </a:r>
            <a:r>
              <a:rPr lang="vi-VN" sz="1600" b="1">
                <a:solidFill>
                  <a:schemeClr val="tx1"/>
                </a:solidFill>
                <a:latin typeface="Courier New"/>
                <a:ea typeface="+mn-lt"/>
                <a:cs typeface="Arial"/>
              </a:rPr>
              <a:t>QuanLySach</a:t>
            </a:r>
            <a:r>
              <a:rPr lang="vi-VN" sz="1600" b="1">
                <a:solidFill>
                  <a:srgbClr val="800080"/>
                </a:solidFill>
                <a:latin typeface="Courier New"/>
                <a:ea typeface="+mn-lt"/>
                <a:cs typeface="Arial"/>
              </a:rPr>
              <a:t>::</a:t>
            </a:r>
            <a:r>
              <a:rPr lang="vi-VN" sz="1600" b="1">
                <a:solidFill>
                  <a:schemeClr val="tx1"/>
                </a:solidFill>
                <a:latin typeface="Courier New"/>
                <a:ea typeface="+mn-lt"/>
                <a:cs typeface="Arial"/>
              </a:rPr>
              <a:t>timSachTheoMa</a:t>
            </a:r>
            <a:r>
              <a:rPr lang="vi-VN" sz="1600" b="1">
                <a:solidFill>
                  <a:srgbClr val="808030"/>
                </a:solidFill>
                <a:latin typeface="Courier New"/>
                <a:ea typeface="+mn-lt"/>
                <a:cs typeface="Arial"/>
              </a:rPr>
              <a:t>(</a:t>
            </a:r>
            <a:r>
              <a:rPr lang="vi-VN" sz="1600" b="1">
                <a:solidFill>
                  <a:srgbClr val="800000"/>
                </a:solidFill>
                <a:latin typeface="Courier New"/>
                <a:ea typeface="+mn-lt"/>
                <a:cs typeface="Arial"/>
              </a:rPr>
              <a:t>int</a:t>
            </a:r>
            <a:r>
              <a:rPr lang="vi-VN" sz="1600" b="1">
                <a:solidFill>
                  <a:schemeClr val="tx1"/>
                </a:solidFill>
                <a:latin typeface="Courier New"/>
                <a:ea typeface="+mn-lt"/>
                <a:cs typeface="Arial"/>
              </a:rPr>
              <a:t> ma</a:t>
            </a:r>
            <a:r>
              <a:rPr lang="vi-VN" sz="1600" b="1">
                <a:solidFill>
                  <a:srgbClr val="808030"/>
                </a:solidFill>
                <a:latin typeface="Courier New"/>
                <a:ea typeface="+mn-lt"/>
                <a:cs typeface="Arial"/>
              </a:rPr>
              <a:t>)</a:t>
            </a:r>
            <a:r>
              <a:rPr lang="vi-VN" sz="1600" b="1">
                <a:solidFill>
                  <a:schemeClr val="tx1"/>
                </a:solidFill>
                <a:latin typeface="Courier New"/>
                <a:ea typeface="+mn-lt"/>
                <a:cs typeface="Arial"/>
              </a:rPr>
              <a:t> </a:t>
            </a:r>
            <a:r>
              <a:rPr lang="vi-VN" sz="1600" b="1">
                <a:solidFill>
                  <a:srgbClr val="800080"/>
                </a:solidFill>
                <a:latin typeface="Courier New"/>
                <a:ea typeface="+mn-lt"/>
                <a:cs typeface="Arial"/>
              </a:rPr>
              <a:t>{</a:t>
            </a:r>
            <a:r>
              <a:rPr lang="vi-VN" sz="1600" b="1">
                <a:solidFill>
                  <a:schemeClr val="tx1"/>
                </a:solidFill>
                <a:latin typeface="Courier New"/>
                <a:ea typeface="+mn-lt"/>
                <a:cs typeface="Arial"/>
              </a:rPr>
              <a:t>
    Sach</a:t>
            </a:r>
            <a:r>
              <a:rPr lang="vi-VN" sz="1600" b="1">
                <a:solidFill>
                  <a:srgbClr val="808030"/>
                </a:solidFill>
                <a:latin typeface="Courier New"/>
                <a:ea typeface="+mn-lt"/>
                <a:cs typeface="Arial"/>
              </a:rPr>
              <a:t>*</a:t>
            </a:r>
            <a:r>
              <a:rPr lang="vi-VN" sz="1600" b="1">
                <a:solidFill>
                  <a:schemeClr val="tx1"/>
                </a:solidFill>
                <a:latin typeface="Courier New"/>
                <a:ea typeface="+mn-lt"/>
                <a:cs typeface="Arial"/>
              </a:rPr>
              <a:t> p </a:t>
            </a:r>
            <a:r>
              <a:rPr lang="vi-VN" sz="1600" b="1">
                <a:solidFill>
                  <a:srgbClr val="808030"/>
                </a:solidFill>
                <a:latin typeface="Courier New"/>
                <a:ea typeface="+mn-lt"/>
                <a:cs typeface="Arial"/>
              </a:rPr>
              <a:t>=</a:t>
            </a:r>
            <a:r>
              <a:rPr lang="vi-VN" sz="1600" b="1">
                <a:solidFill>
                  <a:schemeClr val="tx1"/>
                </a:solidFill>
                <a:latin typeface="Courier New"/>
                <a:ea typeface="+mn-lt"/>
                <a:cs typeface="Arial"/>
              </a:rPr>
              <a:t> head</a:t>
            </a:r>
            <a:r>
              <a:rPr lang="vi-VN" sz="1600" b="1">
                <a:solidFill>
                  <a:srgbClr val="800080"/>
                </a:solidFill>
                <a:latin typeface="Courier New"/>
                <a:ea typeface="+mn-lt"/>
                <a:cs typeface="Arial"/>
              </a:rPr>
              <a:t>;</a:t>
            </a:r>
            <a:r>
              <a:rPr lang="vi-VN" sz="1600" b="1">
                <a:solidFill>
                  <a:schemeClr val="tx1"/>
                </a:solidFill>
                <a:latin typeface="Courier New"/>
                <a:ea typeface="+mn-lt"/>
                <a:cs typeface="Arial"/>
              </a:rPr>
              <a:t>
    </a:t>
            </a:r>
            <a:r>
              <a:rPr lang="vi-VN" sz="1600" b="1">
                <a:solidFill>
                  <a:srgbClr val="800000"/>
                </a:solidFill>
                <a:latin typeface="Courier New"/>
                <a:ea typeface="+mn-lt"/>
                <a:cs typeface="Arial"/>
              </a:rPr>
              <a:t>while</a:t>
            </a:r>
            <a:r>
              <a:rPr lang="vi-VN" sz="1600" b="1">
                <a:solidFill>
                  <a:schemeClr val="tx1"/>
                </a:solidFill>
                <a:latin typeface="Courier New"/>
                <a:ea typeface="+mn-lt"/>
                <a:cs typeface="Arial"/>
              </a:rPr>
              <a:t> </a:t>
            </a:r>
            <a:r>
              <a:rPr lang="vi-VN" sz="1600" b="1">
                <a:solidFill>
                  <a:srgbClr val="808030"/>
                </a:solidFill>
                <a:latin typeface="Courier New"/>
                <a:ea typeface="+mn-lt"/>
                <a:cs typeface="Arial"/>
              </a:rPr>
              <a:t>(</a:t>
            </a:r>
            <a:r>
              <a:rPr lang="vi-VN" sz="1600" b="1">
                <a:solidFill>
                  <a:schemeClr val="tx1"/>
                </a:solidFill>
                <a:latin typeface="Courier New"/>
                <a:ea typeface="+mn-lt"/>
                <a:cs typeface="Arial"/>
              </a:rPr>
              <a:t>p </a:t>
            </a:r>
            <a:r>
              <a:rPr lang="vi-VN" sz="1600" b="1">
                <a:solidFill>
                  <a:srgbClr val="808030"/>
                </a:solidFill>
                <a:latin typeface="Courier New"/>
                <a:ea typeface="+mn-lt"/>
                <a:cs typeface="Arial"/>
              </a:rPr>
              <a:t>!=</a:t>
            </a:r>
            <a:r>
              <a:rPr lang="vi-VN" sz="1600" b="1">
                <a:solidFill>
                  <a:schemeClr val="tx1"/>
                </a:solidFill>
                <a:latin typeface="Courier New"/>
                <a:ea typeface="+mn-lt"/>
                <a:cs typeface="Arial"/>
              </a:rPr>
              <a:t> </a:t>
            </a:r>
            <a:r>
              <a:rPr lang="vi-VN" sz="1600" b="1">
                <a:solidFill>
                  <a:srgbClr val="7D0045"/>
                </a:solidFill>
                <a:latin typeface="Courier New"/>
                <a:ea typeface="+mn-lt"/>
                <a:cs typeface="Arial"/>
              </a:rPr>
              <a:t>NULL</a:t>
            </a:r>
            <a:r>
              <a:rPr lang="vi-VN" sz="1600" b="1">
                <a:solidFill>
                  <a:srgbClr val="808030"/>
                </a:solidFill>
                <a:latin typeface="Courier New"/>
                <a:ea typeface="+mn-lt"/>
                <a:cs typeface="Arial"/>
              </a:rPr>
              <a:t>)</a:t>
            </a:r>
            <a:r>
              <a:rPr lang="vi-VN" sz="1600" b="1">
                <a:solidFill>
                  <a:schemeClr val="tx1"/>
                </a:solidFill>
                <a:latin typeface="Courier New"/>
                <a:ea typeface="+mn-lt"/>
                <a:cs typeface="Arial"/>
              </a:rPr>
              <a:t> </a:t>
            </a:r>
            <a:r>
              <a:rPr lang="vi-VN" sz="1600" b="1">
                <a:solidFill>
                  <a:srgbClr val="800080"/>
                </a:solidFill>
                <a:latin typeface="Courier New"/>
                <a:ea typeface="+mn-lt"/>
                <a:cs typeface="Arial"/>
              </a:rPr>
              <a:t>{</a:t>
            </a:r>
            <a:r>
              <a:rPr lang="vi-VN" sz="1600" b="1">
                <a:solidFill>
                  <a:schemeClr val="tx1"/>
                </a:solidFill>
                <a:latin typeface="Courier New"/>
                <a:ea typeface="+mn-lt"/>
                <a:cs typeface="Arial"/>
              </a:rPr>
              <a:t>
        </a:t>
            </a:r>
            <a:r>
              <a:rPr lang="vi-VN" sz="1600" b="1">
                <a:solidFill>
                  <a:srgbClr val="800000"/>
                </a:solidFill>
                <a:latin typeface="Courier New"/>
                <a:ea typeface="+mn-lt"/>
                <a:cs typeface="Arial"/>
              </a:rPr>
              <a:t>if</a:t>
            </a:r>
            <a:r>
              <a:rPr lang="vi-VN" sz="1600" b="1">
                <a:solidFill>
                  <a:srgbClr val="000000"/>
                </a:solidFill>
                <a:latin typeface="Courier New"/>
                <a:ea typeface="+mn-lt"/>
                <a:cs typeface="Arial"/>
              </a:rPr>
              <a:t> </a:t>
            </a:r>
            <a:r>
              <a:rPr lang="vi-VN" sz="1600" b="1">
                <a:solidFill>
                  <a:srgbClr val="808030"/>
                </a:solidFill>
                <a:latin typeface="Courier New"/>
                <a:ea typeface="+mn-lt"/>
                <a:cs typeface="Arial"/>
              </a:rPr>
              <a:t>(</a:t>
            </a:r>
            <a:r>
              <a:rPr lang="vi-VN" sz="1600" b="1">
                <a:solidFill>
                  <a:schemeClr val="tx1"/>
                </a:solidFill>
                <a:latin typeface="Courier New"/>
                <a:ea typeface="+mn-lt"/>
                <a:cs typeface="Arial"/>
              </a:rPr>
              <a:t>p</a:t>
            </a:r>
            <a:r>
              <a:rPr lang="vi-VN" sz="1600" b="1">
                <a:solidFill>
                  <a:srgbClr val="808030"/>
                </a:solidFill>
                <a:latin typeface="Courier New"/>
                <a:ea typeface="+mn-lt"/>
                <a:cs typeface="Arial"/>
              </a:rPr>
              <a:t>-&gt;</a:t>
            </a:r>
            <a:r>
              <a:rPr lang="vi-VN" sz="1600" b="1">
                <a:solidFill>
                  <a:schemeClr val="tx1"/>
                </a:solidFill>
                <a:latin typeface="Courier New"/>
                <a:ea typeface="+mn-lt"/>
                <a:cs typeface="Arial"/>
              </a:rPr>
              <a:t>maSach </a:t>
            </a:r>
            <a:r>
              <a:rPr lang="vi-VN" sz="1600" b="1">
                <a:solidFill>
                  <a:srgbClr val="808030"/>
                </a:solidFill>
                <a:latin typeface="Courier New"/>
                <a:ea typeface="+mn-lt"/>
                <a:cs typeface="Arial"/>
              </a:rPr>
              <a:t>==</a:t>
            </a:r>
            <a:r>
              <a:rPr lang="vi-VN" sz="1600" b="1">
                <a:solidFill>
                  <a:srgbClr val="000000"/>
                </a:solidFill>
                <a:latin typeface="Courier New"/>
                <a:ea typeface="+mn-lt"/>
                <a:cs typeface="Arial"/>
              </a:rPr>
              <a:t> ma</a:t>
            </a:r>
            <a:r>
              <a:rPr lang="vi-VN" sz="1600" b="1">
                <a:solidFill>
                  <a:srgbClr val="808030"/>
                </a:solidFill>
                <a:latin typeface="Courier New"/>
                <a:ea typeface="+mn-lt"/>
                <a:cs typeface="Arial"/>
              </a:rPr>
              <a:t>)</a:t>
            </a:r>
            <a:r>
              <a:rPr lang="vi-VN" sz="1600" b="1">
                <a:solidFill>
                  <a:srgbClr val="000000"/>
                </a:solidFill>
                <a:latin typeface="Courier New"/>
                <a:ea typeface="+mn-lt"/>
                <a:cs typeface="Arial"/>
              </a:rPr>
              <a:t> </a:t>
            </a:r>
            <a:r>
              <a:rPr lang="vi-VN" sz="1600" b="1">
                <a:solidFill>
                  <a:srgbClr val="800000"/>
                </a:solidFill>
                <a:latin typeface="Courier New"/>
                <a:ea typeface="+mn-lt"/>
                <a:cs typeface="Arial"/>
              </a:rPr>
              <a:t>return</a:t>
            </a:r>
            <a:r>
              <a:rPr lang="vi-VN" sz="1600" b="1">
                <a:solidFill>
                  <a:srgbClr val="000000"/>
                </a:solidFill>
                <a:latin typeface="Courier New"/>
                <a:ea typeface="+mn-lt"/>
                <a:cs typeface="Arial"/>
              </a:rPr>
              <a:t> p</a:t>
            </a:r>
            <a:r>
              <a:rPr lang="vi-VN" sz="1600" b="1">
                <a:solidFill>
                  <a:srgbClr val="800080"/>
                </a:solidFill>
                <a:latin typeface="Courier New"/>
                <a:ea typeface="+mn-lt"/>
                <a:cs typeface="Arial"/>
              </a:rPr>
              <a:t>;</a:t>
            </a:r>
            <a:r>
              <a:rPr lang="vi-VN" sz="1600" b="1">
                <a:solidFill>
                  <a:schemeClr val="tx1"/>
                </a:solidFill>
                <a:latin typeface="Courier New"/>
                <a:ea typeface="+mn-lt"/>
                <a:cs typeface="Arial"/>
              </a:rPr>
              <a:t>
        p </a:t>
            </a:r>
            <a:r>
              <a:rPr lang="vi-VN" sz="1600" b="1">
                <a:solidFill>
                  <a:srgbClr val="808030"/>
                </a:solidFill>
                <a:latin typeface="Courier New"/>
                <a:ea typeface="+mn-lt"/>
                <a:cs typeface="Arial"/>
              </a:rPr>
              <a:t>=</a:t>
            </a:r>
            <a:r>
              <a:rPr lang="vi-VN" sz="1600" b="1">
                <a:solidFill>
                  <a:schemeClr val="tx1"/>
                </a:solidFill>
                <a:latin typeface="Courier New"/>
                <a:ea typeface="+mn-lt"/>
                <a:cs typeface="Arial"/>
              </a:rPr>
              <a:t> p</a:t>
            </a:r>
            <a:r>
              <a:rPr lang="vi-VN" sz="1600" b="1">
                <a:solidFill>
                  <a:srgbClr val="808030"/>
                </a:solidFill>
                <a:latin typeface="Courier New"/>
                <a:ea typeface="+mn-lt"/>
                <a:cs typeface="Arial"/>
              </a:rPr>
              <a:t>-&gt;</a:t>
            </a:r>
            <a:r>
              <a:rPr lang="vi-VN" sz="1600" b="1">
                <a:solidFill>
                  <a:schemeClr val="tx1"/>
                </a:solidFill>
                <a:latin typeface="Courier New"/>
                <a:ea typeface="+mn-lt"/>
                <a:cs typeface="Arial"/>
              </a:rPr>
              <a:t>next</a:t>
            </a:r>
            <a:r>
              <a:rPr lang="vi-VN" sz="1600" b="1">
                <a:solidFill>
                  <a:srgbClr val="800080"/>
                </a:solidFill>
                <a:latin typeface="Courier New"/>
                <a:ea typeface="+mn-lt"/>
                <a:cs typeface="Arial"/>
              </a:rPr>
              <a:t>;</a:t>
            </a:r>
            <a:r>
              <a:rPr lang="vi-VN" sz="1600" b="1">
                <a:solidFill>
                  <a:schemeClr val="tx1"/>
                </a:solidFill>
                <a:latin typeface="Courier New"/>
                <a:ea typeface="+mn-lt"/>
                <a:cs typeface="Arial"/>
              </a:rPr>
              <a:t>
    </a:t>
            </a:r>
            <a:r>
              <a:rPr lang="vi-VN" sz="1600" b="1">
                <a:solidFill>
                  <a:srgbClr val="800080"/>
                </a:solidFill>
                <a:latin typeface="Courier New"/>
                <a:ea typeface="+mn-lt"/>
                <a:cs typeface="Arial"/>
              </a:rPr>
              <a:t>}</a:t>
            </a:r>
            <a:r>
              <a:rPr lang="vi-VN" sz="1600" b="1">
                <a:solidFill>
                  <a:schemeClr val="tx1"/>
                </a:solidFill>
                <a:latin typeface="Courier New"/>
                <a:ea typeface="+mn-lt"/>
                <a:cs typeface="Arial"/>
              </a:rPr>
              <a:t>
    </a:t>
            </a:r>
            <a:r>
              <a:rPr lang="vi-VN" sz="1600" b="1">
                <a:solidFill>
                  <a:srgbClr val="800000"/>
                </a:solidFill>
                <a:latin typeface="Courier New"/>
                <a:ea typeface="+mn-lt"/>
                <a:cs typeface="Arial"/>
              </a:rPr>
              <a:t>return</a:t>
            </a:r>
            <a:r>
              <a:rPr lang="vi-VN" sz="1600" b="1">
                <a:solidFill>
                  <a:schemeClr val="tx1"/>
                </a:solidFill>
                <a:latin typeface="Courier New"/>
                <a:ea typeface="+mn-lt"/>
                <a:cs typeface="Arial"/>
              </a:rPr>
              <a:t> </a:t>
            </a:r>
            <a:r>
              <a:rPr lang="vi-VN" sz="1600" b="1">
                <a:solidFill>
                  <a:srgbClr val="7D0045"/>
                </a:solidFill>
                <a:latin typeface="Courier New"/>
                <a:ea typeface="+mn-lt"/>
                <a:cs typeface="Arial"/>
              </a:rPr>
              <a:t>NULL</a:t>
            </a:r>
            <a:r>
              <a:rPr lang="vi-VN" sz="1600" b="1">
                <a:solidFill>
                  <a:srgbClr val="800080"/>
                </a:solidFill>
                <a:latin typeface="Courier New"/>
                <a:ea typeface="+mn-lt"/>
                <a:cs typeface="Arial"/>
              </a:rPr>
              <a:t>;</a:t>
            </a:r>
            <a:r>
              <a:rPr lang="vi-VN" sz="1600" b="1">
                <a:solidFill>
                  <a:schemeClr val="tx1"/>
                </a:solidFill>
                <a:latin typeface="Courier New"/>
                <a:ea typeface="+mn-lt"/>
                <a:cs typeface="Arial"/>
              </a:rPr>
              <a:t>
</a:t>
            </a:r>
            <a:r>
              <a:rPr lang="vi-VN" sz="1600" b="1">
                <a:solidFill>
                  <a:srgbClr val="800080"/>
                </a:solidFill>
                <a:latin typeface="Courier New"/>
                <a:ea typeface="+mn-lt"/>
                <a:cs typeface="Arial"/>
              </a:rPr>
              <a:t>}</a:t>
            </a:r>
            <a:endParaRPr lang="vi-VN" b="1">
              <a:latin typeface="Courier New"/>
              <a:cs typeface="Courier New"/>
            </a:endParaRPr>
          </a:p>
        </p:txBody>
      </p:sp>
      <p:sp>
        <p:nvSpPr>
          <p:cNvPr id="5" name="Hình chữ nhật 4">
            <a:extLst>
              <a:ext uri="{FF2B5EF4-FFF2-40B4-BE49-F238E27FC236}">
                <a16:creationId xmlns:a16="http://schemas.microsoft.com/office/drawing/2014/main" id="{116CA3D4-0544-890D-2E99-CD92231F1F73}"/>
              </a:ext>
            </a:extLst>
          </p:cNvPr>
          <p:cNvSpPr/>
          <p:nvPr/>
        </p:nvSpPr>
        <p:spPr>
          <a:xfrm>
            <a:off x="-2220" y="1124628"/>
            <a:ext cx="7012126" cy="2773094"/>
          </a:xfrm>
          <a:prstGeom prst="rect">
            <a:avLst/>
          </a:prstGeom>
          <a:solidFill>
            <a:schemeClr val="bg1">
              <a:lumMod val="85000"/>
            </a:schemeClr>
          </a:solidFill>
          <a:ln>
            <a:solidFill>
              <a:srgbClr val="29176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vi-VN">
              <a:solidFill>
                <a:schemeClr val="tx1"/>
              </a:solidFill>
              <a:latin typeface="Open Sans"/>
              <a:ea typeface="Open Sans"/>
              <a:cs typeface="Arial"/>
            </a:endParaRPr>
          </a:p>
          <a:p>
            <a:endParaRPr lang="vi-VN" b="1">
              <a:solidFill>
                <a:schemeClr val="tx1"/>
              </a:solidFill>
              <a:latin typeface="Open Sans"/>
              <a:ea typeface="Open Sans"/>
              <a:cs typeface="Arial"/>
            </a:endParaRPr>
          </a:p>
          <a:p>
            <a:pPr marL="285750" indent="-285750">
              <a:buFont typeface="Arial"/>
              <a:buChar char="•"/>
            </a:pPr>
            <a:r>
              <a:rPr lang="vi-VN" b="1">
                <a:solidFill>
                  <a:schemeClr val="tx1"/>
                </a:solidFill>
                <a:latin typeface="Open Sans"/>
                <a:ea typeface="Open Sans"/>
                <a:cs typeface="Arial"/>
              </a:rPr>
              <a:t>Chức Năng: </a:t>
            </a:r>
            <a:r>
              <a:rPr lang="vi-VN">
                <a:solidFill>
                  <a:schemeClr val="tx1"/>
                </a:solidFill>
                <a:latin typeface="Open Sans"/>
                <a:ea typeface="Open Sans"/>
                <a:cs typeface="Arial"/>
              </a:rPr>
              <a:t>T</a:t>
            </a:r>
            <a:r>
              <a:rPr lang="vi">
                <a:solidFill>
                  <a:schemeClr val="tx1"/>
                </a:solidFill>
                <a:latin typeface="Open Sans"/>
                <a:ea typeface="+mn-lt"/>
                <a:cs typeface="Arial"/>
              </a:rPr>
              <a:t>ìm kiếm sách theo mã </a:t>
            </a:r>
            <a:endParaRPr lang="vi-VN">
              <a:solidFill>
                <a:schemeClr val="tx1"/>
              </a:solidFill>
              <a:latin typeface="Arial"/>
              <a:ea typeface="Open Sans"/>
              <a:cs typeface="Arial"/>
            </a:endParaRPr>
          </a:p>
          <a:p>
            <a:pPr marL="285750" indent="-285750">
              <a:buFont typeface="Arial"/>
              <a:buChar char="•"/>
            </a:pPr>
            <a:r>
              <a:rPr lang="vi-VN" b="1">
                <a:solidFill>
                  <a:schemeClr val="tx1"/>
                </a:solidFill>
                <a:latin typeface="Open Sans"/>
                <a:ea typeface="+mn-lt"/>
                <a:cs typeface="Arial"/>
              </a:rPr>
              <a:t>Cách hoạt động:</a:t>
            </a:r>
            <a:r>
              <a:rPr lang="vi-VN">
                <a:solidFill>
                  <a:schemeClr val="tx1"/>
                </a:solidFill>
                <a:latin typeface="Open Sans"/>
                <a:ea typeface="+mn-lt"/>
                <a:cs typeface="Arial"/>
              </a:rPr>
              <a:t> </a:t>
            </a:r>
            <a:br>
              <a:rPr lang="vi-VN">
                <a:solidFill>
                  <a:schemeClr val="tx1"/>
                </a:solidFill>
                <a:latin typeface="Open Sans"/>
                <a:ea typeface="+mn-lt"/>
                <a:cs typeface="Arial"/>
              </a:rPr>
            </a:br>
            <a:r>
              <a:rPr lang="vi-VN">
                <a:solidFill>
                  <a:schemeClr val="tx1"/>
                </a:solidFill>
                <a:latin typeface="Open Sans"/>
                <a:ea typeface="+mn-lt"/>
                <a:cs typeface="Arial"/>
              </a:rPr>
              <a:t>- Nhập mã sách cần tìm.  </a:t>
            </a:r>
            <a:br>
              <a:rPr lang="vi-VN">
                <a:solidFill>
                  <a:schemeClr val="tx1"/>
                </a:solidFill>
                <a:latin typeface="Open Sans"/>
                <a:ea typeface="+mn-lt"/>
                <a:cs typeface="Arial"/>
              </a:rPr>
            </a:br>
            <a:r>
              <a:rPr lang="vi-VN">
                <a:solidFill>
                  <a:schemeClr val="tx1"/>
                </a:solidFill>
                <a:latin typeface="Open Sans"/>
                <a:ea typeface="+mn-lt"/>
                <a:cs typeface="Arial"/>
              </a:rPr>
              <a:t>- Duyệt danh sách từ đầu đến cuối.  </a:t>
            </a:r>
            <a:br>
              <a:rPr lang="vi-VN">
                <a:solidFill>
                  <a:schemeClr val="tx1"/>
                </a:solidFill>
                <a:latin typeface="Open Sans"/>
                <a:ea typeface="+mn-lt"/>
                <a:cs typeface="Arial"/>
              </a:rPr>
            </a:br>
            <a:r>
              <a:rPr lang="vi-VN">
                <a:solidFill>
                  <a:schemeClr val="tx1"/>
                </a:solidFill>
                <a:latin typeface="Open Sans"/>
                <a:ea typeface="+mn-lt"/>
                <a:cs typeface="Arial"/>
              </a:rPr>
              <a:t>- So sánh mã từng node.  </a:t>
            </a:r>
            <a:br>
              <a:rPr lang="vi-VN">
                <a:solidFill>
                  <a:schemeClr val="tx1"/>
                </a:solidFill>
                <a:latin typeface="Open Sans"/>
                <a:ea typeface="+mn-lt"/>
                <a:cs typeface="Arial"/>
              </a:rPr>
            </a:br>
            <a:r>
              <a:rPr lang="vi-VN">
                <a:solidFill>
                  <a:schemeClr val="tx1"/>
                </a:solidFill>
                <a:latin typeface="Open Sans"/>
                <a:ea typeface="+mn-lt"/>
                <a:cs typeface="Arial"/>
              </a:rPr>
              <a:t>- In thông tin nếu trùng, báo lỗi nếu không tìm thấy.</a:t>
            </a:r>
            <a:endParaRPr lang="vi-VN">
              <a:solidFill>
                <a:schemeClr val="tx1"/>
              </a:solidFill>
              <a:latin typeface="Arial"/>
              <a:ea typeface="Open Sans"/>
              <a:cs typeface="Arial"/>
            </a:endParaRPr>
          </a:p>
          <a:p>
            <a:endParaRPr lang="vi-VN">
              <a:solidFill>
                <a:schemeClr val="tx1"/>
              </a:solidFill>
              <a:latin typeface="Open Sans"/>
              <a:ea typeface="+mn-lt"/>
              <a:cs typeface="Arial"/>
            </a:endParaRPr>
          </a:p>
        </p:txBody>
      </p:sp>
      <p:sp>
        <p:nvSpPr>
          <p:cNvPr id="3" name="Hình chữ nhật 2">
            <a:extLst>
              <a:ext uri="{FF2B5EF4-FFF2-40B4-BE49-F238E27FC236}">
                <a16:creationId xmlns:a16="http://schemas.microsoft.com/office/drawing/2014/main" id="{C2E437DE-B23F-5A6A-06E2-B485B0931BF9}"/>
              </a:ext>
            </a:extLst>
          </p:cNvPr>
          <p:cNvSpPr/>
          <p:nvPr/>
        </p:nvSpPr>
        <p:spPr>
          <a:xfrm>
            <a:off x="7127732" y="4046778"/>
            <a:ext cx="5022251" cy="2806543"/>
          </a:xfrm>
          <a:prstGeom prst="rect">
            <a:avLst/>
          </a:prstGeom>
          <a:solidFill>
            <a:schemeClr val="bg1">
              <a:lumMod val="85000"/>
            </a:schemeClr>
          </a:solidFill>
          <a:ln>
            <a:solidFill>
              <a:srgbClr val="29176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vi-VN" sz="1600" b="1">
                <a:solidFill>
                  <a:srgbClr val="000000"/>
                </a:solidFill>
                <a:latin typeface="Courier New"/>
                <a:ea typeface="+mn-lt"/>
                <a:cs typeface="Arial"/>
              </a:rPr>
              <a:t>Sach</a:t>
            </a:r>
            <a:r>
              <a:rPr lang="vi-VN" sz="1600" b="1">
                <a:solidFill>
                  <a:srgbClr val="808030"/>
                </a:solidFill>
                <a:latin typeface="Courier New"/>
                <a:ea typeface="+mn-lt"/>
                <a:cs typeface="Arial"/>
              </a:rPr>
              <a:t>*</a:t>
            </a:r>
            <a:r>
              <a:rPr lang="vi-VN" sz="1600" b="1">
                <a:solidFill>
                  <a:srgbClr val="000000"/>
                </a:solidFill>
                <a:latin typeface="Courier New"/>
                <a:ea typeface="+mn-lt"/>
                <a:cs typeface="Arial"/>
              </a:rPr>
              <a:t> </a:t>
            </a:r>
            <a:r>
              <a:rPr lang="vi-VN" sz="1600" b="1">
                <a:solidFill>
                  <a:schemeClr val="tx1"/>
                </a:solidFill>
                <a:latin typeface="Courier New"/>
                <a:ea typeface="+mn-lt"/>
                <a:cs typeface="Arial"/>
              </a:rPr>
              <a:t>QuanLySach</a:t>
            </a:r>
            <a:r>
              <a:rPr lang="vi-VN" sz="1600" b="1">
                <a:solidFill>
                  <a:srgbClr val="800080"/>
                </a:solidFill>
                <a:latin typeface="Courier New"/>
                <a:ea typeface="+mn-lt"/>
                <a:cs typeface="Arial"/>
              </a:rPr>
              <a:t>::</a:t>
            </a:r>
            <a:r>
              <a:rPr lang="vi-VN" sz="1600" b="1">
                <a:solidFill>
                  <a:schemeClr val="tx1"/>
                </a:solidFill>
                <a:latin typeface="Courier New"/>
                <a:ea typeface="+mn-lt"/>
                <a:cs typeface="Arial"/>
              </a:rPr>
              <a:t>timSachTheoMa</a:t>
            </a:r>
            <a:r>
              <a:rPr lang="vi-VN" sz="1600" b="1">
                <a:solidFill>
                  <a:srgbClr val="808030"/>
                </a:solidFill>
                <a:latin typeface="Courier New"/>
                <a:ea typeface="+mn-lt"/>
                <a:cs typeface="Arial"/>
              </a:rPr>
              <a:t>(</a:t>
            </a:r>
            <a:r>
              <a:rPr lang="vi-VN" sz="1600" b="1">
                <a:solidFill>
                  <a:srgbClr val="800000"/>
                </a:solidFill>
                <a:latin typeface="Courier New"/>
                <a:ea typeface="+mn-lt"/>
                <a:cs typeface="Arial"/>
              </a:rPr>
              <a:t>int</a:t>
            </a:r>
            <a:r>
              <a:rPr lang="vi-VN" sz="1600" b="1">
                <a:solidFill>
                  <a:schemeClr val="tx1"/>
                </a:solidFill>
                <a:latin typeface="Courier New"/>
                <a:ea typeface="+mn-lt"/>
                <a:cs typeface="Arial"/>
              </a:rPr>
              <a:t> ma</a:t>
            </a:r>
            <a:r>
              <a:rPr lang="vi-VN" sz="1600" b="1">
                <a:solidFill>
                  <a:srgbClr val="808030"/>
                </a:solidFill>
                <a:latin typeface="Courier New"/>
                <a:ea typeface="+mn-lt"/>
                <a:cs typeface="Arial"/>
              </a:rPr>
              <a:t>)</a:t>
            </a:r>
            <a:r>
              <a:rPr lang="vi-VN" sz="1600" b="1">
                <a:solidFill>
                  <a:schemeClr val="tx1"/>
                </a:solidFill>
                <a:latin typeface="Courier New"/>
                <a:ea typeface="+mn-lt"/>
                <a:cs typeface="Arial"/>
              </a:rPr>
              <a:t> </a:t>
            </a:r>
            <a:r>
              <a:rPr lang="vi-VN" sz="1600" b="1">
                <a:solidFill>
                  <a:srgbClr val="800080"/>
                </a:solidFill>
                <a:latin typeface="Courier New"/>
                <a:ea typeface="+mn-lt"/>
                <a:cs typeface="Arial"/>
              </a:rPr>
              <a:t>{</a:t>
            </a:r>
            <a:r>
              <a:rPr lang="vi-VN" sz="1600" b="1">
                <a:solidFill>
                  <a:schemeClr val="tx1"/>
                </a:solidFill>
                <a:latin typeface="Courier New"/>
                <a:ea typeface="+mn-lt"/>
                <a:cs typeface="Arial"/>
              </a:rPr>
              <a:t>
    Sach</a:t>
            </a:r>
            <a:r>
              <a:rPr lang="vi-VN" sz="1600" b="1">
                <a:solidFill>
                  <a:srgbClr val="808030"/>
                </a:solidFill>
                <a:latin typeface="Courier New"/>
                <a:ea typeface="+mn-lt"/>
                <a:cs typeface="Arial"/>
              </a:rPr>
              <a:t>*</a:t>
            </a:r>
            <a:r>
              <a:rPr lang="vi-VN" sz="1600" b="1">
                <a:solidFill>
                  <a:schemeClr val="tx1"/>
                </a:solidFill>
                <a:latin typeface="Courier New"/>
                <a:ea typeface="+mn-lt"/>
                <a:cs typeface="Arial"/>
              </a:rPr>
              <a:t> p </a:t>
            </a:r>
            <a:r>
              <a:rPr lang="vi-VN" sz="1600" b="1">
                <a:solidFill>
                  <a:srgbClr val="808030"/>
                </a:solidFill>
                <a:latin typeface="Courier New"/>
                <a:ea typeface="+mn-lt"/>
                <a:cs typeface="Arial"/>
              </a:rPr>
              <a:t>=</a:t>
            </a:r>
            <a:r>
              <a:rPr lang="vi-VN" sz="1600" b="1">
                <a:solidFill>
                  <a:schemeClr val="tx1"/>
                </a:solidFill>
                <a:latin typeface="Courier New"/>
                <a:ea typeface="+mn-lt"/>
                <a:cs typeface="Arial"/>
              </a:rPr>
              <a:t> head</a:t>
            </a:r>
            <a:r>
              <a:rPr lang="vi-VN" sz="1600" b="1">
                <a:solidFill>
                  <a:srgbClr val="800080"/>
                </a:solidFill>
                <a:latin typeface="Courier New"/>
                <a:ea typeface="+mn-lt"/>
                <a:cs typeface="Arial"/>
              </a:rPr>
              <a:t>;</a:t>
            </a:r>
            <a:r>
              <a:rPr lang="vi-VN" sz="1600" b="1">
                <a:solidFill>
                  <a:schemeClr val="tx1"/>
                </a:solidFill>
                <a:latin typeface="Courier New"/>
                <a:ea typeface="+mn-lt"/>
                <a:cs typeface="Arial"/>
              </a:rPr>
              <a:t>
    </a:t>
            </a:r>
            <a:r>
              <a:rPr lang="vi-VN" sz="1600" b="1">
                <a:solidFill>
                  <a:srgbClr val="800000"/>
                </a:solidFill>
                <a:latin typeface="Courier New"/>
                <a:ea typeface="+mn-lt"/>
                <a:cs typeface="Arial"/>
              </a:rPr>
              <a:t>while</a:t>
            </a:r>
            <a:r>
              <a:rPr lang="vi-VN" sz="1600" b="1">
                <a:solidFill>
                  <a:schemeClr val="tx1"/>
                </a:solidFill>
                <a:latin typeface="Courier New"/>
                <a:ea typeface="+mn-lt"/>
                <a:cs typeface="Arial"/>
              </a:rPr>
              <a:t> </a:t>
            </a:r>
            <a:r>
              <a:rPr lang="vi-VN" sz="1600" b="1">
                <a:solidFill>
                  <a:srgbClr val="808030"/>
                </a:solidFill>
                <a:latin typeface="Courier New"/>
                <a:ea typeface="+mn-lt"/>
                <a:cs typeface="Arial"/>
              </a:rPr>
              <a:t>(</a:t>
            </a:r>
            <a:r>
              <a:rPr lang="vi-VN" sz="1600" b="1">
                <a:solidFill>
                  <a:schemeClr val="tx1"/>
                </a:solidFill>
                <a:latin typeface="Courier New"/>
                <a:ea typeface="+mn-lt"/>
                <a:cs typeface="Arial"/>
              </a:rPr>
              <a:t>p </a:t>
            </a:r>
            <a:r>
              <a:rPr lang="vi-VN" sz="1600" b="1">
                <a:solidFill>
                  <a:srgbClr val="808030"/>
                </a:solidFill>
                <a:latin typeface="Courier New"/>
                <a:ea typeface="+mn-lt"/>
                <a:cs typeface="Arial"/>
              </a:rPr>
              <a:t>!=</a:t>
            </a:r>
            <a:r>
              <a:rPr lang="vi-VN" sz="1600" b="1">
                <a:solidFill>
                  <a:schemeClr val="tx1"/>
                </a:solidFill>
                <a:latin typeface="Courier New"/>
                <a:ea typeface="+mn-lt"/>
                <a:cs typeface="Arial"/>
              </a:rPr>
              <a:t> </a:t>
            </a:r>
            <a:r>
              <a:rPr lang="vi-VN" sz="1600" b="1">
                <a:solidFill>
                  <a:srgbClr val="7D0045"/>
                </a:solidFill>
                <a:latin typeface="Courier New"/>
                <a:ea typeface="+mn-lt"/>
                <a:cs typeface="Arial"/>
              </a:rPr>
              <a:t>NULL</a:t>
            </a:r>
            <a:r>
              <a:rPr lang="vi-VN" sz="1600" b="1">
                <a:solidFill>
                  <a:srgbClr val="808030"/>
                </a:solidFill>
                <a:latin typeface="Courier New"/>
                <a:ea typeface="+mn-lt"/>
                <a:cs typeface="Arial"/>
              </a:rPr>
              <a:t>)</a:t>
            </a:r>
            <a:r>
              <a:rPr lang="vi-VN" sz="1600" b="1">
                <a:solidFill>
                  <a:schemeClr val="tx1"/>
                </a:solidFill>
                <a:latin typeface="Courier New"/>
                <a:ea typeface="+mn-lt"/>
                <a:cs typeface="Arial"/>
              </a:rPr>
              <a:t> </a:t>
            </a:r>
            <a:r>
              <a:rPr lang="vi-VN" sz="1600" b="1">
                <a:solidFill>
                  <a:srgbClr val="800080"/>
                </a:solidFill>
                <a:latin typeface="Courier New"/>
                <a:ea typeface="+mn-lt"/>
                <a:cs typeface="Arial"/>
              </a:rPr>
              <a:t>{</a:t>
            </a:r>
            <a:r>
              <a:rPr lang="vi-VN" sz="1600" b="1">
                <a:solidFill>
                  <a:schemeClr val="tx1"/>
                </a:solidFill>
                <a:latin typeface="Courier New"/>
                <a:ea typeface="+mn-lt"/>
                <a:cs typeface="Arial"/>
              </a:rPr>
              <a:t>
        </a:t>
            </a:r>
            <a:r>
              <a:rPr lang="vi-VN" sz="1600" b="1">
                <a:solidFill>
                  <a:srgbClr val="800000"/>
                </a:solidFill>
                <a:latin typeface="Courier New"/>
                <a:ea typeface="+mn-lt"/>
                <a:cs typeface="Arial"/>
              </a:rPr>
              <a:t>if</a:t>
            </a:r>
            <a:r>
              <a:rPr lang="vi-VN" sz="1600" b="1">
                <a:solidFill>
                  <a:srgbClr val="000000"/>
                </a:solidFill>
                <a:latin typeface="Courier New"/>
                <a:ea typeface="+mn-lt"/>
                <a:cs typeface="Arial"/>
              </a:rPr>
              <a:t> </a:t>
            </a:r>
            <a:r>
              <a:rPr lang="vi-VN" sz="1600" b="1">
                <a:solidFill>
                  <a:srgbClr val="808030"/>
                </a:solidFill>
                <a:latin typeface="Courier New"/>
                <a:ea typeface="+mn-lt"/>
                <a:cs typeface="Arial"/>
              </a:rPr>
              <a:t>(</a:t>
            </a:r>
            <a:r>
              <a:rPr lang="vi-VN" sz="1600" b="1">
                <a:solidFill>
                  <a:schemeClr val="tx1"/>
                </a:solidFill>
                <a:latin typeface="Courier New"/>
                <a:ea typeface="+mn-lt"/>
                <a:cs typeface="Arial"/>
              </a:rPr>
              <a:t>p</a:t>
            </a:r>
            <a:r>
              <a:rPr lang="vi-VN" sz="1600" b="1">
                <a:solidFill>
                  <a:srgbClr val="808030"/>
                </a:solidFill>
                <a:latin typeface="Courier New"/>
                <a:ea typeface="+mn-lt"/>
                <a:cs typeface="Arial"/>
              </a:rPr>
              <a:t>-&gt;</a:t>
            </a:r>
            <a:r>
              <a:rPr lang="vi-VN" sz="1600" b="1">
                <a:solidFill>
                  <a:schemeClr val="tx1"/>
                </a:solidFill>
                <a:latin typeface="Courier New"/>
                <a:ea typeface="+mn-lt"/>
                <a:cs typeface="Arial"/>
              </a:rPr>
              <a:t>maSach </a:t>
            </a:r>
            <a:r>
              <a:rPr lang="vi-VN" sz="1600" b="1">
                <a:solidFill>
                  <a:srgbClr val="808030"/>
                </a:solidFill>
                <a:latin typeface="Courier New"/>
                <a:ea typeface="+mn-lt"/>
                <a:cs typeface="Arial"/>
              </a:rPr>
              <a:t>==</a:t>
            </a:r>
            <a:r>
              <a:rPr lang="vi-VN" sz="1600" b="1">
                <a:solidFill>
                  <a:srgbClr val="000000"/>
                </a:solidFill>
                <a:latin typeface="Courier New"/>
                <a:ea typeface="+mn-lt"/>
                <a:cs typeface="Arial"/>
              </a:rPr>
              <a:t> ma</a:t>
            </a:r>
            <a:r>
              <a:rPr lang="vi-VN" sz="1600" b="1">
                <a:solidFill>
                  <a:srgbClr val="808030"/>
                </a:solidFill>
                <a:latin typeface="Courier New"/>
                <a:ea typeface="+mn-lt"/>
                <a:cs typeface="Arial"/>
              </a:rPr>
              <a:t>)</a:t>
            </a:r>
            <a:r>
              <a:rPr lang="vi-VN" sz="1600" b="1">
                <a:solidFill>
                  <a:srgbClr val="000000"/>
                </a:solidFill>
                <a:latin typeface="Courier New"/>
                <a:ea typeface="+mn-lt"/>
                <a:cs typeface="Arial"/>
              </a:rPr>
              <a:t> </a:t>
            </a:r>
            <a:r>
              <a:rPr lang="vi-VN" sz="1600" b="1">
                <a:solidFill>
                  <a:srgbClr val="800000"/>
                </a:solidFill>
                <a:latin typeface="Courier New"/>
                <a:ea typeface="+mn-lt"/>
                <a:cs typeface="Arial"/>
              </a:rPr>
              <a:t>return</a:t>
            </a:r>
            <a:r>
              <a:rPr lang="vi-VN" sz="1600" b="1">
                <a:solidFill>
                  <a:srgbClr val="000000"/>
                </a:solidFill>
                <a:latin typeface="Courier New"/>
                <a:ea typeface="+mn-lt"/>
                <a:cs typeface="Arial"/>
              </a:rPr>
              <a:t> p</a:t>
            </a:r>
            <a:r>
              <a:rPr lang="vi-VN" sz="1600" b="1">
                <a:solidFill>
                  <a:srgbClr val="800080"/>
                </a:solidFill>
                <a:latin typeface="Courier New"/>
                <a:ea typeface="+mn-lt"/>
                <a:cs typeface="Arial"/>
              </a:rPr>
              <a:t>;</a:t>
            </a:r>
            <a:r>
              <a:rPr lang="vi-VN" sz="1600" b="1">
                <a:solidFill>
                  <a:schemeClr val="tx1"/>
                </a:solidFill>
                <a:latin typeface="Courier New"/>
                <a:ea typeface="+mn-lt"/>
                <a:cs typeface="Arial"/>
              </a:rPr>
              <a:t>
        p </a:t>
            </a:r>
            <a:r>
              <a:rPr lang="vi-VN" sz="1600" b="1">
                <a:solidFill>
                  <a:srgbClr val="808030"/>
                </a:solidFill>
                <a:latin typeface="Courier New"/>
                <a:ea typeface="+mn-lt"/>
                <a:cs typeface="Arial"/>
              </a:rPr>
              <a:t>=</a:t>
            </a:r>
            <a:r>
              <a:rPr lang="vi-VN" sz="1600" b="1">
                <a:solidFill>
                  <a:schemeClr val="tx1"/>
                </a:solidFill>
                <a:latin typeface="Courier New"/>
                <a:ea typeface="+mn-lt"/>
                <a:cs typeface="Arial"/>
              </a:rPr>
              <a:t> p</a:t>
            </a:r>
            <a:r>
              <a:rPr lang="vi-VN" sz="1600" b="1">
                <a:solidFill>
                  <a:srgbClr val="808030"/>
                </a:solidFill>
                <a:latin typeface="Courier New"/>
                <a:ea typeface="+mn-lt"/>
                <a:cs typeface="Arial"/>
              </a:rPr>
              <a:t>-&gt;</a:t>
            </a:r>
            <a:r>
              <a:rPr lang="vi-VN" sz="1600" b="1">
                <a:solidFill>
                  <a:schemeClr val="tx1"/>
                </a:solidFill>
                <a:latin typeface="Courier New"/>
                <a:ea typeface="+mn-lt"/>
                <a:cs typeface="Arial"/>
              </a:rPr>
              <a:t>next</a:t>
            </a:r>
            <a:r>
              <a:rPr lang="vi-VN" sz="1600" b="1">
                <a:solidFill>
                  <a:srgbClr val="800080"/>
                </a:solidFill>
                <a:latin typeface="Courier New"/>
                <a:ea typeface="+mn-lt"/>
                <a:cs typeface="Arial"/>
              </a:rPr>
              <a:t>;</a:t>
            </a:r>
            <a:r>
              <a:rPr lang="vi-VN" sz="1600" b="1">
                <a:solidFill>
                  <a:schemeClr val="tx1"/>
                </a:solidFill>
                <a:latin typeface="Courier New"/>
                <a:ea typeface="+mn-lt"/>
                <a:cs typeface="Arial"/>
              </a:rPr>
              <a:t>
    </a:t>
            </a:r>
            <a:r>
              <a:rPr lang="vi-VN" sz="1600" b="1">
                <a:solidFill>
                  <a:srgbClr val="800080"/>
                </a:solidFill>
                <a:latin typeface="Courier New"/>
                <a:ea typeface="+mn-lt"/>
                <a:cs typeface="Arial"/>
              </a:rPr>
              <a:t>}</a:t>
            </a:r>
            <a:r>
              <a:rPr lang="vi-VN" sz="1600" b="1">
                <a:solidFill>
                  <a:schemeClr val="tx1"/>
                </a:solidFill>
                <a:latin typeface="Courier New"/>
                <a:ea typeface="+mn-lt"/>
                <a:cs typeface="Arial"/>
              </a:rPr>
              <a:t>
    </a:t>
            </a:r>
            <a:r>
              <a:rPr lang="vi-VN" sz="1600" b="1">
                <a:solidFill>
                  <a:srgbClr val="800000"/>
                </a:solidFill>
                <a:latin typeface="Courier New"/>
                <a:ea typeface="+mn-lt"/>
                <a:cs typeface="Arial"/>
              </a:rPr>
              <a:t>return</a:t>
            </a:r>
            <a:r>
              <a:rPr lang="vi-VN" sz="1600" b="1">
                <a:solidFill>
                  <a:schemeClr val="tx1"/>
                </a:solidFill>
                <a:latin typeface="Courier New"/>
                <a:ea typeface="+mn-lt"/>
                <a:cs typeface="Arial"/>
              </a:rPr>
              <a:t> </a:t>
            </a:r>
            <a:r>
              <a:rPr lang="vi-VN" sz="1600" b="1">
                <a:solidFill>
                  <a:srgbClr val="7D0045"/>
                </a:solidFill>
                <a:latin typeface="Courier New"/>
                <a:ea typeface="+mn-lt"/>
                <a:cs typeface="Arial"/>
              </a:rPr>
              <a:t>NULL</a:t>
            </a:r>
            <a:r>
              <a:rPr lang="vi-VN" sz="1600" b="1">
                <a:solidFill>
                  <a:srgbClr val="800080"/>
                </a:solidFill>
                <a:latin typeface="Courier New"/>
                <a:ea typeface="+mn-lt"/>
                <a:cs typeface="Arial"/>
              </a:rPr>
              <a:t>;</a:t>
            </a:r>
            <a:r>
              <a:rPr lang="vi-VN" sz="1600" b="1">
                <a:solidFill>
                  <a:schemeClr val="tx1"/>
                </a:solidFill>
                <a:latin typeface="Courier New"/>
                <a:ea typeface="+mn-lt"/>
                <a:cs typeface="Arial"/>
              </a:rPr>
              <a:t>
</a:t>
            </a:r>
            <a:r>
              <a:rPr lang="vi-VN" sz="1600" b="1">
                <a:solidFill>
                  <a:srgbClr val="800080"/>
                </a:solidFill>
                <a:latin typeface="Courier New"/>
                <a:ea typeface="+mn-lt"/>
                <a:cs typeface="Arial"/>
              </a:rPr>
              <a:t>}</a:t>
            </a:r>
            <a:endParaRPr lang="vi-VN" b="1">
              <a:latin typeface="Courier New"/>
              <a:cs typeface="Courier New"/>
            </a:endParaRPr>
          </a:p>
        </p:txBody>
      </p:sp>
      <p:sp>
        <p:nvSpPr>
          <p:cNvPr id="6" name="Hình chữ nhật 5">
            <a:extLst>
              <a:ext uri="{FF2B5EF4-FFF2-40B4-BE49-F238E27FC236}">
                <a16:creationId xmlns:a16="http://schemas.microsoft.com/office/drawing/2014/main" id="{46449161-1AB8-7828-4476-68EFC9A1A99F}"/>
              </a:ext>
            </a:extLst>
          </p:cNvPr>
          <p:cNvSpPr/>
          <p:nvPr/>
        </p:nvSpPr>
        <p:spPr>
          <a:xfrm>
            <a:off x="-2220" y="4051965"/>
            <a:ext cx="7014257" cy="2821870"/>
          </a:xfrm>
          <a:prstGeom prst="rect">
            <a:avLst/>
          </a:prstGeom>
          <a:solidFill>
            <a:schemeClr val="bg1">
              <a:lumMod val="85000"/>
            </a:schemeClr>
          </a:solidFill>
          <a:ln>
            <a:solidFill>
              <a:srgbClr val="29176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vi-VN">
              <a:solidFill>
                <a:schemeClr val="tx1">
                  <a:lumMod val="95000"/>
                  <a:lumOff val="5000"/>
                </a:schemeClr>
              </a:solidFill>
              <a:latin typeface="Open Sans"/>
              <a:ea typeface="Open Sans"/>
              <a:cs typeface="Arial"/>
            </a:endParaRPr>
          </a:p>
          <a:p>
            <a:endParaRPr lang="vi-VN" b="1">
              <a:solidFill>
                <a:schemeClr val="tx1">
                  <a:lumMod val="95000"/>
                  <a:lumOff val="5000"/>
                </a:schemeClr>
              </a:solidFill>
              <a:latin typeface="Open Sans"/>
              <a:ea typeface="Open Sans"/>
              <a:cs typeface="Arial"/>
            </a:endParaRPr>
          </a:p>
          <a:p>
            <a:pPr marL="285750" indent="-285750">
              <a:buFont typeface="Arial"/>
              <a:buChar char="•"/>
            </a:pPr>
            <a:r>
              <a:rPr lang="vi-VN" b="1">
                <a:solidFill>
                  <a:schemeClr val="tx1">
                    <a:lumMod val="95000"/>
                    <a:lumOff val="5000"/>
                  </a:schemeClr>
                </a:solidFill>
                <a:latin typeface="Open Sans"/>
                <a:ea typeface="Open Sans"/>
                <a:cs typeface="Arial"/>
              </a:rPr>
              <a:t>Chức Năng: </a:t>
            </a:r>
            <a:r>
              <a:rPr lang="vi" b="1">
                <a:solidFill>
                  <a:schemeClr val="tx1">
                    <a:lumMod val="95000"/>
                    <a:lumOff val="5000"/>
                  </a:schemeClr>
                </a:solidFill>
                <a:latin typeface="Arial"/>
                <a:ea typeface="+mn-lt"/>
                <a:cs typeface="Arial"/>
              </a:rPr>
              <a:t>T</a:t>
            </a:r>
            <a:r>
              <a:rPr lang="vi">
                <a:solidFill>
                  <a:schemeClr val="tx1">
                    <a:lumMod val="95000"/>
                    <a:lumOff val="5000"/>
                  </a:schemeClr>
                </a:solidFill>
                <a:latin typeface="Arial"/>
                <a:ea typeface="+mn-lt"/>
                <a:cs typeface="Arial"/>
              </a:rPr>
              <a:t>ìm kiếm sách theo tên </a:t>
            </a:r>
            <a:endParaRPr lang="vi-VN">
              <a:solidFill>
                <a:schemeClr val="tx1">
                  <a:lumMod val="95000"/>
                  <a:lumOff val="5000"/>
                </a:schemeClr>
              </a:solidFill>
              <a:latin typeface="Arial"/>
              <a:ea typeface="Open Sans"/>
              <a:cs typeface="Arial"/>
            </a:endParaRPr>
          </a:p>
          <a:p>
            <a:pPr marL="285750" indent="-285750">
              <a:buFont typeface="Arial"/>
              <a:buChar char="•"/>
            </a:pPr>
            <a:r>
              <a:rPr lang="vi-VN" b="1">
                <a:solidFill>
                  <a:schemeClr val="tx1">
                    <a:lumMod val="95000"/>
                    <a:lumOff val="5000"/>
                  </a:schemeClr>
                </a:solidFill>
                <a:latin typeface="Open Sans"/>
                <a:ea typeface="+mn-lt"/>
                <a:cs typeface="Arial"/>
              </a:rPr>
              <a:t>Cách hoạt động:</a:t>
            </a:r>
            <a:r>
              <a:rPr lang="vi-VN">
                <a:solidFill>
                  <a:schemeClr val="tx1">
                    <a:lumMod val="95000"/>
                    <a:lumOff val="5000"/>
                  </a:schemeClr>
                </a:solidFill>
                <a:latin typeface="Open Sans"/>
                <a:ea typeface="+mn-lt"/>
                <a:cs typeface="Arial"/>
              </a:rPr>
              <a:t> </a:t>
            </a:r>
            <a:br>
              <a:rPr lang="vi-VN">
                <a:solidFill>
                  <a:schemeClr val="tx1">
                    <a:lumMod val="95000"/>
                    <a:lumOff val="5000"/>
                  </a:schemeClr>
                </a:solidFill>
                <a:latin typeface="Open Sans"/>
                <a:ea typeface="+mn-lt"/>
                <a:cs typeface="Arial"/>
              </a:rPr>
            </a:br>
            <a:r>
              <a:rPr lang="vi-VN">
                <a:solidFill>
                  <a:schemeClr val="tx1">
                    <a:lumMod val="95000"/>
                    <a:lumOff val="5000"/>
                  </a:schemeClr>
                </a:solidFill>
                <a:latin typeface="Arial"/>
                <a:ea typeface="+mn-lt"/>
                <a:cs typeface="Arial"/>
              </a:rPr>
              <a:t>- Nhập tên sách hoặc từ khóa cần tìm.</a:t>
            </a:r>
            <a:br>
              <a:rPr lang="vi-VN">
                <a:solidFill>
                  <a:schemeClr val="tx1">
                    <a:lumMod val="95000"/>
                    <a:lumOff val="5000"/>
                  </a:schemeClr>
                </a:solidFill>
                <a:latin typeface="Arial"/>
                <a:ea typeface="+mn-lt"/>
                <a:cs typeface="Arial"/>
              </a:rPr>
            </a:br>
            <a:r>
              <a:rPr lang="vi-VN">
                <a:solidFill>
                  <a:schemeClr val="tx1">
                    <a:lumMod val="95000"/>
                    <a:lumOff val="5000"/>
                  </a:schemeClr>
                </a:solidFill>
                <a:latin typeface="Arial"/>
                <a:ea typeface="+mn-lt"/>
                <a:cs typeface="Arial"/>
              </a:rPr>
              <a:t>- Duyệt danh sách từ đầu đến cuối.  </a:t>
            </a:r>
            <a:br>
              <a:rPr lang="vi-VN">
                <a:solidFill>
                  <a:schemeClr val="tx1">
                    <a:lumMod val="95000"/>
                    <a:lumOff val="5000"/>
                  </a:schemeClr>
                </a:solidFill>
                <a:latin typeface="Arial"/>
                <a:ea typeface="+mn-lt"/>
                <a:cs typeface="Arial"/>
              </a:rPr>
            </a:br>
            <a:r>
              <a:rPr lang="vi-VN">
                <a:solidFill>
                  <a:schemeClr val="tx1">
                    <a:lumMod val="95000"/>
                    <a:lumOff val="5000"/>
                  </a:schemeClr>
                </a:solidFill>
                <a:latin typeface="Arial"/>
                <a:ea typeface="+mn-lt"/>
                <a:cs typeface="Arial"/>
              </a:rPr>
              <a:t>- So sánh chuỗi tên từng node.  </a:t>
            </a:r>
            <a:br>
              <a:rPr lang="vi-VN">
                <a:solidFill>
                  <a:schemeClr val="tx1">
                    <a:lumMod val="95000"/>
                    <a:lumOff val="5000"/>
                  </a:schemeClr>
                </a:solidFill>
                <a:latin typeface="Arial"/>
                <a:ea typeface="+mn-lt"/>
                <a:cs typeface="Arial"/>
              </a:rPr>
            </a:br>
            <a:r>
              <a:rPr lang="vi-VN">
                <a:solidFill>
                  <a:schemeClr val="tx1">
                    <a:lumMod val="95000"/>
                    <a:lumOff val="5000"/>
                  </a:schemeClr>
                </a:solidFill>
                <a:latin typeface="Arial"/>
                <a:ea typeface="+mn-lt"/>
                <a:cs typeface="Arial"/>
              </a:rPr>
              <a:t>- Hiển thị các sách có tên trùng khớp.</a:t>
            </a:r>
            <a:endParaRPr lang="vi">
              <a:solidFill>
                <a:schemeClr val="tx1">
                  <a:lumMod val="95000"/>
                  <a:lumOff val="5000"/>
                </a:schemeClr>
              </a:solidFill>
              <a:latin typeface="Arial"/>
              <a:ea typeface="+mn-lt"/>
              <a:cs typeface="Arial"/>
            </a:endParaRPr>
          </a:p>
          <a:p>
            <a:endParaRPr lang="vi-VN">
              <a:solidFill>
                <a:schemeClr val="tx1">
                  <a:lumMod val="95000"/>
                  <a:lumOff val="5000"/>
                </a:schemeClr>
              </a:solidFill>
              <a:latin typeface="Open Sans"/>
              <a:ea typeface="+mn-lt"/>
              <a:cs typeface="Arial"/>
            </a:endParaRPr>
          </a:p>
          <a:p>
            <a:endParaRPr lang="vi-VN">
              <a:solidFill>
                <a:schemeClr val="tx1">
                  <a:lumMod val="95000"/>
                  <a:lumOff val="5000"/>
                </a:schemeClr>
              </a:solidFill>
              <a:latin typeface="Open Sans"/>
              <a:ea typeface="+mn-lt"/>
              <a:cs typeface="Arial"/>
            </a:endParaRPr>
          </a:p>
        </p:txBody>
      </p:sp>
    </p:spTree>
    <p:extLst>
      <p:ext uri="{BB962C8B-B14F-4D97-AF65-F5344CB8AC3E}">
        <p14:creationId xmlns:p14="http://schemas.microsoft.com/office/powerpoint/2010/main" val="28598516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73DF7C1E-F1BA-423F-28E7-6A89CCCC78D3}"/>
              </a:ext>
            </a:extLst>
          </p:cNvPr>
          <p:cNvSpPr>
            <a:spLocks noGrp="1"/>
          </p:cNvSpPr>
          <p:nvPr>
            <p:ph type="title"/>
          </p:nvPr>
        </p:nvSpPr>
        <p:spPr>
          <a:xfrm>
            <a:off x="1114097" y="436070"/>
            <a:ext cx="9824560" cy="371249"/>
          </a:xfrm>
        </p:spPr>
        <p:txBody>
          <a:bodyPr>
            <a:normAutofit fontScale="90000"/>
          </a:bodyPr>
          <a:lstStyle/>
          <a:p>
            <a:pPr algn="ctr"/>
            <a:r>
              <a:rPr lang="vi-VN" b="1">
                <a:solidFill>
                  <a:srgbClr val="FFC000"/>
                </a:solidFill>
                <a:latin typeface="Open Sans"/>
                <a:ea typeface="Open Sans"/>
                <a:cs typeface="Times New Roman"/>
              </a:rPr>
              <a:t>HÀM XÓA SÁCH</a:t>
            </a:r>
            <a:endParaRPr lang="vi" sz="1300" b="1">
              <a:solidFill>
                <a:srgbClr val="FFC000"/>
              </a:solidFill>
              <a:latin typeface="Times New Roman"/>
              <a:ea typeface="Open Sans"/>
              <a:cs typeface="Times New Roman" panose="02020603050405020304" pitchFamily="18" charset="0"/>
            </a:endParaRPr>
          </a:p>
        </p:txBody>
      </p:sp>
      <p:sp>
        <p:nvSpPr>
          <p:cNvPr id="4" name="Hình chữ nhật 3">
            <a:extLst>
              <a:ext uri="{FF2B5EF4-FFF2-40B4-BE49-F238E27FC236}">
                <a16:creationId xmlns:a16="http://schemas.microsoft.com/office/drawing/2014/main" id="{FC032187-7A96-B964-97B8-4B927DCE74EB}"/>
              </a:ext>
            </a:extLst>
          </p:cNvPr>
          <p:cNvSpPr/>
          <p:nvPr/>
        </p:nvSpPr>
        <p:spPr>
          <a:xfrm>
            <a:off x="6539509" y="1154597"/>
            <a:ext cx="5657112" cy="5708548"/>
          </a:xfrm>
          <a:prstGeom prst="rect">
            <a:avLst/>
          </a:prstGeom>
          <a:solidFill>
            <a:srgbClr val="E0E0E2"/>
          </a:solidFill>
          <a:ln>
            <a:solidFill>
              <a:srgbClr val="29176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vi-VN" sz="1400" b="1" err="1">
                <a:solidFill>
                  <a:srgbClr val="800000"/>
                </a:solidFill>
                <a:latin typeface="Courier New"/>
                <a:cs typeface="Arial"/>
              </a:rPr>
              <a:t>void</a:t>
            </a:r>
            <a:r>
              <a:rPr lang="vi-VN" sz="1400" b="1">
                <a:solidFill>
                  <a:srgbClr val="000000"/>
                </a:solidFill>
                <a:latin typeface="Courier New"/>
                <a:cs typeface="Arial"/>
              </a:rPr>
              <a:t> </a:t>
            </a:r>
            <a:r>
              <a:rPr lang="vi-VN" sz="1400" b="1" err="1">
                <a:solidFill>
                  <a:srgbClr val="000000"/>
                </a:solidFill>
                <a:latin typeface="Courier New"/>
                <a:cs typeface="Arial"/>
              </a:rPr>
              <a:t>QuanLySach</a:t>
            </a:r>
            <a:r>
              <a:rPr lang="vi-VN" sz="1400" b="1">
                <a:solidFill>
                  <a:srgbClr val="800080"/>
                </a:solidFill>
                <a:latin typeface="Courier New"/>
                <a:cs typeface="Arial"/>
              </a:rPr>
              <a:t>::</a:t>
            </a:r>
            <a:r>
              <a:rPr lang="vi-VN" sz="1400" b="1" err="1">
                <a:solidFill>
                  <a:srgbClr val="000000"/>
                </a:solidFill>
                <a:latin typeface="Courier New"/>
                <a:cs typeface="Arial"/>
              </a:rPr>
              <a:t>xoaSach</a:t>
            </a:r>
            <a:r>
              <a:rPr lang="vi-VN" sz="1400" b="1">
                <a:solidFill>
                  <a:srgbClr val="808030"/>
                </a:solidFill>
                <a:latin typeface="Courier New"/>
                <a:cs typeface="Arial"/>
              </a:rPr>
              <a:t>()</a:t>
            </a:r>
            <a:r>
              <a:rPr lang="vi-VN" sz="1400" b="1">
                <a:solidFill>
                  <a:srgbClr val="000000"/>
                </a:solidFill>
                <a:latin typeface="Courier New"/>
                <a:cs typeface="Arial"/>
              </a:rPr>
              <a:t> </a:t>
            </a:r>
            <a:r>
              <a:rPr lang="vi-VN" sz="1400" b="1">
                <a:solidFill>
                  <a:srgbClr val="800080"/>
                </a:solidFill>
                <a:latin typeface="Courier New"/>
                <a:cs typeface="Arial"/>
              </a:rPr>
              <a:t>{</a:t>
            </a:r>
            <a:r>
              <a:rPr lang="vi-VN" sz="1400" b="1">
                <a:solidFill>
                  <a:srgbClr val="000000"/>
                </a:solidFill>
                <a:latin typeface="Courier New"/>
                <a:cs typeface="Arial"/>
              </a:rPr>
              <a:t>
    </a:t>
            </a:r>
            <a:r>
              <a:rPr lang="vi-VN" sz="1400" b="1" err="1">
                <a:solidFill>
                  <a:srgbClr val="800000"/>
                </a:solidFill>
                <a:latin typeface="Courier New"/>
                <a:cs typeface="Arial"/>
              </a:rPr>
              <a:t>if</a:t>
            </a:r>
            <a:r>
              <a:rPr lang="vi-VN" sz="1400" b="1">
                <a:solidFill>
                  <a:srgbClr val="000000"/>
                </a:solidFill>
                <a:latin typeface="Courier New"/>
                <a:cs typeface="Arial"/>
              </a:rPr>
              <a:t> </a:t>
            </a:r>
            <a:r>
              <a:rPr lang="vi-VN" sz="1400" b="1">
                <a:solidFill>
                  <a:srgbClr val="808030"/>
                </a:solidFill>
                <a:latin typeface="Courier New"/>
                <a:cs typeface="Arial"/>
              </a:rPr>
              <a:t>(</a:t>
            </a:r>
            <a:r>
              <a:rPr lang="vi-VN" sz="1400" b="1" err="1">
                <a:solidFill>
                  <a:srgbClr val="000000"/>
                </a:solidFill>
                <a:latin typeface="Courier New"/>
                <a:cs typeface="Arial"/>
              </a:rPr>
              <a:t>head</a:t>
            </a:r>
            <a:r>
              <a:rPr lang="vi-VN" sz="1400" b="1">
                <a:solidFill>
                  <a:srgbClr val="000000"/>
                </a:solidFill>
                <a:latin typeface="Courier New"/>
                <a:cs typeface="Arial"/>
              </a:rPr>
              <a:t> </a:t>
            </a:r>
            <a:r>
              <a:rPr lang="vi-VN" sz="1400" b="1">
                <a:solidFill>
                  <a:srgbClr val="808030"/>
                </a:solidFill>
                <a:latin typeface="Courier New"/>
                <a:cs typeface="Arial"/>
              </a:rPr>
              <a:t>==</a:t>
            </a:r>
            <a:r>
              <a:rPr lang="vi-VN" sz="1400" b="1">
                <a:solidFill>
                  <a:srgbClr val="000000"/>
                </a:solidFill>
                <a:latin typeface="Courier New"/>
                <a:cs typeface="Arial"/>
              </a:rPr>
              <a:t> </a:t>
            </a:r>
            <a:r>
              <a:rPr lang="vi-VN" sz="1400" b="1">
                <a:solidFill>
                  <a:srgbClr val="7D0045"/>
                </a:solidFill>
                <a:latin typeface="Courier New"/>
                <a:cs typeface="Arial"/>
              </a:rPr>
              <a:t>NULL</a:t>
            </a:r>
            <a:r>
              <a:rPr lang="vi-VN" sz="1400" b="1">
                <a:solidFill>
                  <a:srgbClr val="808030"/>
                </a:solidFill>
                <a:latin typeface="Courier New"/>
                <a:cs typeface="Arial"/>
              </a:rPr>
              <a:t>)</a:t>
            </a:r>
            <a:r>
              <a:rPr lang="vi-VN" sz="1400" b="1">
                <a:solidFill>
                  <a:srgbClr val="000000"/>
                </a:solidFill>
                <a:latin typeface="Courier New"/>
                <a:cs typeface="Arial"/>
              </a:rPr>
              <a:t> </a:t>
            </a:r>
            <a:r>
              <a:rPr lang="vi-VN" sz="1400" b="1">
                <a:solidFill>
                  <a:srgbClr val="800080"/>
                </a:solidFill>
                <a:latin typeface="Courier New"/>
                <a:cs typeface="Arial"/>
              </a:rPr>
              <a:t>{</a:t>
            </a:r>
            <a:r>
              <a:rPr lang="vi-VN" sz="1400" b="1">
                <a:solidFill>
                  <a:srgbClr val="000000"/>
                </a:solidFill>
                <a:latin typeface="Courier New"/>
                <a:cs typeface="Arial"/>
              </a:rPr>
              <a:t>
        </a:t>
            </a:r>
            <a:r>
              <a:rPr lang="vi-VN" sz="1400" b="1" err="1">
                <a:solidFill>
                  <a:srgbClr val="603000"/>
                </a:solidFill>
                <a:latin typeface="Courier New"/>
                <a:cs typeface="Arial"/>
              </a:rPr>
              <a:t>cout</a:t>
            </a:r>
            <a:r>
              <a:rPr lang="vi-VN" sz="1400" b="1">
                <a:solidFill>
                  <a:srgbClr val="000000"/>
                </a:solidFill>
                <a:latin typeface="Courier New"/>
                <a:cs typeface="Arial"/>
              </a:rPr>
              <a:t> </a:t>
            </a:r>
            <a:r>
              <a:rPr lang="vi-VN" sz="1400" b="1">
                <a:solidFill>
                  <a:srgbClr val="808030"/>
                </a:solidFill>
                <a:latin typeface="Courier New"/>
                <a:cs typeface="Arial"/>
              </a:rPr>
              <a:t>&lt;&lt;</a:t>
            </a:r>
            <a:r>
              <a:rPr lang="vi-VN" sz="1400" b="1">
                <a:solidFill>
                  <a:srgbClr val="000000"/>
                </a:solidFill>
                <a:latin typeface="Courier New"/>
                <a:cs typeface="Arial"/>
              </a:rPr>
              <a:t> </a:t>
            </a:r>
            <a:r>
              <a:rPr lang="vi-VN" sz="1400" b="1">
                <a:solidFill>
                  <a:srgbClr val="800000"/>
                </a:solidFill>
                <a:latin typeface="Courier New"/>
                <a:cs typeface="Arial"/>
              </a:rPr>
              <a:t>"</a:t>
            </a:r>
            <a:r>
              <a:rPr lang="vi-VN" sz="1400" b="1">
                <a:solidFill>
                  <a:srgbClr val="0000E6"/>
                </a:solidFill>
                <a:latin typeface="Courier New"/>
                <a:cs typeface="Arial"/>
              </a:rPr>
              <a:t>Danh </a:t>
            </a:r>
            <a:r>
              <a:rPr lang="vi-VN" sz="1400" b="1" err="1">
                <a:solidFill>
                  <a:srgbClr val="0000E6"/>
                </a:solidFill>
                <a:latin typeface="Courier New"/>
                <a:cs typeface="Arial"/>
              </a:rPr>
              <a:t>sach</a:t>
            </a:r>
            <a:r>
              <a:rPr lang="vi-VN" sz="1400" b="1">
                <a:solidFill>
                  <a:srgbClr val="0000E6"/>
                </a:solidFill>
                <a:latin typeface="Courier New"/>
                <a:cs typeface="Arial"/>
              </a:rPr>
              <a:t> </a:t>
            </a:r>
            <a:r>
              <a:rPr lang="vi-VN" sz="1400" b="1" err="1">
                <a:solidFill>
                  <a:srgbClr val="0000E6"/>
                </a:solidFill>
                <a:latin typeface="Courier New"/>
                <a:cs typeface="Arial"/>
              </a:rPr>
              <a:t>sach</a:t>
            </a:r>
            <a:r>
              <a:rPr lang="vi-VN" sz="1400" b="1">
                <a:solidFill>
                  <a:srgbClr val="0000E6"/>
                </a:solidFill>
                <a:latin typeface="Courier New"/>
                <a:cs typeface="Arial"/>
              </a:rPr>
              <a:t> rong!</a:t>
            </a:r>
            <a:r>
              <a:rPr lang="vi-VN" sz="1400" b="1">
                <a:solidFill>
                  <a:srgbClr val="0F69FF"/>
                </a:solidFill>
                <a:latin typeface="Courier New"/>
                <a:cs typeface="Arial"/>
              </a:rPr>
              <a:t>\n</a:t>
            </a:r>
            <a:r>
              <a:rPr lang="vi-VN" sz="1400" b="1">
                <a:solidFill>
                  <a:srgbClr val="800000"/>
                </a:solidFill>
                <a:latin typeface="Courier New"/>
                <a:cs typeface="Arial"/>
              </a:rPr>
              <a:t>"</a:t>
            </a:r>
            <a:r>
              <a:rPr lang="vi-VN" sz="1400" b="1">
                <a:solidFill>
                  <a:srgbClr val="800080"/>
                </a:solidFill>
                <a:latin typeface="Courier New"/>
                <a:cs typeface="Arial"/>
              </a:rPr>
              <a:t>;</a:t>
            </a:r>
            <a:r>
              <a:rPr lang="vi-VN" sz="1400" b="1">
                <a:solidFill>
                  <a:srgbClr val="000000"/>
                </a:solidFill>
                <a:latin typeface="Courier New"/>
                <a:cs typeface="Arial"/>
              </a:rPr>
              <a:t>
        </a:t>
            </a:r>
            <a:r>
              <a:rPr lang="vi-VN" sz="1400" b="1" err="1">
                <a:solidFill>
                  <a:srgbClr val="800000"/>
                </a:solidFill>
                <a:latin typeface="Courier New"/>
                <a:cs typeface="Arial"/>
              </a:rPr>
              <a:t>return</a:t>
            </a:r>
            <a:r>
              <a:rPr lang="vi-VN" sz="1400" b="1">
                <a:solidFill>
                  <a:srgbClr val="800080"/>
                </a:solidFill>
                <a:latin typeface="Courier New"/>
                <a:cs typeface="Arial"/>
              </a:rPr>
              <a:t>;</a:t>
            </a:r>
            <a:r>
              <a:rPr lang="vi-VN" sz="1400" b="1">
                <a:solidFill>
                  <a:srgbClr val="000000"/>
                </a:solidFill>
                <a:latin typeface="Courier New"/>
                <a:cs typeface="Arial"/>
              </a:rPr>
              <a:t>
    </a:t>
            </a:r>
            <a:r>
              <a:rPr lang="vi-VN" sz="1400" b="1">
                <a:solidFill>
                  <a:srgbClr val="800080"/>
                </a:solidFill>
                <a:latin typeface="Courier New"/>
                <a:cs typeface="Arial"/>
              </a:rPr>
              <a:t>}</a:t>
            </a:r>
            <a:r>
              <a:rPr lang="vi-VN" sz="1400" b="1">
                <a:solidFill>
                  <a:srgbClr val="000000"/>
                </a:solidFill>
                <a:latin typeface="Courier New"/>
                <a:cs typeface="Arial"/>
              </a:rPr>
              <a:t>
    </a:t>
            </a:r>
            <a:r>
              <a:rPr lang="vi-VN" sz="1400" b="1" err="1">
                <a:solidFill>
                  <a:srgbClr val="800000"/>
                </a:solidFill>
                <a:latin typeface="Courier New"/>
                <a:cs typeface="Arial"/>
              </a:rPr>
              <a:t>int</a:t>
            </a:r>
            <a:r>
              <a:rPr lang="vi-VN" sz="1400" b="1">
                <a:solidFill>
                  <a:srgbClr val="000000"/>
                </a:solidFill>
                <a:latin typeface="Courier New"/>
                <a:cs typeface="Arial"/>
              </a:rPr>
              <a:t> ma</a:t>
            </a:r>
            <a:r>
              <a:rPr lang="vi-VN" sz="1400" b="1">
                <a:solidFill>
                  <a:srgbClr val="800080"/>
                </a:solidFill>
                <a:latin typeface="Courier New"/>
                <a:cs typeface="Arial"/>
              </a:rPr>
              <a:t>;</a:t>
            </a:r>
            <a:r>
              <a:rPr lang="vi-VN" sz="1400" b="1">
                <a:solidFill>
                  <a:srgbClr val="000000"/>
                </a:solidFill>
                <a:latin typeface="Courier New"/>
                <a:cs typeface="Arial"/>
              </a:rPr>
              <a:t>
    </a:t>
            </a:r>
            <a:r>
              <a:rPr lang="vi-VN" sz="1400" b="1" err="1">
                <a:solidFill>
                  <a:srgbClr val="603000"/>
                </a:solidFill>
                <a:latin typeface="Courier New"/>
                <a:cs typeface="Arial"/>
              </a:rPr>
              <a:t>cout</a:t>
            </a:r>
            <a:r>
              <a:rPr lang="vi-VN" sz="1400" b="1">
                <a:solidFill>
                  <a:srgbClr val="000000"/>
                </a:solidFill>
                <a:latin typeface="Courier New"/>
                <a:cs typeface="Arial"/>
              </a:rPr>
              <a:t> </a:t>
            </a:r>
            <a:r>
              <a:rPr lang="vi-VN" sz="1400" b="1">
                <a:solidFill>
                  <a:srgbClr val="808030"/>
                </a:solidFill>
                <a:latin typeface="Courier New"/>
                <a:cs typeface="Arial"/>
              </a:rPr>
              <a:t>&lt;&lt;</a:t>
            </a:r>
            <a:r>
              <a:rPr lang="vi-VN" sz="1400" b="1">
                <a:solidFill>
                  <a:srgbClr val="000000"/>
                </a:solidFill>
                <a:latin typeface="Courier New"/>
                <a:cs typeface="Arial"/>
              </a:rPr>
              <a:t> </a:t>
            </a:r>
            <a:r>
              <a:rPr lang="vi-VN" sz="1400" b="1">
                <a:solidFill>
                  <a:srgbClr val="800000"/>
                </a:solidFill>
                <a:latin typeface="Courier New"/>
                <a:cs typeface="Arial"/>
              </a:rPr>
              <a:t>"</a:t>
            </a:r>
            <a:r>
              <a:rPr lang="vi-VN" sz="1400" b="1" err="1">
                <a:solidFill>
                  <a:srgbClr val="0000E6"/>
                </a:solidFill>
                <a:latin typeface="Courier New"/>
                <a:cs typeface="Arial"/>
              </a:rPr>
              <a:t>Nhap</a:t>
            </a:r>
            <a:r>
              <a:rPr lang="vi-VN" sz="1400" b="1">
                <a:solidFill>
                  <a:srgbClr val="0000E6"/>
                </a:solidFill>
                <a:latin typeface="Courier New"/>
                <a:cs typeface="Arial"/>
              </a:rPr>
              <a:t> ma </a:t>
            </a:r>
            <a:r>
              <a:rPr lang="vi-VN" sz="1400" b="1" err="1">
                <a:solidFill>
                  <a:srgbClr val="0000E6"/>
                </a:solidFill>
                <a:latin typeface="Courier New"/>
                <a:cs typeface="Arial"/>
              </a:rPr>
              <a:t>sach</a:t>
            </a:r>
            <a:r>
              <a:rPr lang="vi-VN" sz="1400" b="1">
                <a:solidFill>
                  <a:srgbClr val="0000E6"/>
                </a:solidFill>
                <a:latin typeface="Courier New"/>
                <a:cs typeface="Arial"/>
              </a:rPr>
              <a:t> can xoa: </a:t>
            </a:r>
            <a:r>
              <a:rPr lang="vi-VN" sz="1400" b="1">
                <a:solidFill>
                  <a:srgbClr val="800000"/>
                </a:solidFill>
                <a:latin typeface="Courier New"/>
                <a:cs typeface="Arial"/>
              </a:rPr>
              <a:t>"</a:t>
            </a:r>
            <a:r>
              <a:rPr lang="vi-VN" sz="1400" b="1">
                <a:solidFill>
                  <a:srgbClr val="800080"/>
                </a:solidFill>
                <a:latin typeface="Courier New"/>
                <a:cs typeface="Arial"/>
              </a:rPr>
              <a:t>;</a:t>
            </a:r>
            <a:r>
              <a:rPr lang="vi-VN" sz="1400" b="1">
                <a:solidFill>
                  <a:srgbClr val="000000"/>
                </a:solidFill>
                <a:latin typeface="Courier New"/>
                <a:cs typeface="Arial"/>
              </a:rPr>
              <a:t>
    </a:t>
            </a:r>
            <a:r>
              <a:rPr lang="vi-VN" sz="1400" b="1" err="1">
                <a:solidFill>
                  <a:srgbClr val="603000"/>
                </a:solidFill>
                <a:latin typeface="Courier New"/>
                <a:cs typeface="Arial"/>
              </a:rPr>
              <a:t>cin</a:t>
            </a:r>
            <a:r>
              <a:rPr lang="vi-VN" sz="1400" b="1">
                <a:solidFill>
                  <a:srgbClr val="000000"/>
                </a:solidFill>
                <a:latin typeface="Courier New"/>
                <a:cs typeface="Arial"/>
              </a:rPr>
              <a:t> </a:t>
            </a:r>
            <a:r>
              <a:rPr lang="vi-VN" sz="1400" b="1">
                <a:solidFill>
                  <a:srgbClr val="808030"/>
                </a:solidFill>
                <a:latin typeface="Courier New"/>
                <a:cs typeface="Arial"/>
              </a:rPr>
              <a:t>&gt;&gt;</a:t>
            </a:r>
            <a:r>
              <a:rPr lang="vi-VN" sz="1400" b="1">
                <a:solidFill>
                  <a:srgbClr val="000000"/>
                </a:solidFill>
                <a:latin typeface="Courier New"/>
                <a:cs typeface="Arial"/>
              </a:rPr>
              <a:t> ma</a:t>
            </a:r>
            <a:r>
              <a:rPr lang="vi-VN" sz="1400" b="1">
                <a:solidFill>
                  <a:srgbClr val="800080"/>
                </a:solidFill>
                <a:latin typeface="Courier New"/>
                <a:cs typeface="Arial"/>
              </a:rPr>
              <a:t>;</a:t>
            </a:r>
            <a:r>
              <a:rPr lang="vi-VN" sz="1400" b="1">
                <a:solidFill>
                  <a:srgbClr val="000000"/>
                </a:solidFill>
                <a:latin typeface="Courier New"/>
                <a:cs typeface="Arial"/>
              </a:rPr>
              <a:t>
    </a:t>
            </a:r>
            <a:r>
              <a:rPr lang="vi-VN" sz="1400" b="1" err="1">
                <a:solidFill>
                  <a:srgbClr val="000000"/>
                </a:solidFill>
                <a:latin typeface="Courier New"/>
                <a:cs typeface="Arial"/>
              </a:rPr>
              <a:t>Sach</a:t>
            </a:r>
            <a:r>
              <a:rPr lang="vi-VN" sz="1400" b="1">
                <a:solidFill>
                  <a:srgbClr val="808030"/>
                </a:solidFill>
                <a:latin typeface="Courier New"/>
                <a:cs typeface="Arial"/>
              </a:rPr>
              <a:t>*</a:t>
            </a:r>
            <a:r>
              <a:rPr lang="vi-VN" sz="1400" b="1">
                <a:solidFill>
                  <a:srgbClr val="000000"/>
                </a:solidFill>
                <a:latin typeface="Courier New"/>
                <a:cs typeface="Arial"/>
              </a:rPr>
              <a:t> p </a:t>
            </a:r>
            <a:r>
              <a:rPr lang="vi-VN" sz="1400" b="1">
                <a:solidFill>
                  <a:srgbClr val="808030"/>
                </a:solidFill>
                <a:latin typeface="Courier New"/>
                <a:cs typeface="Arial"/>
              </a:rPr>
              <a:t>=</a:t>
            </a:r>
            <a:r>
              <a:rPr lang="vi-VN" sz="1400" b="1">
                <a:solidFill>
                  <a:srgbClr val="000000"/>
                </a:solidFill>
                <a:latin typeface="Courier New"/>
                <a:cs typeface="Arial"/>
              </a:rPr>
              <a:t> </a:t>
            </a:r>
            <a:r>
              <a:rPr lang="vi-VN" sz="1400" b="1" err="1">
                <a:solidFill>
                  <a:srgbClr val="000000"/>
                </a:solidFill>
                <a:latin typeface="Courier New"/>
                <a:cs typeface="Arial"/>
              </a:rPr>
              <a:t>head</a:t>
            </a:r>
            <a:r>
              <a:rPr lang="vi-VN" sz="1400" b="1">
                <a:solidFill>
                  <a:srgbClr val="800080"/>
                </a:solidFill>
                <a:latin typeface="Courier New"/>
                <a:cs typeface="Arial"/>
              </a:rPr>
              <a:t>;</a:t>
            </a:r>
            <a:r>
              <a:rPr lang="vi-VN" sz="1400" b="1">
                <a:solidFill>
                  <a:srgbClr val="000000"/>
                </a:solidFill>
                <a:latin typeface="Courier New"/>
                <a:cs typeface="Arial"/>
              </a:rPr>
              <a:t>
    </a:t>
            </a:r>
            <a:r>
              <a:rPr lang="vi-VN" sz="1400" b="1" err="1">
                <a:solidFill>
                  <a:srgbClr val="000000"/>
                </a:solidFill>
                <a:latin typeface="Courier New"/>
                <a:cs typeface="Arial"/>
              </a:rPr>
              <a:t>Sach</a:t>
            </a:r>
            <a:r>
              <a:rPr lang="vi-VN" sz="1400" b="1">
                <a:solidFill>
                  <a:srgbClr val="808030"/>
                </a:solidFill>
                <a:latin typeface="Courier New"/>
                <a:cs typeface="Arial"/>
              </a:rPr>
              <a:t>*</a:t>
            </a:r>
            <a:r>
              <a:rPr lang="vi-VN" sz="1400" b="1">
                <a:solidFill>
                  <a:srgbClr val="000000"/>
                </a:solidFill>
                <a:latin typeface="Courier New"/>
                <a:cs typeface="Arial"/>
              </a:rPr>
              <a:t> </a:t>
            </a:r>
            <a:r>
              <a:rPr lang="vi-VN" sz="1400" b="1" err="1">
                <a:solidFill>
                  <a:srgbClr val="000000"/>
                </a:solidFill>
                <a:latin typeface="Courier New"/>
                <a:cs typeface="Arial"/>
              </a:rPr>
              <a:t>truoc</a:t>
            </a:r>
            <a:r>
              <a:rPr lang="vi-VN" sz="1400" b="1">
                <a:solidFill>
                  <a:srgbClr val="000000"/>
                </a:solidFill>
                <a:latin typeface="Courier New"/>
                <a:cs typeface="Arial"/>
              </a:rPr>
              <a:t> </a:t>
            </a:r>
            <a:r>
              <a:rPr lang="vi-VN" sz="1400" b="1">
                <a:solidFill>
                  <a:srgbClr val="808030"/>
                </a:solidFill>
                <a:latin typeface="Courier New"/>
                <a:cs typeface="Arial"/>
              </a:rPr>
              <a:t>=</a:t>
            </a:r>
            <a:r>
              <a:rPr lang="vi-VN" sz="1400" b="1">
                <a:solidFill>
                  <a:srgbClr val="000000"/>
                </a:solidFill>
                <a:latin typeface="Courier New"/>
                <a:cs typeface="Arial"/>
              </a:rPr>
              <a:t> </a:t>
            </a:r>
            <a:r>
              <a:rPr lang="vi-VN" sz="1400" b="1">
                <a:solidFill>
                  <a:srgbClr val="7D0045"/>
                </a:solidFill>
                <a:latin typeface="Courier New"/>
                <a:cs typeface="Arial"/>
              </a:rPr>
              <a:t>NULL</a:t>
            </a:r>
            <a:r>
              <a:rPr lang="vi-VN" sz="1400" b="1">
                <a:solidFill>
                  <a:srgbClr val="800080"/>
                </a:solidFill>
                <a:latin typeface="Courier New"/>
                <a:cs typeface="Arial"/>
              </a:rPr>
              <a:t>;</a:t>
            </a:r>
            <a:r>
              <a:rPr lang="vi-VN" sz="1400" b="1">
                <a:solidFill>
                  <a:srgbClr val="000000"/>
                </a:solidFill>
                <a:latin typeface="Courier New"/>
                <a:cs typeface="Arial"/>
              </a:rPr>
              <a:t>
    </a:t>
            </a:r>
            <a:r>
              <a:rPr lang="vi-VN" sz="1400" b="1" err="1">
                <a:solidFill>
                  <a:srgbClr val="800000"/>
                </a:solidFill>
                <a:latin typeface="Courier New"/>
                <a:cs typeface="Arial"/>
              </a:rPr>
              <a:t>while</a:t>
            </a:r>
            <a:r>
              <a:rPr lang="vi-VN" sz="1400" b="1">
                <a:solidFill>
                  <a:srgbClr val="000000"/>
                </a:solidFill>
                <a:latin typeface="Courier New"/>
                <a:cs typeface="Arial"/>
              </a:rPr>
              <a:t> </a:t>
            </a:r>
            <a:r>
              <a:rPr lang="vi-VN" sz="1400" b="1">
                <a:solidFill>
                  <a:srgbClr val="808030"/>
                </a:solidFill>
                <a:latin typeface="Courier New"/>
                <a:cs typeface="Arial"/>
              </a:rPr>
              <a:t>(</a:t>
            </a:r>
            <a:r>
              <a:rPr lang="vi-VN" sz="1400" b="1">
                <a:solidFill>
                  <a:srgbClr val="000000"/>
                </a:solidFill>
                <a:latin typeface="Courier New"/>
                <a:cs typeface="Arial"/>
              </a:rPr>
              <a:t>p </a:t>
            </a:r>
            <a:r>
              <a:rPr lang="vi-VN" sz="1400" b="1">
                <a:solidFill>
                  <a:srgbClr val="808030"/>
                </a:solidFill>
                <a:latin typeface="Courier New"/>
                <a:cs typeface="Arial"/>
              </a:rPr>
              <a:t>!=</a:t>
            </a:r>
            <a:r>
              <a:rPr lang="vi-VN" sz="1400" b="1">
                <a:solidFill>
                  <a:srgbClr val="000000"/>
                </a:solidFill>
                <a:latin typeface="Courier New"/>
                <a:cs typeface="Arial"/>
              </a:rPr>
              <a:t> </a:t>
            </a:r>
            <a:r>
              <a:rPr lang="vi-VN" sz="1400" b="1">
                <a:solidFill>
                  <a:srgbClr val="7D0045"/>
                </a:solidFill>
                <a:latin typeface="Courier New"/>
                <a:cs typeface="Arial"/>
              </a:rPr>
              <a:t>NULL</a:t>
            </a:r>
            <a:r>
              <a:rPr lang="vi-VN" sz="1400" b="1">
                <a:solidFill>
                  <a:srgbClr val="000000"/>
                </a:solidFill>
                <a:latin typeface="Courier New"/>
                <a:cs typeface="Arial"/>
              </a:rPr>
              <a:t> </a:t>
            </a:r>
            <a:r>
              <a:rPr lang="vi-VN" sz="1400" b="1">
                <a:solidFill>
                  <a:srgbClr val="808030"/>
                </a:solidFill>
                <a:latin typeface="Courier New"/>
                <a:cs typeface="Arial"/>
              </a:rPr>
              <a:t>&amp;&amp;</a:t>
            </a:r>
            <a:r>
              <a:rPr lang="vi-VN" sz="1400" b="1">
                <a:solidFill>
                  <a:srgbClr val="000000"/>
                </a:solidFill>
                <a:latin typeface="Courier New"/>
                <a:cs typeface="Arial"/>
              </a:rPr>
              <a:t> p</a:t>
            </a:r>
            <a:r>
              <a:rPr lang="vi-VN" sz="1400" b="1">
                <a:solidFill>
                  <a:srgbClr val="808030"/>
                </a:solidFill>
                <a:latin typeface="Courier New"/>
                <a:cs typeface="Arial"/>
              </a:rPr>
              <a:t>-&gt;</a:t>
            </a:r>
            <a:r>
              <a:rPr lang="vi-VN" sz="1400" b="1" err="1">
                <a:solidFill>
                  <a:srgbClr val="000000"/>
                </a:solidFill>
                <a:latin typeface="Courier New"/>
                <a:cs typeface="Arial"/>
              </a:rPr>
              <a:t>maSach</a:t>
            </a:r>
            <a:r>
              <a:rPr lang="vi-VN" sz="1400" b="1">
                <a:solidFill>
                  <a:srgbClr val="000000"/>
                </a:solidFill>
                <a:latin typeface="Courier New"/>
                <a:cs typeface="Arial"/>
              </a:rPr>
              <a:t> </a:t>
            </a:r>
            <a:r>
              <a:rPr lang="vi-VN" sz="1400" b="1">
                <a:solidFill>
                  <a:srgbClr val="808030"/>
                </a:solidFill>
                <a:latin typeface="Courier New"/>
                <a:cs typeface="Arial"/>
              </a:rPr>
              <a:t>!=</a:t>
            </a:r>
            <a:r>
              <a:rPr lang="vi-VN" sz="1400" b="1">
                <a:solidFill>
                  <a:srgbClr val="000000"/>
                </a:solidFill>
                <a:latin typeface="Courier New"/>
                <a:cs typeface="Arial"/>
              </a:rPr>
              <a:t> ma</a:t>
            </a:r>
            <a:r>
              <a:rPr lang="vi-VN" sz="1400" b="1">
                <a:solidFill>
                  <a:srgbClr val="808030"/>
                </a:solidFill>
                <a:latin typeface="Courier New"/>
                <a:cs typeface="Arial"/>
              </a:rPr>
              <a:t>)</a:t>
            </a:r>
            <a:r>
              <a:rPr lang="vi-VN" sz="1400" b="1">
                <a:solidFill>
                  <a:srgbClr val="000000"/>
                </a:solidFill>
                <a:latin typeface="Courier New"/>
                <a:cs typeface="Arial"/>
              </a:rPr>
              <a:t> </a:t>
            </a:r>
            <a:r>
              <a:rPr lang="vi-VN" sz="1400" b="1">
                <a:solidFill>
                  <a:srgbClr val="800080"/>
                </a:solidFill>
                <a:latin typeface="Courier New"/>
                <a:cs typeface="Arial"/>
              </a:rPr>
              <a:t>{</a:t>
            </a:r>
            <a:r>
              <a:rPr lang="vi-VN" sz="1400" b="1">
                <a:solidFill>
                  <a:srgbClr val="000000"/>
                </a:solidFill>
                <a:latin typeface="Courier New"/>
                <a:cs typeface="Arial"/>
              </a:rPr>
              <a:t>
        </a:t>
            </a:r>
            <a:r>
              <a:rPr lang="vi-VN" sz="1400" b="1" err="1">
                <a:solidFill>
                  <a:srgbClr val="000000"/>
                </a:solidFill>
                <a:latin typeface="Courier New"/>
                <a:cs typeface="Arial"/>
              </a:rPr>
              <a:t>truoc</a:t>
            </a:r>
            <a:r>
              <a:rPr lang="vi-VN" sz="1400" b="1">
                <a:solidFill>
                  <a:srgbClr val="000000"/>
                </a:solidFill>
                <a:latin typeface="Courier New"/>
                <a:cs typeface="Arial"/>
              </a:rPr>
              <a:t> </a:t>
            </a:r>
            <a:r>
              <a:rPr lang="vi-VN" sz="1400" b="1">
                <a:solidFill>
                  <a:srgbClr val="808030"/>
                </a:solidFill>
                <a:latin typeface="Courier New"/>
                <a:cs typeface="Arial"/>
              </a:rPr>
              <a:t>=</a:t>
            </a:r>
            <a:r>
              <a:rPr lang="vi-VN" sz="1400" b="1">
                <a:solidFill>
                  <a:srgbClr val="000000"/>
                </a:solidFill>
                <a:latin typeface="Courier New"/>
                <a:cs typeface="Arial"/>
              </a:rPr>
              <a:t> p</a:t>
            </a:r>
            <a:r>
              <a:rPr lang="vi-VN" sz="1400" b="1">
                <a:solidFill>
                  <a:srgbClr val="800080"/>
                </a:solidFill>
                <a:latin typeface="Courier New"/>
                <a:cs typeface="Arial"/>
              </a:rPr>
              <a:t>;</a:t>
            </a:r>
            <a:r>
              <a:rPr lang="vi-VN" sz="1400" b="1">
                <a:solidFill>
                  <a:srgbClr val="000000"/>
                </a:solidFill>
                <a:latin typeface="Courier New"/>
                <a:cs typeface="Arial"/>
              </a:rPr>
              <a:t>
        p </a:t>
            </a:r>
            <a:r>
              <a:rPr lang="vi-VN" sz="1400" b="1">
                <a:solidFill>
                  <a:srgbClr val="808030"/>
                </a:solidFill>
                <a:latin typeface="Courier New"/>
                <a:cs typeface="Arial"/>
              </a:rPr>
              <a:t>=</a:t>
            </a:r>
            <a:r>
              <a:rPr lang="vi-VN" sz="1400" b="1">
                <a:solidFill>
                  <a:srgbClr val="000000"/>
                </a:solidFill>
                <a:latin typeface="Courier New"/>
                <a:cs typeface="Arial"/>
              </a:rPr>
              <a:t> p</a:t>
            </a:r>
            <a:r>
              <a:rPr lang="vi-VN" sz="1400" b="1">
                <a:solidFill>
                  <a:srgbClr val="808030"/>
                </a:solidFill>
                <a:latin typeface="Courier New"/>
                <a:cs typeface="Arial"/>
              </a:rPr>
              <a:t>-&gt;</a:t>
            </a:r>
            <a:r>
              <a:rPr lang="vi-VN" sz="1400" b="1" err="1">
                <a:solidFill>
                  <a:srgbClr val="000000"/>
                </a:solidFill>
                <a:latin typeface="Courier New"/>
                <a:cs typeface="Arial"/>
              </a:rPr>
              <a:t>next</a:t>
            </a:r>
            <a:r>
              <a:rPr lang="vi-VN" sz="1400" b="1">
                <a:solidFill>
                  <a:srgbClr val="800080"/>
                </a:solidFill>
                <a:latin typeface="Courier New"/>
                <a:cs typeface="Arial"/>
              </a:rPr>
              <a:t>;</a:t>
            </a:r>
            <a:r>
              <a:rPr lang="vi-VN" sz="1400" b="1">
                <a:solidFill>
                  <a:srgbClr val="000000"/>
                </a:solidFill>
                <a:latin typeface="Courier New"/>
                <a:cs typeface="Arial"/>
              </a:rPr>
              <a:t>
    </a:t>
            </a:r>
            <a:r>
              <a:rPr lang="vi-VN" sz="1400" b="1">
                <a:solidFill>
                  <a:srgbClr val="800080"/>
                </a:solidFill>
                <a:latin typeface="Courier New"/>
                <a:cs typeface="Arial"/>
              </a:rPr>
              <a:t>}</a:t>
            </a:r>
            <a:r>
              <a:rPr lang="vi-VN" sz="1400" b="1">
                <a:solidFill>
                  <a:srgbClr val="000000"/>
                </a:solidFill>
                <a:latin typeface="Courier New"/>
                <a:cs typeface="Arial"/>
              </a:rPr>
              <a:t>
    </a:t>
            </a:r>
            <a:r>
              <a:rPr lang="vi-VN" sz="1400" b="1" err="1">
                <a:solidFill>
                  <a:srgbClr val="800000"/>
                </a:solidFill>
                <a:latin typeface="Courier New"/>
                <a:cs typeface="Arial"/>
              </a:rPr>
              <a:t>if</a:t>
            </a:r>
            <a:r>
              <a:rPr lang="vi-VN" sz="1400" b="1">
                <a:solidFill>
                  <a:srgbClr val="000000"/>
                </a:solidFill>
                <a:latin typeface="Courier New"/>
                <a:cs typeface="Arial"/>
              </a:rPr>
              <a:t> </a:t>
            </a:r>
            <a:r>
              <a:rPr lang="vi-VN" sz="1400" b="1">
                <a:solidFill>
                  <a:srgbClr val="808030"/>
                </a:solidFill>
                <a:latin typeface="Courier New"/>
                <a:cs typeface="Arial"/>
              </a:rPr>
              <a:t>(</a:t>
            </a:r>
            <a:r>
              <a:rPr lang="vi-VN" sz="1400" b="1">
                <a:solidFill>
                  <a:srgbClr val="000000"/>
                </a:solidFill>
                <a:latin typeface="Courier New"/>
                <a:cs typeface="Arial"/>
              </a:rPr>
              <a:t>p </a:t>
            </a:r>
            <a:r>
              <a:rPr lang="vi-VN" sz="1400" b="1">
                <a:solidFill>
                  <a:srgbClr val="808030"/>
                </a:solidFill>
                <a:latin typeface="Courier New"/>
                <a:cs typeface="Arial"/>
              </a:rPr>
              <a:t>==</a:t>
            </a:r>
            <a:r>
              <a:rPr lang="vi-VN" sz="1400" b="1">
                <a:solidFill>
                  <a:srgbClr val="000000"/>
                </a:solidFill>
                <a:latin typeface="Courier New"/>
                <a:cs typeface="Arial"/>
              </a:rPr>
              <a:t> </a:t>
            </a:r>
            <a:r>
              <a:rPr lang="vi-VN" sz="1400" b="1">
                <a:solidFill>
                  <a:srgbClr val="7D0045"/>
                </a:solidFill>
                <a:latin typeface="Courier New"/>
                <a:cs typeface="Arial"/>
              </a:rPr>
              <a:t>NULL</a:t>
            </a:r>
            <a:r>
              <a:rPr lang="vi-VN" sz="1400" b="1">
                <a:solidFill>
                  <a:srgbClr val="808030"/>
                </a:solidFill>
                <a:latin typeface="Courier New"/>
                <a:cs typeface="Arial"/>
              </a:rPr>
              <a:t>)</a:t>
            </a:r>
            <a:r>
              <a:rPr lang="vi-VN" sz="1400" b="1">
                <a:solidFill>
                  <a:srgbClr val="000000"/>
                </a:solidFill>
                <a:latin typeface="Courier New"/>
                <a:cs typeface="Arial"/>
              </a:rPr>
              <a:t> </a:t>
            </a:r>
            <a:r>
              <a:rPr lang="vi-VN" sz="1400" b="1">
                <a:solidFill>
                  <a:srgbClr val="800080"/>
                </a:solidFill>
                <a:latin typeface="Courier New"/>
                <a:cs typeface="Arial"/>
              </a:rPr>
              <a:t>{</a:t>
            </a:r>
            <a:r>
              <a:rPr lang="vi-VN" sz="1400" b="1">
                <a:solidFill>
                  <a:srgbClr val="000000"/>
                </a:solidFill>
                <a:latin typeface="Courier New"/>
                <a:cs typeface="Arial"/>
              </a:rPr>
              <a:t>
        </a:t>
            </a:r>
            <a:r>
              <a:rPr lang="vi-VN" sz="1400" b="1" err="1">
                <a:solidFill>
                  <a:srgbClr val="603000"/>
                </a:solidFill>
                <a:latin typeface="Courier New"/>
                <a:cs typeface="Arial"/>
              </a:rPr>
              <a:t>cout</a:t>
            </a:r>
            <a:r>
              <a:rPr lang="vi-VN" sz="1400" b="1">
                <a:solidFill>
                  <a:srgbClr val="000000"/>
                </a:solidFill>
                <a:latin typeface="Courier New"/>
                <a:cs typeface="Arial"/>
              </a:rPr>
              <a:t> </a:t>
            </a:r>
            <a:r>
              <a:rPr lang="vi-VN" sz="1400" b="1">
                <a:solidFill>
                  <a:srgbClr val="808030"/>
                </a:solidFill>
                <a:latin typeface="Courier New"/>
                <a:cs typeface="Arial"/>
              </a:rPr>
              <a:t>&lt;&lt;</a:t>
            </a:r>
            <a:r>
              <a:rPr lang="vi-VN" sz="1400" b="1">
                <a:solidFill>
                  <a:srgbClr val="000000"/>
                </a:solidFill>
                <a:latin typeface="Courier New"/>
                <a:cs typeface="Arial"/>
              </a:rPr>
              <a:t> </a:t>
            </a:r>
            <a:r>
              <a:rPr lang="vi-VN" sz="1400" b="1">
                <a:solidFill>
                  <a:srgbClr val="800000"/>
                </a:solidFill>
                <a:latin typeface="Courier New"/>
                <a:cs typeface="Arial"/>
              </a:rPr>
              <a:t>"</a:t>
            </a:r>
            <a:r>
              <a:rPr lang="vi-VN" sz="1400" b="1" err="1">
                <a:solidFill>
                  <a:srgbClr val="0000E6"/>
                </a:solidFill>
                <a:latin typeface="Courier New"/>
                <a:cs typeface="Arial"/>
              </a:rPr>
              <a:t>Khong</a:t>
            </a:r>
            <a:r>
              <a:rPr lang="vi-VN" sz="1400" b="1">
                <a:solidFill>
                  <a:srgbClr val="0000E6"/>
                </a:solidFill>
                <a:latin typeface="Courier New"/>
                <a:cs typeface="Arial"/>
              </a:rPr>
              <a:t> tim thay ma </a:t>
            </a:r>
            <a:r>
              <a:rPr lang="vi-VN" sz="1400" b="1" err="1">
                <a:solidFill>
                  <a:srgbClr val="0000E6"/>
                </a:solidFill>
                <a:latin typeface="Courier New"/>
                <a:cs typeface="Arial"/>
              </a:rPr>
              <a:t>sach</a:t>
            </a:r>
            <a:r>
              <a:rPr lang="vi-VN" sz="1400" b="1">
                <a:solidFill>
                  <a:srgbClr val="0000E6"/>
                </a:solidFill>
                <a:latin typeface="Courier New"/>
                <a:cs typeface="Arial"/>
              </a:rPr>
              <a:t>!</a:t>
            </a:r>
            <a:r>
              <a:rPr lang="vi-VN" sz="1400" b="1">
                <a:solidFill>
                  <a:srgbClr val="0F69FF"/>
                </a:solidFill>
                <a:latin typeface="Courier New"/>
                <a:cs typeface="Arial"/>
              </a:rPr>
              <a:t>\n</a:t>
            </a:r>
            <a:r>
              <a:rPr lang="vi-VN" sz="1400" b="1">
                <a:solidFill>
                  <a:srgbClr val="800000"/>
                </a:solidFill>
                <a:latin typeface="Courier New"/>
                <a:cs typeface="Arial"/>
              </a:rPr>
              <a:t>"</a:t>
            </a:r>
            <a:r>
              <a:rPr lang="vi-VN" sz="1400" b="1">
                <a:solidFill>
                  <a:srgbClr val="800080"/>
                </a:solidFill>
                <a:latin typeface="Courier New"/>
                <a:cs typeface="Arial"/>
              </a:rPr>
              <a:t>;</a:t>
            </a:r>
            <a:r>
              <a:rPr lang="vi-VN" sz="1400" b="1">
                <a:solidFill>
                  <a:srgbClr val="000000"/>
                </a:solidFill>
                <a:latin typeface="Courier New"/>
                <a:cs typeface="Arial"/>
              </a:rPr>
              <a:t>
        </a:t>
            </a:r>
            <a:r>
              <a:rPr lang="vi-VN" sz="1400" b="1" err="1">
                <a:solidFill>
                  <a:srgbClr val="800000"/>
                </a:solidFill>
                <a:latin typeface="Courier New"/>
                <a:cs typeface="Arial"/>
              </a:rPr>
              <a:t>return</a:t>
            </a:r>
            <a:r>
              <a:rPr lang="vi-VN" sz="1400" b="1">
                <a:solidFill>
                  <a:srgbClr val="800080"/>
                </a:solidFill>
                <a:latin typeface="Courier New"/>
                <a:cs typeface="Arial"/>
              </a:rPr>
              <a:t>;</a:t>
            </a:r>
            <a:r>
              <a:rPr lang="vi-VN" sz="1400" b="1">
                <a:solidFill>
                  <a:srgbClr val="000000"/>
                </a:solidFill>
                <a:latin typeface="Courier New"/>
                <a:cs typeface="Arial"/>
              </a:rPr>
              <a:t>
    </a:t>
            </a:r>
            <a:r>
              <a:rPr lang="vi-VN" sz="1400" b="1">
                <a:solidFill>
                  <a:srgbClr val="800080"/>
                </a:solidFill>
                <a:latin typeface="Courier New"/>
                <a:cs typeface="Arial"/>
              </a:rPr>
              <a:t>}</a:t>
            </a:r>
            <a:r>
              <a:rPr lang="vi-VN" sz="1400" b="1">
                <a:solidFill>
                  <a:srgbClr val="000000"/>
                </a:solidFill>
                <a:latin typeface="Courier New"/>
                <a:cs typeface="Arial"/>
              </a:rPr>
              <a:t>
    </a:t>
            </a:r>
            <a:r>
              <a:rPr lang="vi-VN" sz="1400" b="1" err="1">
                <a:solidFill>
                  <a:srgbClr val="800000"/>
                </a:solidFill>
                <a:latin typeface="Courier New"/>
                <a:cs typeface="Arial"/>
              </a:rPr>
              <a:t>if</a:t>
            </a:r>
            <a:r>
              <a:rPr lang="vi-VN" sz="1400" b="1">
                <a:solidFill>
                  <a:srgbClr val="000000"/>
                </a:solidFill>
                <a:latin typeface="Courier New"/>
                <a:cs typeface="Arial"/>
              </a:rPr>
              <a:t> </a:t>
            </a:r>
            <a:r>
              <a:rPr lang="vi-VN" sz="1400" b="1">
                <a:solidFill>
                  <a:srgbClr val="808030"/>
                </a:solidFill>
                <a:latin typeface="Courier New"/>
                <a:cs typeface="Arial"/>
              </a:rPr>
              <a:t>(</a:t>
            </a:r>
            <a:r>
              <a:rPr lang="vi-VN" sz="1400" b="1" err="1">
                <a:solidFill>
                  <a:srgbClr val="000000"/>
                </a:solidFill>
                <a:latin typeface="Courier New"/>
                <a:cs typeface="Arial"/>
              </a:rPr>
              <a:t>truoc</a:t>
            </a:r>
            <a:r>
              <a:rPr lang="vi-VN" sz="1400" b="1">
                <a:solidFill>
                  <a:srgbClr val="000000"/>
                </a:solidFill>
                <a:latin typeface="Courier New"/>
                <a:cs typeface="Arial"/>
              </a:rPr>
              <a:t> </a:t>
            </a:r>
            <a:r>
              <a:rPr lang="vi-VN" sz="1400" b="1">
                <a:solidFill>
                  <a:srgbClr val="808030"/>
                </a:solidFill>
                <a:latin typeface="Courier New"/>
                <a:cs typeface="Arial"/>
              </a:rPr>
              <a:t>==</a:t>
            </a:r>
            <a:r>
              <a:rPr lang="vi-VN" sz="1400" b="1">
                <a:solidFill>
                  <a:srgbClr val="000000"/>
                </a:solidFill>
                <a:latin typeface="Courier New"/>
                <a:cs typeface="Arial"/>
              </a:rPr>
              <a:t> </a:t>
            </a:r>
            <a:r>
              <a:rPr lang="vi-VN" sz="1400" b="1">
                <a:solidFill>
                  <a:srgbClr val="7D0045"/>
                </a:solidFill>
                <a:latin typeface="Courier New"/>
                <a:cs typeface="Arial"/>
              </a:rPr>
              <a:t>NULL</a:t>
            </a:r>
            <a:r>
              <a:rPr lang="vi-VN" sz="1400" b="1">
                <a:solidFill>
                  <a:srgbClr val="808030"/>
                </a:solidFill>
                <a:latin typeface="Courier New"/>
                <a:cs typeface="Arial"/>
              </a:rPr>
              <a:t>)</a:t>
            </a:r>
            <a:r>
              <a:rPr lang="vi-VN" sz="1400" b="1">
                <a:solidFill>
                  <a:srgbClr val="000000"/>
                </a:solidFill>
                <a:latin typeface="Courier New"/>
                <a:cs typeface="Arial"/>
              </a:rPr>
              <a:t> </a:t>
            </a:r>
            <a:r>
              <a:rPr lang="vi-VN" sz="1400" b="1">
                <a:solidFill>
                  <a:srgbClr val="800080"/>
                </a:solidFill>
                <a:latin typeface="Courier New"/>
                <a:cs typeface="Arial"/>
              </a:rPr>
              <a:t>{</a:t>
            </a:r>
            <a:r>
              <a:rPr lang="vi-VN" sz="1400" b="1">
                <a:solidFill>
                  <a:srgbClr val="000000"/>
                </a:solidFill>
                <a:latin typeface="Courier New"/>
                <a:cs typeface="Arial"/>
              </a:rPr>
              <a:t> 
        </a:t>
            </a:r>
            <a:r>
              <a:rPr lang="vi-VN" sz="1400" b="1" err="1">
                <a:solidFill>
                  <a:srgbClr val="000000"/>
                </a:solidFill>
                <a:latin typeface="Courier New"/>
                <a:cs typeface="Arial"/>
              </a:rPr>
              <a:t>head</a:t>
            </a:r>
            <a:r>
              <a:rPr lang="vi-VN" sz="1400" b="1">
                <a:solidFill>
                  <a:srgbClr val="000000"/>
                </a:solidFill>
                <a:latin typeface="Courier New"/>
                <a:cs typeface="Arial"/>
              </a:rPr>
              <a:t> </a:t>
            </a:r>
            <a:r>
              <a:rPr lang="vi-VN" sz="1400" b="1">
                <a:solidFill>
                  <a:srgbClr val="808030"/>
                </a:solidFill>
                <a:latin typeface="Courier New"/>
                <a:cs typeface="Arial"/>
              </a:rPr>
              <a:t>=</a:t>
            </a:r>
            <a:r>
              <a:rPr lang="vi-VN" sz="1400" b="1">
                <a:solidFill>
                  <a:srgbClr val="000000"/>
                </a:solidFill>
                <a:latin typeface="Courier New"/>
                <a:cs typeface="Arial"/>
              </a:rPr>
              <a:t> p</a:t>
            </a:r>
            <a:r>
              <a:rPr lang="vi-VN" sz="1400" b="1">
                <a:solidFill>
                  <a:srgbClr val="808030"/>
                </a:solidFill>
                <a:latin typeface="Courier New"/>
                <a:cs typeface="Arial"/>
              </a:rPr>
              <a:t>-&gt;</a:t>
            </a:r>
            <a:r>
              <a:rPr lang="vi-VN" sz="1400" b="1" err="1">
                <a:solidFill>
                  <a:srgbClr val="000000"/>
                </a:solidFill>
                <a:latin typeface="Courier New"/>
                <a:cs typeface="Arial"/>
              </a:rPr>
              <a:t>next</a:t>
            </a:r>
            <a:r>
              <a:rPr lang="vi-VN" sz="1400" b="1">
                <a:solidFill>
                  <a:srgbClr val="800080"/>
                </a:solidFill>
                <a:latin typeface="Courier New"/>
                <a:cs typeface="Arial"/>
              </a:rPr>
              <a:t>;</a:t>
            </a:r>
            <a:r>
              <a:rPr lang="vi-VN" sz="1400" b="1">
                <a:solidFill>
                  <a:srgbClr val="000000"/>
                </a:solidFill>
                <a:latin typeface="Courier New"/>
                <a:cs typeface="Arial"/>
              </a:rPr>
              <a:t>
    </a:t>
            </a:r>
            <a:r>
              <a:rPr lang="vi-VN" sz="1400" b="1">
                <a:solidFill>
                  <a:srgbClr val="800080"/>
                </a:solidFill>
                <a:latin typeface="Courier New"/>
                <a:cs typeface="Arial"/>
              </a:rPr>
              <a:t>}</a:t>
            </a:r>
            <a:r>
              <a:rPr lang="vi-VN" sz="1400" b="1">
                <a:solidFill>
                  <a:srgbClr val="000000"/>
                </a:solidFill>
                <a:latin typeface="Courier New"/>
                <a:cs typeface="Arial"/>
              </a:rPr>
              <a:t> </a:t>
            </a:r>
            <a:r>
              <a:rPr lang="vi-VN" sz="1400" b="1" err="1">
                <a:solidFill>
                  <a:srgbClr val="800000"/>
                </a:solidFill>
                <a:latin typeface="Courier New"/>
                <a:cs typeface="Arial"/>
              </a:rPr>
              <a:t>else</a:t>
            </a:r>
            <a:r>
              <a:rPr lang="vi-VN" sz="1400" b="1">
                <a:solidFill>
                  <a:srgbClr val="000000"/>
                </a:solidFill>
                <a:latin typeface="Courier New"/>
                <a:cs typeface="Arial"/>
              </a:rPr>
              <a:t> </a:t>
            </a:r>
            <a:r>
              <a:rPr lang="vi-VN" sz="1400" b="1">
                <a:solidFill>
                  <a:srgbClr val="800080"/>
                </a:solidFill>
                <a:latin typeface="Courier New"/>
                <a:cs typeface="Arial"/>
              </a:rPr>
              <a:t>{</a:t>
            </a:r>
            <a:r>
              <a:rPr lang="vi-VN" sz="1400" b="1">
                <a:solidFill>
                  <a:srgbClr val="000000"/>
                </a:solidFill>
                <a:latin typeface="Courier New"/>
                <a:cs typeface="Arial"/>
              </a:rPr>
              <a:t>
        </a:t>
            </a:r>
            <a:r>
              <a:rPr lang="vi-VN" sz="1400" b="1" err="1">
                <a:solidFill>
                  <a:srgbClr val="000000"/>
                </a:solidFill>
                <a:latin typeface="Courier New"/>
                <a:cs typeface="Arial"/>
              </a:rPr>
              <a:t>truoc</a:t>
            </a:r>
            <a:r>
              <a:rPr lang="vi-VN" sz="1400" b="1">
                <a:solidFill>
                  <a:srgbClr val="808030"/>
                </a:solidFill>
                <a:latin typeface="Courier New"/>
                <a:cs typeface="Arial"/>
              </a:rPr>
              <a:t>-&gt;</a:t>
            </a:r>
            <a:r>
              <a:rPr lang="vi-VN" sz="1400" b="1" err="1">
                <a:solidFill>
                  <a:srgbClr val="000000"/>
                </a:solidFill>
                <a:latin typeface="Courier New"/>
                <a:cs typeface="Arial"/>
              </a:rPr>
              <a:t>next</a:t>
            </a:r>
            <a:r>
              <a:rPr lang="vi-VN" sz="1400" b="1">
                <a:solidFill>
                  <a:srgbClr val="000000"/>
                </a:solidFill>
                <a:latin typeface="Courier New"/>
                <a:cs typeface="Arial"/>
              </a:rPr>
              <a:t> </a:t>
            </a:r>
            <a:r>
              <a:rPr lang="vi-VN" sz="1400" b="1">
                <a:solidFill>
                  <a:srgbClr val="808030"/>
                </a:solidFill>
                <a:latin typeface="Courier New"/>
                <a:cs typeface="Arial"/>
              </a:rPr>
              <a:t>=</a:t>
            </a:r>
            <a:r>
              <a:rPr lang="vi-VN" sz="1400" b="1">
                <a:solidFill>
                  <a:srgbClr val="000000"/>
                </a:solidFill>
                <a:latin typeface="Courier New"/>
                <a:cs typeface="Arial"/>
              </a:rPr>
              <a:t> p</a:t>
            </a:r>
            <a:r>
              <a:rPr lang="vi-VN" sz="1400" b="1">
                <a:solidFill>
                  <a:srgbClr val="808030"/>
                </a:solidFill>
                <a:latin typeface="Courier New"/>
                <a:cs typeface="Arial"/>
              </a:rPr>
              <a:t>-&gt;</a:t>
            </a:r>
            <a:r>
              <a:rPr lang="vi-VN" sz="1400" b="1" err="1">
                <a:solidFill>
                  <a:srgbClr val="000000"/>
                </a:solidFill>
                <a:latin typeface="Courier New"/>
                <a:cs typeface="Arial"/>
              </a:rPr>
              <a:t>next</a:t>
            </a:r>
            <a:r>
              <a:rPr lang="vi-VN" sz="1400" b="1">
                <a:solidFill>
                  <a:srgbClr val="800080"/>
                </a:solidFill>
                <a:latin typeface="Courier New"/>
                <a:cs typeface="Arial"/>
              </a:rPr>
              <a:t>;</a:t>
            </a:r>
            <a:r>
              <a:rPr lang="vi-VN" sz="1400" b="1">
                <a:solidFill>
                  <a:srgbClr val="000000"/>
                </a:solidFill>
                <a:latin typeface="Courier New"/>
                <a:cs typeface="Arial"/>
              </a:rPr>
              <a:t>
    </a:t>
            </a:r>
            <a:r>
              <a:rPr lang="vi-VN" sz="1400" b="1">
                <a:solidFill>
                  <a:srgbClr val="800080"/>
                </a:solidFill>
                <a:latin typeface="Courier New"/>
                <a:cs typeface="Arial"/>
              </a:rPr>
              <a:t>}</a:t>
            </a:r>
            <a:r>
              <a:rPr lang="vi-VN" sz="1400" b="1">
                <a:solidFill>
                  <a:srgbClr val="000000"/>
                </a:solidFill>
                <a:latin typeface="Courier New"/>
                <a:cs typeface="Arial"/>
              </a:rPr>
              <a:t>
    </a:t>
            </a:r>
            <a:r>
              <a:rPr lang="vi-VN" sz="1400" b="1" err="1">
                <a:solidFill>
                  <a:srgbClr val="800000"/>
                </a:solidFill>
                <a:latin typeface="Courier New"/>
                <a:cs typeface="Arial"/>
              </a:rPr>
              <a:t>delete</a:t>
            </a:r>
            <a:r>
              <a:rPr lang="vi-VN" sz="1400" b="1">
                <a:solidFill>
                  <a:srgbClr val="000000"/>
                </a:solidFill>
                <a:latin typeface="Courier New"/>
                <a:cs typeface="Arial"/>
              </a:rPr>
              <a:t> p</a:t>
            </a:r>
            <a:r>
              <a:rPr lang="vi-VN" sz="1400" b="1">
                <a:solidFill>
                  <a:srgbClr val="800080"/>
                </a:solidFill>
                <a:latin typeface="Courier New"/>
                <a:cs typeface="Arial"/>
              </a:rPr>
              <a:t>;</a:t>
            </a:r>
            <a:r>
              <a:rPr lang="vi-VN" sz="1400" b="1">
                <a:solidFill>
                  <a:srgbClr val="000000"/>
                </a:solidFill>
                <a:latin typeface="Courier New"/>
                <a:cs typeface="Arial"/>
              </a:rPr>
              <a:t>
    </a:t>
            </a:r>
            <a:r>
              <a:rPr lang="vi-VN" sz="1400" b="1" err="1">
                <a:solidFill>
                  <a:srgbClr val="603000"/>
                </a:solidFill>
                <a:latin typeface="Courier New"/>
                <a:cs typeface="Arial"/>
              </a:rPr>
              <a:t>cout</a:t>
            </a:r>
            <a:r>
              <a:rPr lang="vi-VN" sz="1400" b="1">
                <a:solidFill>
                  <a:srgbClr val="000000"/>
                </a:solidFill>
                <a:latin typeface="Courier New"/>
                <a:cs typeface="Arial"/>
              </a:rPr>
              <a:t> </a:t>
            </a:r>
            <a:r>
              <a:rPr lang="vi-VN" sz="1400" b="1">
                <a:solidFill>
                  <a:srgbClr val="808030"/>
                </a:solidFill>
                <a:latin typeface="Courier New"/>
                <a:cs typeface="Arial"/>
              </a:rPr>
              <a:t>&lt;&lt;</a:t>
            </a:r>
            <a:r>
              <a:rPr lang="vi-VN" sz="1400" b="1">
                <a:solidFill>
                  <a:srgbClr val="000000"/>
                </a:solidFill>
                <a:latin typeface="Courier New"/>
                <a:cs typeface="Arial"/>
              </a:rPr>
              <a:t> </a:t>
            </a:r>
            <a:r>
              <a:rPr lang="vi-VN" sz="1400" b="1">
                <a:solidFill>
                  <a:srgbClr val="800000"/>
                </a:solidFill>
                <a:latin typeface="Courier New"/>
                <a:cs typeface="Arial"/>
              </a:rPr>
              <a:t>"</a:t>
            </a:r>
            <a:r>
              <a:rPr lang="vi-VN" sz="1400" b="1">
                <a:solidFill>
                  <a:srgbClr val="0000E6"/>
                </a:solidFill>
                <a:latin typeface="Courier New"/>
                <a:cs typeface="Arial"/>
              </a:rPr>
              <a:t>Da xoa </a:t>
            </a:r>
            <a:r>
              <a:rPr lang="vi-VN" sz="1400" b="1" err="1">
                <a:solidFill>
                  <a:srgbClr val="0000E6"/>
                </a:solidFill>
                <a:latin typeface="Courier New"/>
                <a:cs typeface="Arial"/>
              </a:rPr>
              <a:t>sach</a:t>
            </a:r>
            <a:r>
              <a:rPr lang="vi-VN" sz="1400" b="1">
                <a:solidFill>
                  <a:srgbClr val="0000E6"/>
                </a:solidFill>
                <a:latin typeface="Courier New"/>
                <a:cs typeface="Arial"/>
              </a:rPr>
              <a:t> thanh cong!</a:t>
            </a:r>
            <a:r>
              <a:rPr lang="vi-VN" sz="1400" b="1">
                <a:solidFill>
                  <a:srgbClr val="0F69FF"/>
                </a:solidFill>
                <a:latin typeface="Courier New"/>
                <a:cs typeface="Arial"/>
              </a:rPr>
              <a:t>\n</a:t>
            </a:r>
            <a:r>
              <a:rPr lang="vi-VN" sz="1400" b="1">
                <a:solidFill>
                  <a:srgbClr val="800000"/>
                </a:solidFill>
                <a:latin typeface="Courier New"/>
                <a:cs typeface="Arial"/>
              </a:rPr>
              <a:t>"</a:t>
            </a:r>
            <a:r>
              <a:rPr lang="vi-VN" sz="1600" b="1">
                <a:solidFill>
                  <a:srgbClr val="800080"/>
                </a:solidFill>
                <a:latin typeface="Courier New"/>
                <a:cs typeface="Arial"/>
              </a:rPr>
              <a:t>;</a:t>
            </a:r>
            <a:r>
              <a:rPr lang="vi-VN" sz="1600" b="1">
                <a:solidFill>
                  <a:srgbClr val="000000"/>
                </a:solidFill>
                <a:latin typeface="Courier New"/>
                <a:cs typeface="Arial"/>
              </a:rPr>
              <a:t>
</a:t>
            </a:r>
            <a:r>
              <a:rPr lang="vi-VN" sz="1600" b="1">
                <a:solidFill>
                  <a:srgbClr val="800080"/>
                </a:solidFill>
                <a:latin typeface="Courier New"/>
                <a:cs typeface="Arial"/>
              </a:rPr>
              <a:t>}</a:t>
            </a:r>
            <a:endParaRPr lang="vi-VN" sz="1600" b="1">
              <a:latin typeface="Courier New"/>
              <a:cs typeface="Courier New"/>
            </a:endParaRPr>
          </a:p>
        </p:txBody>
      </p:sp>
      <p:sp>
        <p:nvSpPr>
          <p:cNvPr id="5" name="Hình chữ nhật 4">
            <a:extLst>
              <a:ext uri="{FF2B5EF4-FFF2-40B4-BE49-F238E27FC236}">
                <a16:creationId xmlns:a16="http://schemas.microsoft.com/office/drawing/2014/main" id="{E30E2046-472C-90EC-F7E4-CEE1B6249EAB}"/>
              </a:ext>
            </a:extLst>
          </p:cNvPr>
          <p:cNvSpPr/>
          <p:nvPr/>
        </p:nvSpPr>
        <p:spPr>
          <a:xfrm>
            <a:off x="1053" y="1163284"/>
            <a:ext cx="6547696" cy="5695923"/>
          </a:xfrm>
          <a:prstGeom prst="rect">
            <a:avLst/>
          </a:prstGeom>
          <a:solidFill>
            <a:srgbClr val="E0E0E2"/>
          </a:solidFill>
          <a:ln>
            <a:solidFill>
              <a:srgbClr val="29176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342900" indent="-342900">
              <a:buFont typeface="Arial"/>
              <a:buChar char="•"/>
            </a:pPr>
            <a:r>
              <a:rPr lang="vi-VN" sz="2000" b="1">
                <a:solidFill>
                  <a:schemeClr val="tx1"/>
                </a:solidFill>
                <a:latin typeface="Open Sans"/>
                <a:ea typeface="Open Sans"/>
                <a:cs typeface="Open Sans"/>
              </a:rPr>
              <a:t> Mục đích:</a:t>
            </a:r>
            <a:r>
              <a:rPr lang="vi-VN" sz="2000">
                <a:solidFill>
                  <a:schemeClr val="tx1"/>
                </a:solidFill>
                <a:latin typeface="Open Sans"/>
                <a:ea typeface="Open Sans"/>
                <a:cs typeface="Open Sans"/>
              </a:rPr>
              <a:t> </a:t>
            </a:r>
            <a:r>
              <a:rPr lang="vi-VN" sz="2000">
                <a:solidFill>
                  <a:schemeClr val="tx1"/>
                </a:solidFill>
                <a:latin typeface="Open Sans"/>
                <a:ea typeface="+mn-lt"/>
                <a:cs typeface="Arial"/>
              </a:rPr>
              <a:t>Loại bỏ một cuốn sách khỏi danh sách khi sách bị hư, hết hạn, hoặc không còn sử dụng.</a:t>
            </a:r>
            <a:endParaRPr lang="vi-VN" sz="2000">
              <a:solidFill>
                <a:schemeClr val="tx1"/>
              </a:solidFill>
              <a:latin typeface="Arial"/>
              <a:ea typeface="Open Sans"/>
              <a:cs typeface="Arial"/>
            </a:endParaRPr>
          </a:p>
          <a:p>
            <a:pPr marL="342900" indent="-342900">
              <a:buFont typeface="Arial"/>
              <a:buChar char="•"/>
            </a:pPr>
            <a:endParaRPr lang="vi-VN" sz="2000" b="1">
              <a:solidFill>
                <a:schemeClr val="tx1"/>
              </a:solidFill>
              <a:latin typeface="Open Sans"/>
              <a:ea typeface="Open Sans"/>
              <a:cs typeface="Open Sans"/>
            </a:endParaRPr>
          </a:p>
          <a:p>
            <a:pPr marL="342900" indent="-342900">
              <a:buFont typeface="Arial"/>
              <a:buChar char="•"/>
            </a:pPr>
            <a:r>
              <a:rPr lang="vi-VN" sz="2000" b="1">
                <a:solidFill>
                  <a:schemeClr val="tx1"/>
                </a:solidFill>
                <a:latin typeface="Open Sans"/>
                <a:ea typeface="Open Sans"/>
                <a:cs typeface="Open Sans"/>
              </a:rPr>
              <a:t> Ý tưởng</a:t>
            </a:r>
            <a:r>
              <a:rPr lang="vi-VN" sz="2000">
                <a:solidFill>
                  <a:schemeClr val="tx1"/>
                </a:solidFill>
                <a:latin typeface="Open Sans"/>
                <a:ea typeface="Open Sans"/>
                <a:cs typeface="Open Sans"/>
              </a:rPr>
              <a:t> :Dùng thuật toán sắp xếp nổi bọt để sắp xếp sinh viên theo thứ tự tăng dần.</a:t>
            </a:r>
            <a:endParaRPr lang="vi-VN" sz="2000">
              <a:solidFill>
                <a:schemeClr val="tx1"/>
              </a:solidFill>
              <a:latin typeface="Open Sans"/>
              <a:ea typeface="Open Sans"/>
              <a:cs typeface="Arial"/>
            </a:endParaRPr>
          </a:p>
          <a:p>
            <a:endParaRPr lang="vi-VN" sz="2000">
              <a:solidFill>
                <a:schemeClr val="tx1"/>
              </a:solidFill>
              <a:latin typeface="Open Sans"/>
              <a:ea typeface="Open Sans"/>
              <a:cs typeface="Open Sans"/>
            </a:endParaRPr>
          </a:p>
          <a:p>
            <a:pPr marL="342900" indent="-342900">
              <a:buFont typeface="Arial"/>
              <a:buChar char="•"/>
            </a:pPr>
            <a:r>
              <a:rPr lang="vi-VN" sz="2000" b="1">
                <a:solidFill>
                  <a:schemeClr val="tx1"/>
                </a:solidFill>
                <a:latin typeface="Open Sans"/>
                <a:ea typeface="Open Sans"/>
                <a:cs typeface="Open Sans"/>
              </a:rPr>
              <a:t>Cách hoạt động:</a:t>
            </a:r>
            <a:endParaRPr lang="vi-VN">
              <a:solidFill>
                <a:schemeClr val="tx1"/>
              </a:solidFill>
              <a:latin typeface="Arial"/>
              <a:ea typeface="Open Sans"/>
              <a:cs typeface="Arial"/>
            </a:endParaRPr>
          </a:p>
          <a:p>
            <a:r>
              <a:rPr lang="vi-VN" sz="2000">
                <a:solidFill>
                  <a:schemeClr val="tx1"/>
                </a:solidFill>
                <a:latin typeface="Open Sans"/>
                <a:ea typeface="Open Sans"/>
                <a:cs typeface="Open Sans"/>
              </a:rPr>
              <a:t>    -</a:t>
            </a:r>
            <a:r>
              <a:rPr lang="vi-VN" sz="2000" b="1">
                <a:solidFill>
                  <a:schemeClr val="tx1"/>
                </a:solidFill>
                <a:latin typeface="Open Sans"/>
                <a:ea typeface="Open Sans"/>
                <a:cs typeface="Open Sans"/>
              </a:rPr>
              <a:t> </a:t>
            </a:r>
            <a:r>
              <a:rPr lang="vi-VN" sz="2000">
                <a:solidFill>
                  <a:schemeClr val="tx1"/>
                </a:solidFill>
                <a:latin typeface="Open Sans"/>
                <a:ea typeface="+mn-lt"/>
                <a:cs typeface="Arial"/>
              </a:rPr>
              <a:t>Nhập mã sách cần xóa </a:t>
            </a:r>
            <a:endParaRPr lang="vi-VN">
              <a:solidFill>
                <a:schemeClr val="tx1"/>
              </a:solidFill>
              <a:latin typeface="Arial"/>
              <a:ea typeface="Open Sans"/>
              <a:cs typeface="Arial"/>
            </a:endParaRPr>
          </a:p>
          <a:p>
            <a:r>
              <a:rPr lang="vi-VN" sz="2000">
                <a:solidFill>
                  <a:schemeClr val="tx1"/>
                </a:solidFill>
                <a:latin typeface="Open Sans"/>
                <a:ea typeface="+mn-lt"/>
                <a:cs typeface="Arial"/>
              </a:rPr>
              <a:t>    - Duyệt danh sách tìm </a:t>
            </a:r>
            <a:r>
              <a:rPr lang="vi-VN" sz="2000" err="1">
                <a:solidFill>
                  <a:schemeClr val="tx1"/>
                </a:solidFill>
                <a:latin typeface="Open Sans"/>
                <a:ea typeface="+mn-lt"/>
                <a:cs typeface="Arial"/>
              </a:rPr>
              <a:t>node</a:t>
            </a:r>
            <a:r>
              <a:rPr lang="vi-VN" sz="2000">
                <a:solidFill>
                  <a:schemeClr val="tx1"/>
                </a:solidFill>
                <a:latin typeface="Open Sans"/>
                <a:ea typeface="+mn-lt"/>
                <a:cs typeface="Arial"/>
              </a:rPr>
              <a:t> trùng mã</a:t>
            </a:r>
            <a:endParaRPr lang="vi-VN">
              <a:solidFill>
                <a:schemeClr val="tx1"/>
              </a:solidFill>
              <a:latin typeface="Arial"/>
              <a:ea typeface="Open Sans"/>
              <a:cs typeface="Arial"/>
            </a:endParaRPr>
          </a:p>
          <a:p>
            <a:r>
              <a:rPr lang="vi-VN" sz="2000">
                <a:solidFill>
                  <a:schemeClr val="tx1"/>
                </a:solidFill>
                <a:latin typeface="Open Sans"/>
                <a:ea typeface="+mn-lt"/>
                <a:cs typeface="Arial"/>
              </a:rPr>
              <a:t>    - Cập nhật liên kết </a:t>
            </a:r>
            <a:r>
              <a:rPr lang="vi-VN" sz="2000" err="1">
                <a:solidFill>
                  <a:schemeClr val="tx1"/>
                </a:solidFill>
                <a:latin typeface="Open Sans"/>
                <a:ea typeface="+mn-lt"/>
                <a:cs typeface="Arial"/>
              </a:rPr>
              <a:t>next</a:t>
            </a:r>
            <a:r>
              <a:rPr lang="vi-VN" sz="2000">
                <a:solidFill>
                  <a:schemeClr val="tx1"/>
                </a:solidFill>
                <a:latin typeface="Open Sans"/>
                <a:ea typeface="+mn-lt"/>
                <a:cs typeface="Arial"/>
              </a:rPr>
              <a:t> để bỏ qua </a:t>
            </a:r>
            <a:r>
              <a:rPr lang="vi-VN" sz="2000" err="1">
                <a:solidFill>
                  <a:schemeClr val="tx1"/>
                </a:solidFill>
                <a:latin typeface="Open Sans"/>
                <a:ea typeface="+mn-lt"/>
                <a:cs typeface="Arial"/>
              </a:rPr>
              <a:t>node</a:t>
            </a:r>
            <a:r>
              <a:rPr lang="vi-VN" sz="2000">
                <a:solidFill>
                  <a:schemeClr val="tx1"/>
                </a:solidFill>
                <a:latin typeface="Open Sans"/>
                <a:ea typeface="+mn-lt"/>
                <a:cs typeface="Arial"/>
              </a:rPr>
              <a:t> đó </a:t>
            </a:r>
            <a:endParaRPr lang="vi-VN">
              <a:solidFill>
                <a:schemeClr val="tx1"/>
              </a:solidFill>
              <a:latin typeface="Arial"/>
              <a:ea typeface="Open Sans"/>
              <a:cs typeface="Arial"/>
            </a:endParaRPr>
          </a:p>
          <a:p>
            <a:pPr>
              <a:buFont typeface="Arial"/>
            </a:pPr>
            <a:r>
              <a:rPr lang="vi-VN" sz="2000">
                <a:solidFill>
                  <a:schemeClr val="tx1"/>
                </a:solidFill>
                <a:latin typeface="Open Sans"/>
                <a:ea typeface="+mn-lt"/>
                <a:cs typeface="Arial"/>
              </a:rPr>
              <a:t>    - Giải phóng bộ nhớ </a:t>
            </a:r>
            <a:r>
              <a:rPr lang="vi-VN" sz="2000" err="1">
                <a:solidFill>
                  <a:schemeClr val="tx1"/>
                </a:solidFill>
                <a:latin typeface="Open Sans"/>
                <a:ea typeface="+mn-lt"/>
                <a:cs typeface="Arial"/>
              </a:rPr>
              <a:t>node</a:t>
            </a:r>
            <a:r>
              <a:rPr lang="vi-VN" sz="2000">
                <a:solidFill>
                  <a:schemeClr val="tx1"/>
                </a:solidFill>
                <a:latin typeface="Open Sans"/>
                <a:ea typeface="+mn-lt"/>
                <a:cs typeface="Arial"/>
              </a:rPr>
              <a:t> bị xóa  </a:t>
            </a:r>
            <a:endParaRPr lang="vi-VN">
              <a:solidFill>
                <a:schemeClr val="tx1"/>
              </a:solidFill>
              <a:latin typeface="Arial"/>
              <a:ea typeface="Open Sans"/>
              <a:cs typeface="Arial"/>
            </a:endParaRPr>
          </a:p>
          <a:p>
            <a:pPr>
              <a:buFont typeface="Arial"/>
            </a:pPr>
            <a:r>
              <a:rPr lang="vi-VN" sz="2000">
                <a:solidFill>
                  <a:schemeClr val="tx1"/>
                </a:solidFill>
                <a:latin typeface="Open Sans"/>
                <a:ea typeface="+mn-lt"/>
                <a:cs typeface="Arial"/>
              </a:rPr>
              <a:t>    - Thông báo kết quả cho người dùng</a:t>
            </a:r>
            <a:endParaRPr lang="vi-VN">
              <a:solidFill>
                <a:schemeClr val="tx1"/>
              </a:solidFill>
              <a:latin typeface="Arial"/>
              <a:ea typeface="Open Sans"/>
              <a:cs typeface="Arial"/>
            </a:endParaRPr>
          </a:p>
        </p:txBody>
      </p:sp>
    </p:spTree>
    <p:extLst>
      <p:ext uri="{BB962C8B-B14F-4D97-AF65-F5344CB8AC3E}">
        <p14:creationId xmlns:p14="http://schemas.microsoft.com/office/powerpoint/2010/main" val="21813925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a:extLst>
            <a:ext uri="{FF2B5EF4-FFF2-40B4-BE49-F238E27FC236}">
              <a16:creationId xmlns:a16="http://schemas.microsoft.com/office/drawing/2014/main" id="{4D52192D-9ECB-7306-60A8-8FFB6C6CEB6F}"/>
            </a:ext>
          </a:extLst>
        </p:cNvPr>
        <p:cNvGrpSpPr/>
        <p:nvPr/>
      </p:nvGrpSpPr>
      <p:grpSpPr>
        <a:xfrm>
          <a:off x="0" y="0"/>
          <a:ext cx="0" cy="0"/>
          <a:chOff x="0" y="0"/>
          <a:chExt cx="0" cy="0"/>
        </a:xfrm>
      </p:grpSpPr>
      <p:sp>
        <p:nvSpPr>
          <p:cNvPr id="2" name="Tiêu đề 1">
            <a:extLst>
              <a:ext uri="{FF2B5EF4-FFF2-40B4-BE49-F238E27FC236}">
                <a16:creationId xmlns:a16="http://schemas.microsoft.com/office/drawing/2014/main" id="{D51F8270-9F75-E8EF-CAAF-81532D0BA89B}"/>
              </a:ext>
            </a:extLst>
          </p:cNvPr>
          <p:cNvSpPr>
            <a:spLocks noGrp="1"/>
          </p:cNvSpPr>
          <p:nvPr>
            <p:ph type="title"/>
          </p:nvPr>
        </p:nvSpPr>
        <p:spPr>
          <a:xfrm>
            <a:off x="1542691" y="316012"/>
            <a:ext cx="9113520" cy="898843"/>
          </a:xfrm>
        </p:spPr>
        <p:txBody>
          <a:bodyPr>
            <a:normAutofit/>
          </a:bodyPr>
          <a:lstStyle/>
          <a:p>
            <a:pPr algn="ctr"/>
            <a:r>
              <a:rPr lang="vi-VN" b="1">
                <a:solidFill>
                  <a:srgbClr val="FFC000"/>
                </a:solidFill>
                <a:latin typeface="Segoe UI"/>
                <a:ea typeface="Open Sans"/>
                <a:cs typeface="Open Sans"/>
              </a:rPr>
              <a:t>HÀM KHỞI TẠO SINH VIÊN</a:t>
            </a:r>
            <a:endParaRPr lang="vi-VN" b="1">
              <a:solidFill>
                <a:srgbClr val="FFC000"/>
              </a:solidFill>
              <a:latin typeface="Segoe UI"/>
              <a:cs typeface="Segoe UI"/>
            </a:endParaRPr>
          </a:p>
        </p:txBody>
      </p:sp>
      <p:sp>
        <p:nvSpPr>
          <p:cNvPr id="3" name="Chỗ dành sẵn cho Nội dung 2">
            <a:extLst>
              <a:ext uri="{FF2B5EF4-FFF2-40B4-BE49-F238E27FC236}">
                <a16:creationId xmlns:a16="http://schemas.microsoft.com/office/drawing/2014/main" id="{A7F493CE-8916-718B-AA47-0A1B2F9C5B70}"/>
              </a:ext>
            </a:extLst>
          </p:cNvPr>
          <p:cNvSpPr>
            <a:spLocks noGrp="1"/>
          </p:cNvSpPr>
          <p:nvPr>
            <p:ph idx="1"/>
          </p:nvPr>
        </p:nvSpPr>
        <p:spPr>
          <a:xfrm>
            <a:off x="838200" y="1825625"/>
            <a:ext cx="10515600" cy="3522282"/>
          </a:xfrm>
        </p:spPr>
        <p:txBody>
          <a:bodyPr vert="horz" lIns="91440" tIns="45720" rIns="91440" bIns="45720" rtlCol="0" anchor="t">
            <a:normAutofit/>
          </a:bodyPr>
          <a:lstStyle/>
          <a:p>
            <a:r>
              <a:rPr lang="vi-VN" sz="2400" b="1">
                <a:latin typeface="Open Sans"/>
                <a:ea typeface="Open Sans"/>
                <a:cs typeface="Arial"/>
              </a:rPr>
              <a:t>Khởi tạo </a:t>
            </a:r>
            <a:r>
              <a:rPr lang="vi-VN" sz="2400" b="1" err="1">
                <a:latin typeface="Open Sans"/>
                <a:ea typeface="Open Sans"/>
                <a:cs typeface="Arial"/>
              </a:rPr>
              <a:t>class</a:t>
            </a:r>
            <a:r>
              <a:rPr lang="vi-VN" sz="2400" b="1">
                <a:latin typeface="Open Sans"/>
                <a:ea typeface="Open Sans"/>
                <a:cs typeface="Arial"/>
              </a:rPr>
              <a:t> </a:t>
            </a:r>
            <a:r>
              <a:rPr lang="vi-VN" sz="2400">
                <a:latin typeface="Arial"/>
                <a:ea typeface="+mn-lt"/>
                <a:cs typeface="Arial"/>
              </a:rPr>
              <a:t>QuanLySinhVien()</a:t>
            </a:r>
            <a:r>
              <a:rPr lang="vi-VN" sz="2400" b="1">
                <a:latin typeface="Open Sans"/>
                <a:ea typeface="Open Sans"/>
                <a:cs typeface="Arial"/>
              </a:rPr>
              <a:t>;</a:t>
            </a:r>
            <a:r>
              <a:rPr lang="vi-VN" sz="2400">
                <a:latin typeface="Open Sans"/>
                <a:ea typeface="Open Sans"/>
                <a:cs typeface="Arial"/>
              </a:rPr>
              <a:t> :</a:t>
            </a:r>
            <a:r>
              <a:rPr lang="vi" sz="2400">
                <a:latin typeface="Open Sans"/>
                <a:ea typeface="Calibri"/>
                <a:cs typeface="Times New Roman"/>
              </a:rPr>
              <a:t>Hàm khởi tạo cho giá trị của </a:t>
            </a:r>
            <a:r>
              <a:rPr lang="vi" sz="2400" err="1">
                <a:latin typeface="Open Sans"/>
                <a:ea typeface="Calibri"/>
                <a:cs typeface="Times New Roman"/>
              </a:rPr>
              <a:t>Node</a:t>
            </a:r>
            <a:r>
              <a:rPr lang="vi" sz="2400">
                <a:latin typeface="Open Sans"/>
                <a:ea typeface="Calibri"/>
                <a:cs typeface="Times New Roman"/>
              </a:rPr>
              <a:t> đầu tiên ( </a:t>
            </a:r>
            <a:r>
              <a:rPr lang="vi" sz="2400" err="1">
                <a:latin typeface="Open Sans"/>
                <a:ea typeface="Calibri"/>
                <a:cs typeface="Times New Roman"/>
              </a:rPr>
              <a:t>head</a:t>
            </a:r>
            <a:r>
              <a:rPr lang="vi" sz="2400">
                <a:latin typeface="Open Sans"/>
                <a:ea typeface="Calibri"/>
                <a:cs typeface="Times New Roman"/>
              </a:rPr>
              <a:t> ) là rỗng ( NULL)</a:t>
            </a:r>
            <a:endParaRPr lang="vi-VN" sz="2400">
              <a:latin typeface="Open Sans"/>
              <a:ea typeface="Open Sans"/>
              <a:cs typeface="Arial"/>
            </a:endParaRPr>
          </a:p>
          <a:p>
            <a:pPr marL="514350" indent="-514350">
              <a:buAutoNum type="arabicPeriod"/>
            </a:pPr>
            <a:endParaRPr lang="vi-VN" sz="2400">
              <a:latin typeface="Open Sans"/>
              <a:ea typeface="Open Sans"/>
              <a:cs typeface="Arial"/>
            </a:endParaRPr>
          </a:p>
        </p:txBody>
      </p:sp>
      <p:sp>
        <p:nvSpPr>
          <p:cNvPr id="5" name="Hình chữ nhật 4">
            <a:extLst>
              <a:ext uri="{FF2B5EF4-FFF2-40B4-BE49-F238E27FC236}">
                <a16:creationId xmlns:a16="http://schemas.microsoft.com/office/drawing/2014/main" id="{E8ECCBE7-8457-7CBF-8697-06EC18B0FF20}"/>
              </a:ext>
            </a:extLst>
          </p:cNvPr>
          <p:cNvSpPr/>
          <p:nvPr/>
        </p:nvSpPr>
        <p:spPr>
          <a:xfrm>
            <a:off x="1537039" y="3289739"/>
            <a:ext cx="8792591" cy="1706223"/>
          </a:xfrm>
          <a:prstGeom prst="rect">
            <a:avLst/>
          </a:prstGeom>
          <a:solidFill>
            <a:srgbClr val="E0E0E2"/>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vi-VN" sz="3200" b="1" err="1">
                <a:solidFill>
                  <a:schemeClr val="tx1"/>
                </a:solidFill>
                <a:latin typeface="Courier New"/>
                <a:ea typeface="+mn-lt"/>
                <a:cs typeface="Arial"/>
              </a:rPr>
              <a:t>QuanLySinhVien</a:t>
            </a:r>
            <a:r>
              <a:rPr lang="vi-VN" sz="3200" b="1">
                <a:solidFill>
                  <a:schemeClr val="tx1"/>
                </a:solidFill>
                <a:latin typeface="Courier New"/>
                <a:ea typeface="+mn-lt"/>
                <a:cs typeface="Arial"/>
              </a:rPr>
              <a:t>::</a:t>
            </a:r>
            <a:r>
              <a:rPr lang="vi-VN" sz="3200" b="1" err="1">
                <a:solidFill>
                  <a:schemeClr val="tx1"/>
                </a:solidFill>
                <a:latin typeface="Courier New"/>
                <a:ea typeface="+mn-lt"/>
                <a:cs typeface="Arial"/>
              </a:rPr>
              <a:t>QuanLySinhVien</a:t>
            </a:r>
            <a:r>
              <a:rPr lang="vi-VN" sz="3200" b="1">
                <a:solidFill>
                  <a:schemeClr val="tx1"/>
                </a:solidFill>
                <a:latin typeface="Courier New"/>
                <a:ea typeface="+mn-lt"/>
                <a:cs typeface="Arial"/>
              </a:rPr>
              <a:t>() {</a:t>
            </a:r>
            <a:br>
              <a:rPr lang="en-US" b="1">
                <a:latin typeface="Courier New"/>
              </a:rPr>
            </a:br>
            <a:r>
              <a:rPr lang="vi-VN" sz="3200" b="1" err="1">
                <a:solidFill>
                  <a:schemeClr val="tx1"/>
                </a:solidFill>
                <a:latin typeface="Courier New"/>
                <a:ea typeface="+mn-lt"/>
                <a:cs typeface="Arial"/>
              </a:rPr>
              <a:t>head</a:t>
            </a:r>
            <a:r>
              <a:rPr lang="vi-VN" sz="3200" b="1">
                <a:solidFill>
                  <a:schemeClr val="tx1"/>
                </a:solidFill>
                <a:latin typeface="Courier New"/>
                <a:ea typeface="+mn-lt"/>
                <a:cs typeface="Arial"/>
              </a:rPr>
              <a:t> = </a:t>
            </a:r>
            <a:r>
              <a:rPr lang="vi-VN" sz="3200" b="1">
                <a:solidFill>
                  <a:srgbClr val="92D050"/>
                </a:solidFill>
                <a:latin typeface="Courier New"/>
                <a:ea typeface="+mn-lt"/>
                <a:cs typeface="Arial"/>
              </a:rPr>
              <a:t>NULL</a:t>
            </a:r>
            <a:r>
              <a:rPr lang="vi-VN" sz="3200" b="1">
                <a:solidFill>
                  <a:schemeClr val="tx1"/>
                </a:solidFill>
                <a:latin typeface="Courier New"/>
                <a:ea typeface="+mn-lt"/>
                <a:cs typeface="Arial"/>
              </a:rPr>
              <a:t>; </a:t>
            </a:r>
            <a:br>
              <a:rPr lang="vi-VN" sz="3200" b="1">
                <a:latin typeface="Courier New"/>
                <a:ea typeface="+mn-lt"/>
                <a:cs typeface="Arial"/>
              </a:rPr>
            </a:br>
            <a:r>
              <a:rPr lang="vi-VN" sz="3200" b="1">
                <a:solidFill>
                  <a:schemeClr val="tx1"/>
                </a:solidFill>
                <a:latin typeface="Courier New"/>
                <a:ea typeface="+mn-lt"/>
                <a:cs typeface="Arial"/>
              </a:rPr>
              <a:t>} </a:t>
            </a:r>
            <a:endParaRPr lang="vi-VN" b="1">
              <a:solidFill>
                <a:schemeClr val="tx1"/>
              </a:solidFill>
              <a:latin typeface="Courier New"/>
              <a:ea typeface="+mn-lt"/>
              <a:cs typeface="Arial"/>
            </a:endParaRPr>
          </a:p>
        </p:txBody>
      </p:sp>
    </p:spTree>
    <p:extLst>
      <p:ext uri="{BB962C8B-B14F-4D97-AF65-F5344CB8AC3E}">
        <p14:creationId xmlns:p14="http://schemas.microsoft.com/office/powerpoint/2010/main" val="12869630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a:extLst>
            <a:ext uri="{FF2B5EF4-FFF2-40B4-BE49-F238E27FC236}">
              <a16:creationId xmlns:a16="http://schemas.microsoft.com/office/drawing/2014/main" id="{E7B6BB88-FBBB-28A4-4B8D-041488B0EB1E}"/>
            </a:ext>
          </a:extLst>
        </p:cNvPr>
        <p:cNvGrpSpPr/>
        <p:nvPr/>
      </p:nvGrpSpPr>
      <p:grpSpPr>
        <a:xfrm>
          <a:off x="0" y="0"/>
          <a:ext cx="0" cy="0"/>
          <a:chOff x="0" y="0"/>
          <a:chExt cx="0" cy="0"/>
        </a:xfrm>
      </p:grpSpPr>
      <p:sp>
        <p:nvSpPr>
          <p:cNvPr id="2" name="Tiêu đề 1">
            <a:extLst>
              <a:ext uri="{FF2B5EF4-FFF2-40B4-BE49-F238E27FC236}">
                <a16:creationId xmlns:a16="http://schemas.microsoft.com/office/drawing/2014/main" id="{43A7D7DA-C3A4-1CE1-4006-C0348C5C2A07}"/>
              </a:ext>
            </a:extLst>
          </p:cNvPr>
          <p:cNvSpPr>
            <a:spLocks noGrp="1"/>
          </p:cNvSpPr>
          <p:nvPr>
            <p:ph type="title"/>
          </p:nvPr>
        </p:nvSpPr>
        <p:spPr>
          <a:xfrm>
            <a:off x="1542691" y="316012"/>
            <a:ext cx="9113520" cy="898843"/>
          </a:xfrm>
        </p:spPr>
        <p:txBody>
          <a:bodyPr>
            <a:normAutofit/>
          </a:bodyPr>
          <a:lstStyle/>
          <a:p>
            <a:pPr algn="ctr"/>
            <a:r>
              <a:rPr lang="vi-VN" b="1">
                <a:solidFill>
                  <a:srgbClr val="FFC000"/>
                </a:solidFill>
                <a:latin typeface="Segoe UI"/>
                <a:ea typeface="Open Sans"/>
                <a:cs typeface="Open Sans"/>
              </a:rPr>
              <a:t>HÀM THÊM SINH VIÊN</a:t>
            </a:r>
            <a:endParaRPr lang="vi-VN" b="1">
              <a:solidFill>
                <a:srgbClr val="FFC000"/>
              </a:solidFill>
              <a:latin typeface="Segoe UI"/>
              <a:cs typeface="Segoe UI"/>
            </a:endParaRPr>
          </a:p>
        </p:txBody>
      </p:sp>
      <p:sp>
        <p:nvSpPr>
          <p:cNvPr id="3" name="Chỗ dành sẵn cho Nội dung 2">
            <a:extLst>
              <a:ext uri="{FF2B5EF4-FFF2-40B4-BE49-F238E27FC236}">
                <a16:creationId xmlns:a16="http://schemas.microsoft.com/office/drawing/2014/main" id="{5ACFC012-D970-09D5-453C-8F8119711945}"/>
              </a:ext>
            </a:extLst>
          </p:cNvPr>
          <p:cNvSpPr>
            <a:spLocks noGrp="1"/>
          </p:cNvSpPr>
          <p:nvPr>
            <p:ph idx="1"/>
          </p:nvPr>
        </p:nvSpPr>
        <p:spPr>
          <a:xfrm>
            <a:off x="397934" y="1218639"/>
            <a:ext cx="11554177" cy="780595"/>
          </a:xfrm>
        </p:spPr>
        <p:txBody>
          <a:bodyPr vert="horz" lIns="91440" tIns="45720" rIns="91440" bIns="45720" rtlCol="0" anchor="t">
            <a:normAutofit/>
          </a:bodyPr>
          <a:lstStyle/>
          <a:p>
            <a:r>
              <a:rPr lang="vi-VN" sz="2400" b="1">
                <a:latin typeface="Open Sans"/>
                <a:ea typeface="Open Sans"/>
                <a:cs typeface="Arial"/>
              </a:rPr>
              <a:t>Khởi tạo </a:t>
            </a:r>
            <a:r>
              <a:rPr lang="vi-VN" sz="2400" b="1" err="1">
                <a:latin typeface="Open Sans"/>
                <a:ea typeface="Open Sans"/>
                <a:cs typeface="Arial"/>
              </a:rPr>
              <a:t>class</a:t>
            </a:r>
            <a:r>
              <a:rPr lang="vi-VN" sz="2400" b="1">
                <a:latin typeface="Open Sans"/>
                <a:ea typeface="Open Sans"/>
                <a:cs typeface="Arial"/>
              </a:rPr>
              <a:t> </a:t>
            </a:r>
            <a:r>
              <a:rPr lang="vi-VN" sz="2400" b="1" err="1">
                <a:latin typeface="Open Sans"/>
                <a:ea typeface="Open Sans"/>
                <a:cs typeface="Arial"/>
              </a:rPr>
              <a:t>QuanLySach</a:t>
            </a:r>
            <a:r>
              <a:rPr lang="vi-VN" sz="2400" b="1">
                <a:latin typeface="Open Sans"/>
                <a:ea typeface="Open Sans"/>
                <a:cs typeface="Arial"/>
              </a:rPr>
              <a:t>();</a:t>
            </a:r>
            <a:r>
              <a:rPr lang="vi-VN" sz="2400">
                <a:latin typeface="Open Sans"/>
                <a:ea typeface="Open Sans"/>
                <a:cs typeface="Arial"/>
              </a:rPr>
              <a:t> :</a:t>
            </a:r>
            <a:r>
              <a:rPr lang="vi" sz="2400">
                <a:latin typeface="Open Sans"/>
                <a:ea typeface="Calibri"/>
                <a:cs typeface="Times New Roman"/>
              </a:rPr>
              <a:t>Hàm khởi tạo cho giá trị của </a:t>
            </a:r>
            <a:r>
              <a:rPr lang="vi" sz="2400" err="1">
                <a:latin typeface="Open Sans"/>
                <a:ea typeface="Calibri"/>
                <a:cs typeface="Times New Roman"/>
              </a:rPr>
              <a:t>Node</a:t>
            </a:r>
            <a:r>
              <a:rPr lang="vi" sz="2400">
                <a:latin typeface="Open Sans"/>
                <a:ea typeface="Calibri"/>
                <a:cs typeface="Times New Roman"/>
              </a:rPr>
              <a:t> đầu tiên ( </a:t>
            </a:r>
            <a:r>
              <a:rPr lang="vi" sz="2400" err="1">
                <a:latin typeface="Open Sans"/>
                <a:ea typeface="Calibri"/>
                <a:cs typeface="Times New Roman"/>
              </a:rPr>
              <a:t>head</a:t>
            </a:r>
            <a:r>
              <a:rPr lang="vi" sz="2400">
                <a:latin typeface="Open Sans"/>
                <a:ea typeface="Calibri"/>
                <a:cs typeface="Times New Roman"/>
              </a:rPr>
              <a:t> ) là rỗng ( NULL)</a:t>
            </a:r>
            <a:endParaRPr lang="vi-VN" sz="2400">
              <a:latin typeface="Open Sans"/>
              <a:ea typeface="Open Sans"/>
              <a:cs typeface="Arial"/>
            </a:endParaRPr>
          </a:p>
          <a:p>
            <a:pPr marL="514350" indent="-514350">
              <a:buAutoNum type="arabicPeriod"/>
            </a:pPr>
            <a:endParaRPr lang="vi-VN" sz="2400">
              <a:latin typeface="Open Sans"/>
              <a:ea typeface="Open Sans"/>
              <a:cs typeface="Arial"/>
            </a:endParaRPr>
          </a:p>
        </p:txBody>
      </p:sp>
      <p:sp>
        <p:nvSpPr>
          <p:cNvPr id="5" name="Hình chữ nhật 4">
            <a:extLst>
              <a:ext uri="{FF2B5EF4-FFF2-40B4-BE49-F238E27FC236}">
                <a16:creationId xmlns:a16="http://schemas.microsoft.com/office/drawing/2014/main" id="{BAABA511-A6A5-5777-15B2-24604366BA07}"/>
              </a:ext>
            </a:extLst>
          </p:cNvPr>
          <p:cNvSpPr/>
          <p:nvPr/>
        </p:nvSpPr>
        <p:spPr>
          <a:xfrm>
            <a:off x="1711" y="1999479"/>
            <a:ext cx="7092853" cy="4719286"/>
          </a:xfrm>
          <a:prstGeom prst="rect">
            <a:avLst/>
          </a:prstGeom>
          <a:solidFill>
            <a:srgbClr val="E0E0E2"/>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b="1">
                <a:solidFill>
                  <a:srgbClr val="0000FF"/>
                </a:solidFill>
                <a:latin typeface="Courier New"/>
                <a:cs typeface="Arial"/>
              </a:rPr>
              <a:t>void</a:t>
            </a:r>
            <a:r>
              <a:rPr lang="en-US" b="1">
                <a:solidFill>
                  <a:srgbClr val="000000"/>
                </a:solidFill>
                <a:latin typeface="Courier New"/>
                <a:cs typeface="Arial"/>
              </a:rPr>
              <a:t> </a:t>
            </a:r>
            <a:r>
              <a:rPr lang="en-US" b="1" err="1">
                <a:solidFill>
                  <a:srgbClr val="000000"/>
                </a:solidFill>
                <a:latin typeface="Courier New"/>
                <a:cs typeface="Arial"/>
              </a:rPr>
              <a:t>QuanLySinhVien</a:t>
            </a:r>
            <a:r>
              <a:rPr lang="en-US" b="1">
                <a:solidFill>
                  <a:srgbClr val="0000FF"/>
                </a:solidFill>
                <a:latin typeface="Courier New"/>
                <a:cs typeface="Arial"/>
              </a:rPr>
              <a:t>::</a:t>
            </a:r>
            <a:r>
              <a:rPr lang="en-US" b="1" err="1">
                <a:solidFill>
                  <a:srgbClr val="000000"/>
                </a:solidFill>
                <a:latin typeface="Courier New"/>
                <a:cs typeface="Arial"/>
              </a:rPr>
              <a:t>themSinhVien</a:t>
            </a:r>
            <a:r>
              <a:rPr lang="en-US" b="1">
                <a:solidFill>
                  <a:srgbClr val="0000FF"/>
                </a:solidFill>
                <a:latin typeface="Courier New"/>
                <a:cs typeface="Arial"/>
              </a:rPr>
              <a:t>()</a:t>
            </a:r>
            <a:r>
              <a:rPr lang="en-US" b="1">
                <a:solidFill>
                  <a:srgbClr val="000000"/>
                </a:solidFill>
                <a:latin typeface="Courier New"/>
                <a:cs typeface="Arial"/>
              </a:rPr>
              <a:t> </a:t>
            </a:r>
            <a:r>
              <a:rPr lang="en-US" b="1">
                <a:solidFill>
                  <a:srgbClr val="0000FF"/>
                </a:solidFill>
                <a:latin typeface="Courier New"/>
                <a:cs typeface="Arial"/>
              </a:rPr>
              <a:t>{</a:t>
            </a:r>
            <a:r>
              <a:rPr lang="en-US" b="1">
                <a:solidFill>
                  <a:srgbClr val="000000"/>
                </a:solidFill>
                <a:latin typeface="Courier New"/>
                <a:cs typeface="Arial"/>
              </a:rPr>
              <a:t>
    </a:t>
            </a:r>
            <a:r>
              <a:rPr lang="en-US" b="1" err="1">
                <a:solidFill>
                  <a:srgbClr val="000000"/>
                </a:solidFill>
                <a:latin typeface="Courier New"/>
                <a:cs typeface="Arial"/>
              </a:rPr>
              <a:t>SinhVien</a:t>
            </a:r>
            <a:r>
              <a:rPr lang="en-US" b="1">
                <a:solidFill>
                  <a:srgbClr val="0000FF"/>
                </a:solidFill>
                <a:latin typeface="Courier New"/>
                <a:cs typeface="Arial"/>
              </a:rPr>
              <a:t>*</a:t>
            </a:r>
            <a:r>
              <a:rPr lang="en-US" b="1">
                <a:solidFill>
                  <a:srgbClr val="000000"/>
                </a:solidFill>
                <a:latin typeface="Courier New"/>
                <a:cs typeface="Arial"/>
              </a:rPr>
              <a:t> </a:t>
            </a:r>
            <a:r>
              <a:rPr lang="en-US" b="1" err="1">
                <a:solidFill>
                  <a:srgbClr val="000000"/>
                </a:solidFill>
                <a:latin typeface="Courier New"/>
                <a:cs typeface="Arial"/>
              </a:rPr>
              <a:t>sv</a:t>
            </a:r>
            <a:r>
              <a:rPr lang="en-US" b="1">
                <a:solidFill>
                  <a:srgbClr val="000000"/>
                </a:solidFill>
                <a:latin typeface="Courier New"/>
                <a:cs typeface="Arial"/>
              </a:rPr>
              <a:t> </a:t>
            </a:r>
            <a:r>
              <a:rPr lang="en-US" b="1">
                <a:solidFill>
                  <a:srgbClr val="0000FF"/>
                </a:solidFill>
                <a:latin typeface="Courier New"/>
                <a:cs typeface="Arial"/>
              </a:rPr>
              <a:t>=</a:t>
            </a:r>
            <a:r>
              <a:rPr lang="en-US" b="1">
                <a:solidFill>
                  <a:srgbClr val="000000"/>
                </a:solidFill>
                <a:latin typeface="Courier New"/>
                <a:cs typeface="Arial"/>
              </a:rPr>
              <a:t> </a:t>
            </a:r>
            <a:r>
              <a:rPr lang="en-US" b="1">
                <a:solidFill>
                  <a:srgbClr val="0000FF"/>
                </a:solidFill>
                <a:latin typeface="Courier New"/>
                <a:cs typeface="Arial"/>
              </a:rPr>
              <a:t>new</a:t>
            </a:r>
            <a:r>
              <a:rPr lang="en-US" b="1">
                <a:solidFill>
                  <a:srgbClr val="000000"/>
                </a:solidFill>
                <a:latin typeface="Courier New"/>
                <a:cs typeface="Arial"/>
              </a:rPr>
              <a:t> </a:t>
            </a:r>
            <a:r>
              <a:rPr lang="en-US" b="1" err="1">
                <a:solidFill>
                  <a:srgbClr val="000000"/>
                </a:solidFill>
                <a:latin typeface="Courier New"/>
                <a:cs typeface="Arial"/>
              </a:rPr>
              <a:t>SinhVien</a:t>
            </a:r>
            <a:r>
              <a:rPr lang="en-US" b="1">
                <a:solidFill>
                  <a:srgbClr val="0000FF"/>
                </a:solidFill>
                <a:latin typeface="Courier New"/>
                <a:cs typeface="Arial"/>
              </a:rPr>
              <a:t>;</a:t>
            </a:r>
            <a:r>
              <a:rPr lang="en-US" b="1">
                <a:solidFill>
                  <a:srgbClr val="000000"/>
                </a:solidFill>
                <a:latin typeface="Courier New"/>
                <a:cs typeface="Arial"/>
              </a:rPr>
              <a:t>
    </a:t>
            </a:r>
            <a:r>
              <a:rPr lang="en-US" b="1" err="1">
                <a:solidFill>
                  <a:srgbClr val="0000FF"/>
                </a:solidFill>
                <a:latin typeface="Courier New"/>
                <a:cs typeface="Arial"/>
              </a:rPr>
              <a:t>cout</a:t>
            </a:r>
            <a:r>
              <a:rPr lang="en-US" b="1">
                <a:solidFill>
                  <a:srgbClr val="000000"/>
                </a:solidFill>
                <a:latin typeface="Courier New"/>
                <a:cs typeface="Arial"/>
              </a:rPr>
              <a:t> </a:t>
            </a:r>
            <a:r>
              <a:rPr lang="en-US" b="1">
                <a:solidFill>
                  <a:srgbClr val="0000FF"/>
                </a:solidFill>
                <a:latin typeface="Courier New"/>
                <a:cs typeface="Arial"/>
              </a:rPr>
              <a:t>&lt;&lt;</a:t>
            </a:r>
            <a:r>
              <a:rPr lang="en-US" b="1">
                <a:solidFill>
                  <a:srgbClr val="000000"/>
                </a:solidFill>
                <a:latin typeface="Courier New"/>
                <a:cs typeface="Arial"/>
              </a:rPr>
              <a:t> </a:t>
            </a:r>
            <a:r>
              <a:rPr lang="en-US" b="1">
                <a:solidFill>
                  <a:srgbClr val="FF0000"/>
                </a:solidFill>
                <a:latin typeface="Courier New"/>
                <a:cs typeface="Arial"/>
              </a:rPr>
              <a:t>"</a:t>
            </a:r>
            <a:r>
              <a:rPr lang="en-US" b="1" err="1">
                <a:solidFill>
                  <a:srgbClr val="800000"/>
                </a:solidFill>
                <a:latin typeface="Courier New"/>
                <a:cs typeface="Arial"/>
              </a:rPr>
              <a:t>Nhap</a:t>
            </a:r>
            <a:r>
              <a:rPr lang="en-US" b="1">
                <a:solidFill>
                  <a:srgbClr val="800000"/>
                </a:solidFill>
                <a:latin typeface="Courier New"/>
                <a:cs typeface="Arial"/>
              </a:rPr>
              <a:t> MSSV: </a:t>
            </a:r>
            <a:r>
              <a:rPr lang="en-US" b="1">
                <a:solidFill>
                  <a:srgbClr val="FF0000"/>
                </a:solidFill>
                <a:latin typeface="Courier New"/>
                <a:cs typeface="Arial"/>
              </a:rPr>
              <a:t>"</a:t>
            </a:r>
            <a:r>
              <a:rPr lang="en-US" b="1">
                <a:solidFill>
                  <a:srgbClr val="0000FF"/>
                </a:solidFill>
                <a:latin typeface="Courier New"/>
                <a:cs typeface="Arial"/>
              </a:rPr>
              <a:t>;</a:t>
            </a:r>
            <a:r>
              <a:rPr lang="en-US" b="1">
                <a:solidFill>
                  <a:srgbClr val="000000"/>
                </a:solidFill>
                <a:latin typeface="Courier New"/>
                <a:cs typeface="Arial"/>
              </a:rPr>
              <a:t> </a:t>
            </a:r>
            <a:r>
              <a:rPr lang="en-US" b="1" err="1">
                <a:solidFill>
                  <a:srgbClr val="0000FF"/>
                </a:solidFill>
                <a:latin typeface="Courier New"/>
                <a:cs typeface="Arial"/>
              </a:rPr>
              <a:t>cin</a:t>
            </a:r>
            <a:r>
              <a:rPr lang="en-US" b="1">
                <a:solidFill>
                  <a:srgbClr val="000000"/>
                </a:solidFill>
                <a:latin typeface="Courier New"/>
                <a:cs typeface="Arial"/>
              </a:rPr>
              <a:t> </a:t>
            </a:r>
            <a:r>
              <a:rPr lang="en-US" b="1">
                <a:solidFill>
                  <a:srgbClr val="0000FF"/>
                </a:solidFill>
                <a:latin typeface="Courier New"/>
                <a:cs typeface="Arial"/>
              </a:rPr>
              <a:t>&gt;&gt;</a:t>
            </a:r>
            <a:r>
              <a:rPr lang="en-US" b="1">
                <a:solidFill>
                  <a:srgbClr val="000000"/>
                </a:solidFill>
                <a:latin typeface="Courier New"/>
                <a:cs typeface="Arial"/>
              </a:rPr>
              <a:t> </a:t>
            </a:r>
            <a:r>
              <a:rPr lang="en-US" b="1" err="1">
                <a:solidFill>
                  <a:srgbClr val="000000"/>
                </a:solidFill>
                <a:latin typeface="Courier New"/>
                <a:cs typeface="Arial"/>
              </a:rPr>
              <a:t>sv</a:t>
            </a:r>
            <a:r>
              <a:rPr lang="en-US" b="1">
                <a:solidFill>
                  <a:srgbClr val="0000FF"/>
                </a:solidFill>
                <a:latin typeface="Courier New"/>
                <a:cs typeface="Arial"/>
              </a:rPr>
              <a:t>-&gt;</a:t>
            </a:r>
            <a:r>
              <a:rPr lang="en-US" b="1">
                <a:solidFill>
                  <a:srgbClr val="000000"/>
                </a:solidFill>
                <a:latin typeface="Courier New"/>
                <a:cs typeface="Arial"/>
              </a:rPr>
              <a:t>MSSV</a:t>
            </a:r>
            <a:r>
              <a:rPr lang="en-US" b="1">
                <a:solidFill>
                  <a:srgbClr val="0000FF"/>
                </a:solidFill>
                <a:latin typeface="Courier New"/>
                <a:cs typeface="Arial"/>
              </a:rPr>
              <a:t>;</a:t>
            </a:r>
            <a:r>
              <a:rPr lang="en-US" b="1">
                <a:solidFill>
                  <a:srgbClr val="000000"/>
                </a:solidFill>
                <a:latin typeface="Courier New"/>
                <a:cs typeface="Arial"/>
              </a:rPr>
              <a:t>
    </a:t>
            </a:r>
            <a:r>
              <a:rPr lang="en-US" b="1" err="1">
                <a:solidFill>
                  <a:srgbClr val="0000FF"/>
                </a:solidFill>
                <a:latin typeface="Courier New"/>
                <a:cs typeface="Arial"/>
              </a:rPr>
              <a:t>cin.</a:t>
            </a:r>
            <a:r>
              <a:rPr lang="en-US" b="1" err="1">
                <a:solidFill>
                  <a:srgbClr val="000000"/>
                </a:solidFill>
                <a:latin typeface="Courier New"/>
                <a:cs typeface="Arial"/>
              </a:rPr>
              <a:t>ignore</a:t>
            </a:r>
            <a:r>
              <a:rPr lang="en-US" b="1">
                <a:solidFill>
                  <a:srgbClr val="0000FF"/>
                </a:solidFill>
                <a:latin typeface="Courier New"/>
                <a:cs typeface="Arial"/>
              </a:rPr>
              <a:t>();</a:t>
            </a:r>
            <a:r>
              <a:rPr lang="en-US" b="1">
                <a:solidFill>
                  <a:srgbClr val="000000"/>
                </a:solidFill>
                <a:latin typeface="Courier New"/>
                <a:cs typeface="Arial"/>
              </a:rPr>
              <a:t>
    </a:t>
            </a:r>
            <a:r>
              <a:rPr lang="en-US" b="1" err="1">
                <a:solidFill>
                  <a:srgbClr val="0000FF"/>
                </a:solidFill>
                <a:latin typeface="Courier New"/>
                <a:cs typeface="Arial"/>
              </a:rPr>
              <a:t>cout</a:t>
            </a:r>
            <a:r>
              <a:rPr lang="en-US" b="1">
                <a:solidFill>
                  <a:srgbClr val="000000"/>
                </a:solidFill>
                <a:latin typeface="Courier New"/>
                <a:cs typeface="Arial"/>
              </a:rPr>
              <a:t> </a:t>
            </a:r>
            <a:r>
              <a:rPr lang="en-US" b="1">
                <a:solidFill>
                  <a:srgbClr val="0000FF"/>
                </a:solidFill>
                <a:latin typeface="Courier New"/>
                <a:cs typeface="Arial"/>
              </a:rPr>
              <a:t>&lt;&lt;</a:t>
            </a:r>
            <a:r>
              <a:rPr lang="en-US" b="1">
                <a:solidFill>
                  <a:srgbClr val="000000"/>
                </a:solidFill>
                <a:latin typeface="Courier New"/>
                <a:cs typeface="Arial"/>
              </a:rPr>
              <a:t> </a:t>
            </a:r>
            <a:r>
              <a:rPr lang="en-US" b="1">
                <a:solidFill>
                  <a:srgbClr val="FF0000"/>
                </a:solidFill>
                <a:latin typeface="Courier New"/>
                <a:cs typeface="Arial"/>
              </a:rPr>
              <a:t>"</a:t>
            </a:r>
            <a:r>
              <a:rPr lang="en-US" b="1" err="1">
                <a:solidFill>
                  <a:srgbClr val="800000"/>
                </a:solidFill>
                <a:latin typeface="Courier New"/>
                <a:cs typeface="Arial"/>
              </a:rPr>
              <a:t>Nhap</a:t>
            </a:r>
            <a:r>
              <a:rPr lang="en-US" b="1">
                <a:solidFill>
                  <a:srgbClr val="800000"/>
                </a:solidFill>
                <a:latin typeface="Courier New"/>
                <a:cs typeface="Arial"/>
              </a:rPr>
              <a:t> ho ten: </a:t>
            </a:r>
            <a:r>
              <a:rPr lang="en-US" b="1">
                <a:solidFill>
                  <a:srgbClr val="FF0000"/>
                </a:solidFill>
                <a:latin typeface="Courier New"/>
                <a:cs typeface="Arial"/>
              </a:rPr>
              <a:t>"</a:t>
            </a:r>
            <a:r>
              <a:rPr lang="en-US" b="1">
                <a:solidFill>
                  <a:srgbClr val="0000FF"/>
                </a:solidFill>
                <a:latin typeface="Courier New"/>
                <a:cs typeface="Arial"/>
              </a:rPr>
              <a:t>;</a:t>
            </a:r>
            <a:r>
              <a:rPr lang="en-US" b="1">
                <a:solidFill>
                  <a:srgbClr val="000000"/>
                </a:solidFill>
                <a:latin typeface="Courier New"/>
                <a:cs typeface="Arial"/>
              </a:rPr>
              <a:t> </a:t>
            </a:r>
            <a:r>
              <a:rPr lang="en-US" b="1" err="1">
                <a:solidFill>
                  <a:srgbClr val="000000"/>
                </a:solidFill>
                <a:latin typeface="Courier New"/>
                <a:cs typeface="Arial"/>
              </a:rPr>
              <a:t>getline</a:t>
            </a:r>
            <a:r>
              <a:rPr lang="en-US" b="1">
                <a:solidFill>
                  <a:srgbClr val="0000FF"/>
                </a:solidFill>
                <a:latin typeface="Courier New"/>
                <a:cs typeface="Arial"/>
              </a:rPr>
              <a:t>(</a:t>
            </a:r>
            <a:r>
              <a:rPr lang="en-US" b="1" err="1">
                <a:solidFill>
                  <a:srgbClr val="0000FF"/>
                </a:solidFill>
                <a:latin typeface="Courier New"/>
                <a:cs typeface="Arial"/>
              </a:rPr>
              <a:t>cin</a:t>
            </a:r>
            <a:r>
              <a:rPr lang="en-US" b="1">
                <a:solidFill>
                  <a:srgbClr val="0000FF"/>
                </a:solidFill>
                <a:latin typeface="Courier New"/>
                <a:cs typeface="Arial"/>
              </a:rPr>
              <a:t>,</a:t>
            </a:r>
            <a:r>
              <a:rPr lang="en-US" b="1">
                <a:solidFill>
                  <a:srgbClr val="000000"/>
                </a:solidFill>
                <a:latin typeface="Courier New"/>
                <a:cs typeface="Arial"/>
              </a:rPr>
              <a:t> </a:t>
            </a:r>
            <a:r>
              <a:rPr lang="en-US" b="1" err="1">
                <a:solidFill>
                  <a:srgbClr val="000000"/>
                </a:solidFill>
                <a:latin typeface="Courier New"/>
                <a:cs typeface="Arial"/>
              </a:rPr>
              <a:t>sv</a:t>
            </a:r>
            <a:r>
              <a:rPr lang="en-US" b="1">
                <a:solidFill>
                  <a:srgbClr val="0000FF"/>
                </a:solidFill>
                <a:latin typeface="Courier New"/>
                <a:cs typeface="Arial"/>
              </a:rPr>
              <a:t>-&gt;</a:t>
            </a:r>
            <a:r>
              <a:rPr lang="en-US" b="1" err="1">
                <a:solidFill>
                  <a:srgbClr val="000000"/>
                </a:solidFill>
                <a:latin typeface="Courier New"/>
                <a:cs typeface="Arial"/>
              </a:rPr>
              <a:t>hoTen</a:t>
            </a:r>
            <a:r>
              <a:rPr lang="en-US" b="1">
                <a:solidFill>
                  <a:srgbClr val="0000FF"/>
                </a:solidFill>
                <a:latin typeface="Courier New"/>
                <a:cs typeface="Arial"/>
              </a:rPr>
              <a:t>);</a:t>
            </a:r>
            <a:r>
              <a:rPr lang="en-US" b="1">
                <a:solidFill>
                  <a:srgbClr val="000000"/>
                </a:solidFill>
                <a:latin typeface="Courier New"/>
                <a:cs typeface="Arial"/>
              </a:rPr>
              <a:t>
    </a:t>
            </a:r>
            <a:r>
              <a:rPr lang="en-US" b="1" err="1">
                <a:solidFill>
                  <a:srgbClr val="0000FF"/>
                </a:solidFill>
                <a:latin typeface="Courier New"/>
                <a:cs typeface="Arial"/>
              </a:rPr>
              <a:t>cout</a:t>
            </a:r>
            <a:r>
              <a:rPr lang="en-US" b="1">
                <a:solidFill>
                  <a:srgbClr val="000000"/>
                </a:solidFill>
                <a:latin typeface="Courier New"/>
                <a:cs typeface="Arial"/>
              </a:rPr>
              <a:t> </a:t>
            </a:r>
            <a:r>
              <a:rPr lang="en-US" b="1">
                <a:solidFill>
                  <a:srgbClr val="0000FF"/>
                </a:solidFill>
                <a:latin typeface="Courier New"/>
                <a:cs typeface="Arial"/>
              </a:rPr>
              <a:t>&lt;&lt;</a:t>
            </a:r>
            <a:r>
              <a:rPr lang="en-US" b="1">
                <a:solidFill>
                  <a:srgbClr val="000000"/>
                </a:solidFill>
                <a:latin typeface="Courier New"/>
                <a:cs typeface="Arial"/>
              </a:rPr>
              <a:t> </a:t>
            </a:r>
            <a:r>
              <a:rPr lang="en-US" b="1">
                <a:solidFill>
                  <a:srgbClr val="FF0000"/>
                </a:solidFill>
                <a:latin typeface="Courier New"/>
                <a:cs typeface="Arial"/>
              </a:rPr>
              <a:t>"</a:t>
            </a:r>
            <a:r>
              <a:rPr lang="en-US" b="1" err="1">
                <a:solidFill>
                  <a:srgbClr val="800000"/>
                </a:solidFill>
                <a:latin typeface="Courier New"/>
                <a:cs typeface="Arial"/>
              </a:rPr>
              <a:t>Nhap</a:t>
            </a:r>
            <a:r>
              <a:rPr lang="en-US" b="1">
                <a:solidFill>
                  <a:srgbClr val="800000"/>
                </a:solidFill>
                <a:latin typeface="Courier New"/>
                <a:cs typeface="Arial"/>
              </a:rPr>
              <a:t> lop: </a:t>
            </a:r>
            <a:r>
              <a:rPr lang="en-US" b="1">
                <a:solidFill>
                  <a:srgbClr val="FF0000"/>
                </a:solidFill>
                <a:latin typeface="Courier New"/>
                <a:cs typeface="Arial"/>
              </a:rPr>
              <a:t>"</a:t>
            </a:r>
            <a:r>
              <a:rPr lang="en-US" b="1">
                <a:solidFill>
                  <a:srgbClr val="0000FF"/>
                </a:solidFill>
                <a:latin typeface="Courier New"/>
                <a:cs typeface="Arial"/>
              </a:rPr>
              <a:t>;</a:t>
            </a:r>
            <a:r>
              <a:rPr lang="en-US" b="1">
                <a:solidFill>
                  <a:srgbClr val="000000"/>
                </a:solidFill>
                <a:latin typeface="Courier New"/>
                <a:cs typeface="Arial"/>
              </a:rPr>
              <a:t> </a:t>
            </a:r>
            <a:r>
              <a:rPr lang="en-US" b="1" err="1">
                <a:solidFill>
                  <a:srgbClr val="000000"/>
                </a:solidFill>
                <a:latin typeface="Courier New"/>
                <a:cs typeface="Arial"/>
              </a:rPr>
              <a:t>getline</a:t>
            </a:r>
            <a:r>
              <a:rPr lang="en-US" b="1">
                <a:solidFill>
                  <a:srgbClr val="0000FF"/>
                </a:solidFill>
                <a:latin typeface="Courier New"/>
                <a:cs typeface="Arial"/>
              </a:rPr>
              <a:t>(</a:t>
            </a:r>
            <a:r>
              <a:rPr lang="en-US" b="1" err="1">
                <a:solidFill>
                  <a:srgbClr val="0000FF"/>
                </a:solidFill>
                <a:latin typeface="Courier New"/>
                <a:cs typeface="Arial"/>
              </a:rPr>
              <a:t>cin</a:t>
            </a:r>
            <a:r>
              <a:rPr lang="en-US" b="1">
                <a:solidFill>
                  <a:srgbClr val="0000FF"/>
                </a:solidFill>
                <a:latin typeface="Courier New"/>
                <a:cs typeface="Arial"/>
              </a:rPr>
              <a:t>,</a:t>
            </a:r>
            <a:r>
              <a:rPr lang="en-US" b="1">
                <a:solidFill>
                  <a:srgbClr val="000000"/>
                </a:solidFill>
                <a:latin typeface="Courier New"/>
                <a:cs typeface="Arial"/>
              </a:rPr>
              <a:t> </a:t>
            </a:r>
            <a:r>
              <a:rPr lang="en-US" b="1" err="1">
                <a:solidFill>
                  <a:srgbClr val="000000"/>
                </a:solidFill>
                <a:latin typeface="Courier New"/>
                <a:cs typeface="Arial"/>
              </a:rPr>
              <a:t>sv</a:t>
            </a:r>
            <a:r>
              <a:rPr lang="en-US" b="1">
                <a:solidFill>
                  <a:srgbClr val="0000FF"/>
                </a:solidFill>
                <a:latin typeface="Courier New"/>
                <a:cs typeface="Arial"/>
              </a:rPr>
              <a:t>-&gt;</a:t>
            </a:r>
            <a:r>
              <a:rPr lang="en-US" b="1">
                <a:solidFill>
                  <a:srgbClr val="000000"/>
                </a:solidFill>
                <a:latin typeface="Courier New"/>
                <a:cs typeface="Arial"/>
              </a:rPr>
              <a:t>lop</a:t>
            </a:r>
            <a:r>
              <a:rPr lang="en-US" b="1">
                <a:solidFill>
                  <a:srgbClr val="0000FF"/>
                </a:solidFill>
                <a:latin typeface="Courier New"/>
                <a:cs typeface="Arial"/>
              </a:rPr>
              <a:t>);</a:t>
            </a:r>
            <a:r>
              <a:rPr lang="en-US" b="1">
                <a:solidFill>
                  <a:srgbClr val="000000"/>
                </a:solidFill>
                <a:latin typeface="Courier New"/>
                <a:cs typeface="Arial"/>
              </a:rPr>
              <a:t>
    </a:t>
            </a:r>
            <a:r>
              <a:rPr lang="en-US" b="1" err="1">
                <a:solidFill>
                  <a:srgbClr val="000000"/>
                </a:solidFill>
                <a:latin typeface="Courier New"/>
                <a:cs typeface="Arial"/>
              </a:rPr>
              <a:t>sv</a:t>
            </a:r>
            <a:r>
              <a:rPr lang="en-US" b="1">
                <a:solidFill>
                  <a:srgbClr val="0000FF"/>
                </a:solidFill>
                <a:latin typeface="Courier New"/>
                <a:cs typeface="Arial"/>
              </a:rPr>
              <a:t>-&gt;</a:t>
            </a:r>
            <a:r>
              <a:rPr lang="en-US" b="1">
                <a:solidFill>
                  <a:srgbClr val="000000"/>
                </a:solidFill>
                <a:latin typeface="Courier New"/>
                <a:cs typeface="Arial"/>
              </a:rPr>
              <a:t>next </a:t>
            </a:r>
            <a:r>
              <a:rPr lang="en-US" b="1">
                <a:solidFill>
                  <a:srgbClr val="0000FF"/>
                </a:solidFill>
                <a:latin typeface="Courier New"/>
                <a:cs typeface="Arial"/>
              </a:rPr>
              <a:t>=</a:t>
            </a:r>
            <a:r>
              <a:rPr lang="en-US" b="1">
                <a:solidFill>
                  <a:srgbClr val="000000"/>
                </a:solidFill>
                <a:latin typeface="Courier New"/>
                <a:cs typeface="Arial"/>
              </a:rPr>
              <a:t> </a:t>
            </a:r>
            <a:r>
              <a:rPr lang="en-US" b="1">
                <a:solidFill>
                  <a:srgbClr val="808000"/>
                </a:solidFill>
                <a:latin typeface="Courier New"/>
                <a:cs typeface="Arial"/>
              </a:rPr>
              <a:t>NULL</a:t>
            </a:r>
            <a:r>
              <a:rPr lang="en-US" b="1">
                <a:solidFill>
                  <a:srgbClr val="0000FF"/>
                </a:solidFill>
                <a:latin typeface="Courier New"/>
                <a:cs typeface="Arial"/>
              </a:rPr>
              <a:t>;</a:t>
            </a:r>
            <a:r>
              <a:rPr lang="en-US" b="1">
                <a:solidFill>
                  <a:srgbClr val="000000"/>
                </a:solidFill>
                <a:latin typeface="Courier New"/>
                <a:cs typeface="Arial"/>
              </a:rPr>
              <a:t>
    </a:t>
            </a:r>
            <a:r>
              <a:rPr lang="en-US" b="1">
                <a:solidFill>
                  <a:srgbClr val="0000FF"/>
                </a:solidFill>
                <a:latin typeface="Courier New"/>
                <a:cs typeface="Arial"/>
              </a:rPr>
              <a:t>if</a:t>
            </a:r>
            <a:r>
              <a:rPr lang="en-US" b="1">
                <a:solidFill>
                  <a:srgbClr val="000000"/>
                </a:solidFill>
                <a:latin typeface="Courier New"/>
                <a:cs typeface="Arial"/>
              </a:rPr>
              <a:t> </a:t>
            </a:r>
            <a:r>
              <a:rPr lang="en-US" b="1">
                <a:solidFill>
                  <a:srgbClr val="0000FF"/>
                </a:solidFill>
                <a:latin typeface="Courier New"/>
                <a:cs typeface="Arial"/>
              </a:rPr>
              <a:t>(</a:t>
            </a:r>
            <a:r>
              <a:rPr lang="en-US" b="1">
                <a:solidFill>
                  <a:srgbClr val="000000"/>
                </a:solidFill>
                <a:latin typeface="Courier New"/>
                <a:cs typeface="Arial"/>
              </a:rPr>
              <a:t>head </a:t>
            </a:r>
            <a:r>
              <a:rPr lang="en-US" b="1">
                <a:solidFill>
                  <a:srgbClr val="0000FF"/>
                </a:solidFill>
                <a:latin typeface="Courier New"/>
                <a:cs typeface="Arial"/>
              </a:rPr>
              <a:t>==</a:t>
            </a:r>
            <a:r>
              <a:rPr lang="en-US" b="1">
                <a:solidFill>
                  <a:srgbClr val="000000"/>
                </a:solidFill>
                <a:latin typeface="Courier New"/>
                <a:cs typeface="Arial"/>
              </a:rPr>
              <a:t> </a:t>
            </a:r>
            <a:r>
              <a:rPr lang="en-US" b="1">
                <a:solidFill>
                  <a:srgbClr val="808000"/>
                </a:solidFill>
                <a:latin typeface="Courier New"/>
                <a:cs typeface="Arial"/>
              </a:rPr>
              <a:t>NULL</a:t>
            </a:r>
            <a:r>
              <a:rPr lang="en-US" b="1">
                <a:solidFill>
                  <a:srgbClr val="0000FF"/>
                </a:solidFill>
                <a:latin typeface="Courier New"/>
                <a:cs typeface="Arial"/>
              </a:rPr>
              <a:t>)</a:t>
            </a:r>
            <a:r>
              <a:rPr lang="en-US" b="1">
                <a:solidFill>
                  <a:srgbClr val="000000"/>
                </a:solidFill>
                <a:latin typeface="Courier New"/>
                <a:cs typeface="Arial"/>
              </a:rPr>
              <a:t> head </a:t>
            </a:r>
            <a:r>
              <a:rPr lang="en-US" b="1">
                <a:solidFill>
                  <a:srgbClr val="0000FF"/>
                </a:solidFill>
                <a:latin typeface="Courier New"/>
                <a:cs typeface="Arial"/>
              </a:rPr>
              <a:t>=</a:t>
            </a:r>
            <a:r>
              <a:rPr lang="en-US" b="1">
                <a:solidFill>
                  <a:srgbClr val="000000"/>
                </a:solidFill>
                <a:latin typeface="Courier New"/>
                <a:cs typeface="Arial"/>
              </a:rPr>
              <a:t> </a:t>
            </a:r>
            <a:r>
              <a:rPr lang="en-US" b="1" err="1">
                <a:solidFill>
                  <a:srgbClr val="000000"/>
                </a:solidFill>
                <a:latin typeface="Courier New"/>
                <a:cs typeface="Arial"/>
              </a:rPr>
              <a:t>sv</a:t>
            </a:r>
            <a:r>
              <a:rPr lang="en-US" b="1">
                <a:solidFill>
                  <a:srgbClr val="0000FF"/>
                </a:solidFill>
                <a:latin typeface="Courier New"/>
                <a:cs typeface="Arial"/>
              </a:rPr>
              <a:t>;</a:t>
            </a:r>
            <a:r>
              <a:rPr lang="en-US" b="1">
                <a:solidFill>
                  <a:srgbClr val="000000"/>
                </a:solidFill>
                <a:latin typeface="Courier New"/>
                <a:cs typeface="Arial"/>
              </a:rPr>
              <a:t>
    </a:t>
            </a:r>
            <a:r>
              <a:rPr lang="en-US" b="1">
                <a:solidFill>
                  <a:srgbClr val="0000FF"/>
                </a:solidFill>
                <a:latin typeface="Courier New"/>
                <a:cs typeface="Arial"/>
              </a:rPr>
              <a:t>else</a:t>
            </a:r>
            <a:r>
              <a:rPr lang="en-US" b="1">
                <a:solidFill>
                  <a:srgbClr val="000000"/>
                </a:solidFill>
                <a:latin typeface="Courier New"/>
                <a:cs typeface="Arial"/>
              </a:rPr>
              <a:t> </a:t>
            </a:r>
            <a:r>
              <a:rPr lang="en-US" b="1">
                <a:solidFill>
                  <a:srgbClr val="0000FF"/>
                </a:solidFill>
                <a:latin typeface="Courier New"/>
                <a:cs typeface="Arial"/>
              </a:rPr>
              <a:t>{</a:t>
            </a:r>
            <a:r>
              <a:rPr lang="en-US" b="1">
                <a:solidFill>
                  <a:srgbClr val="000000"/>
                </a:solidFill>
                <a:latin typeface="Courier New"/>
                <a:cs typeface="Arial"/>
              </a:rPr>
              <a:t>
        </a:t>
            </a:r>
            <a:r>
              <a:rPr lang="en-US" b="1" err="1">
                <a:solidFill>
                  <a:srgbClr val="000000"/>
                </a:solidFill>
                <a:latin typeface="Courier New"/>
                <a:cs typeface="Arial"/>
              </a:rPr>
              <a:t>SinhVien</a:t>
            </a:r>
            <a:r>
              <a:rPr lang="en-US" b="1">
                <a:solidFill>
                  <a:srgbClr val="0000FF"/>
                </a:solidFill>
                <a:latin typeface="Courier New"/>
                <a:cs typeface="Arial"/>
              </a:rPr>
              <a:t>*</a:t>
            </a:r>
            <a:r>
              <a:rPr lang="en-US" b="1">
                <a:solidFill>
                  <a:srgbClr val="000000"/>
                </a:solidFill>
                <a:latin typeface="Courier New"/>
                <a:cs typeface="Arial"/>
              </a:rPr>
              <a:t> p </a:t>
            </a:r>
            <a:r>
              <a:rPr lang="en-US" b="1">
                <a:solidFill>
                  <a:srgbClr val="0000FF"/>
                </a:solidFill>
                <a:latin typeface="Courier New"/>
                <a:cs typeface="Arial"/>
              </a:rPr>
              <a:t>=</a:t>
            </a:r>
            <a:r>
              <a:rPr lang="en-US" b="1">
                <a:solidFill>
                  <a:srgbClr val="000000"/>
                </a:solidFill>
                <a:latin typeface="Courier New"/>
                <a:cs typeface="Arial"/>
              </a:rPr>
              <a:t> head</a:t>
            </a:r>
            <a:r>
              <a:rPr lang="en-US" b="1">
                <a:solidFill>
                  <a:srgbClr val="0000FF"/>
                </a:solidFill>
                <a:latin typeface="Courier New"/>
                <a:cs typeface="Arial"/>
              </a:rPr>
              <a:t>;</a:t>
            </a:r>
            <a:r>
              <a:rPr lang="en-US" b="1">
                <a:solidFill>
                  <a:srgbClr val="000000"/>
                </a:solidFill>
                <a:latin typeface="Courier New"/>
                <a:cs typeface="Arial"/>
              </a:rPr>
              <a:t>
        </a:t>
            </a:r>
            <a:r>
              <a:rPr lang="en-US" b="1">
                <a:solidFill>
                  <a:srgbClr val="0000FF"/>
                </a:solidFill>
                <a:latin typeface="Courier New"/>
                <a:cs typeface="Arial"/>
              </a:rPr>
              <a:t>while</a:t>
            </a:r>
            <a:r>
              <a:rPr lang="en-US" b="1">
                <a:solidFill>
                  <a:srgbClr val="000000"/>
                </a:solidFill>
                <a:latin typeface="Courier New"/>
                <a:cs typeface="Arial"/>
              </a:rPr>
              <a:t> </a:t>
            </a:r>
            <a:r>
              <a:rPr lang="en-US" b="1">
                <a:solidFill>
                  <a:srgbClr val="0000FF"/>
                </a:solidFill>
                <a:latin typeface="Courier New"/>
                <a:cs typeface="Arial"/>
              </a:rPr>
              <a:t>(</a:t>
            </a:r>
            <a:r>
              <a:rPr lang="en-US" b="1">
                <a:solidFill>
                  <a:srgbClr val="000000"/>
                </a:solidFill>
                <a:latin typeface="Courier New"/>
                <a:cs typeface="Arial"/>
              </a:rPr>
              <a:t>p</a:t>
            </a:r>
            <a:r>
              <a:rPr lang="en-US" b="1">
                <a:solidFill>
                  <a:srgbClr val="0000FF"/>
                </a:solidFill>
                <a:latin typeface="Courier New"/>
                <a:cs typeface="Arial"/>
              </a:rPr>
              <a:t>-&gt;</a:t>
            </a:r>
            <a:r>
              <a:rPr lang="en-US" b="1">
                <a:solidFill>
                  <a:srgbClr val="000000"/>
                </a:solidFill>
                <a:latin typeface="Courier New"/>
                <a:cs typeface="Arial"/>
              </a:rPr>
              <a:t>next </a:t>
            </a:r>
            <a:r>
              <a:rPr lang="en-US" b="1">
                <a:solidFill>
                  <a:srgbClr val="0000FF"/>
                </a:solidFill>
                <a:latin typeface="Courier New"/>
                <a:cs typeface="Arial"/>
              </a:rPr>
              <a:t>!=</a:t>
            </a:r>
            <a:r>
              <a:rPr lang="en-US" b="1">
                <a:solidFill>
                  <a:srgbClr val="000000"/>
                </a:solidFill>
                <a:latin typeface="Courier New"/>
                <a:cs typeface="Arial"/>
              </a:rPr>
              <a:t> </a:t>
            </a:r>
            <a:r>
              <a:rPr lang="en-US" b="1">
                <a:solidFill>
                  <a:srgbClr val="808000"/>
                </a:solidFill>
                <a:latin typeface="Courier New"/>
                <a:cs typeface="Arial"/>
              </a:rPr>
              <a:t>NULL</a:t>
            </a:r>
            <a:r>
              <a:rPr lang="en-US" b="1">
                <a:solidFill>
                  <a:srgbClr val="0000FF"/>
                </a:solidFill>
                <a:latin typeface="Courier New"/>
                <a:cs typeface="Arial"/>
              </a:rPr>
              <a:t>)</a:t>
            </a:r>
            <a:r>
              <a:rPr lang="en-US" b="1">
                <a:solidFill>
                  <a:srgbClr val="000000"/>
                </a:solidFill>
                <a:latin typeface="Courier New"/>
                <a:cs typeface="Arial"/>
              </a:rPr>
              <a:t> p </a:t>
            </a:r>
            <a:r>
              <a:rPr lang="en-US" b="1">
                <a:solidFill>
                  <a:srgbClr val="0000FF"/>
                </a:solidFill>
                <a:latin typeface="Courier New"/>
                <a:cs typeface="Arial"/>
              </a:rPr>
              <a:t>=</a:t>
            </a:r>
            <a:r>
              <a:rPr lang="en-US" b="1">
                <a:solidFill>
                  <a:srgbClr val="000000"/>
                </a:solidFill>
                <a:latin typeface="Courier New"/>
                <a:cs typeface="Arial"/>
              </a:rPr>
              <a:t> p</a:t>
            </a:r>
            <a:r>
              <a:rPr lang="en-US" b="1">
                <a:solidFill>
                  <a:srgbClr val="0000FF"/>
                </a:solidFill>
                <a:latin typeface="Courier New"/>
                <a:cs typeface="Arial"/>
              </a:rPr>
              <a:t>-&gt;</a:t>
            </a:r>
            <a:r>
              <a:rPr lang="en-US" b="1">
                <a:solidFill>
                  <a:srgbClr val="000000"/>
                </a:solidFill>
                <a:latin typeface="Courier New"/>
                <a:cs typeface="Arial"/>
              </a:rPr>
              <a:t>next</a:t>
            </a:r>
            <a:r>
              <a:rPr lang="en-US" b="1">
                <a:solidFill>
                  <a:srgbClr val="0000FF"/>
                </a:solidFill>
                <a:latin typeface="Courier New"/>
                <a:cs typeface="Arial"/>
              </a:rPr>
              <a:t>;</a:t>
            </a:r>
            <a:r>
              <a:rPr lang="en-US" b="1">
                <a:solidFill>
                  <a:srgbClr val="000000"/>
                </a:solidFill>
                <a:latin typeface="Courier New"/>
                <a:cs typeface="Arial"/>
              </a:rPr>
              <a:t>
        p</a:t>
            </a:r>
            <a:r>
              <a:rPr lang="en-US" b="1">
                <a:solidFill>
                  <a:srgbClr val="0000FF"/>
                </a:solidFill>
                <a:latin typeface="Courier New"/>
                <a:cs typeface="Arial"/>
              </a:rPr>
              <a:t>-&gt;</a:t>
            </a:r>
            <a:r>
              <a:rPr lang="en-US" b="1">
                <a:solidFill>
                  <a:srgbClr val="000000"/>
                </a:solidFill>
                <a:latin typeface="Courier New"/>
                <a:cs typeface="Arial"/>
              </a:rPr>
              <a:t>next </a:t>
            </a:r>
            <a:r>
              <a:rPr lang="en-US" b="1">
                <a:solidFill>
                  <a:srgbClr val="0000FF"/>
                </a:solidFill>
                <a:latin typeface="Courier New"/>
                <a:cs typeface="Arial"/>
              </a:rPr>
              <a:t>=</a:t>
            </a:r>
            <a:r>
              <a:rPr lang="en-US" b="1">
                <a:solidFill>
                  <a:srgbClr val="000000"/>
                </a:solidFill>
                <a:latin typeface="Courier New"/>
                <a:cs typeface="Arial"/>
              </a:rPr>
              <a:t> </a:t>
            </a:r>
            <a:r>
              <a:rPr lang="en-US" b="1" err="1">
                <a:solidFill>
                  <a:srgbClr val="000000"/>
                </a:solidFill>
                <a:latin typeface="Courier New"/>
                <a:cs typeface="Arial"/>
              </a:rPr>
              <a:t>sv</a:t>
            </a:r>
            <a:r>
              <a:rPr lang="en-US" b="1">
                <a:solidFill>
                  <a:srgbClr val="0000FF"/>
                </a:solidFill>
                <a:latin typeface="Courier New"/>
                <a:cs typeface="Arial"/>
              </a:rPr>
              <a:t>;</a:t>
            </a:r>
            <a:r>
              <a:rPr lang="en-US" b="1">
                <a:solidFill>
                  <a:srgbClr val="000000"/>
                </a:solidFill>
                <a:latin typeface="Courier New"/>
                <a:cs typeface="Arial"/>
              </a:rPr>
              <a:t>
    </a:t>
            </a:r>
            <a:r>
              <a:rPr lang="en-US" b="1">
                <a:solidFill>
                  <a:srgbClr val="0000FF"/>
                </a:solidFill>
                <a:latin typeface="Courier New"/>
                <a:cs typeface="Arial"/>
              </a:rPr>
              <a:t>}</a:t>
            </a:r>
            <a:r>
              <a:rPr lang="en-US" b="1">
                <a:solidFill>
                  <a:srgbClr val="000000"/>
                </a:solidFill>
                <a:latin typeface="Courier New"/>
                <a:cs typeface="Arial"/>
              </a:rPr>
              <a:t>
    </a:t>
            </a:r>
            <a:r>
              <a:rPr lang="en-US" b="1" err="1">
                <a:solidFill>
                  <a:srgbClr val="0000FF"/>
                </a:solidFill>
                <a:latin typeface="Courier New"/>
                <a:cs typeface="Arial"/>
              </a:rPr>
              <a:t>cout</a:t>
            </a:r>
            <a:r>
              <a:rPr lang="en-US" b="1">
                <a:solidFill>
                  <a:srgbClr val="000000"/>
                </a:solidFill>
                <a:latin typeface="Courier New"/>
                <a:cs typeface="Arial"/>
              </a:rPr>
              <a:t> </a:t>
            </a:r>
            <a:r>
              <a:rPr lang="en-US" b="1">
                <a:solidFill>
                  <a:srgbClr val="0000FF"/>
                </a:solidFill>
                <a:latin typeface="Courier New"/>
                <a:cs typeface="Arial"/>
              </a:rPr>
              <a:t>&lt;&lt;</a:t>
            </a:r>
            <a:r>
              <a:rPr lang="en-US" b="1">
                <a:solidFill>
                  <a:srgbClr val="000000"/>
                </a:solidFill>
                <a:latin typeface="Courier New"/>
                <a:cs typeface="Arial"/>
              </a:rPr>
              <a:t> </a:t>
            </a:r>
            <a:r>
              <a:rPr lang="en-US" b="1">
                <a:solidFill>
                  <a:srgbClr val="FF0000"/>
                </a:solidFill>
                <a:latin typeface="Courier New"/>
                <a:cs typeface="Arial"/>
              </a:rPr>
              <a:t>"</a:t>
            </a:r>
            <a:r>
              <a:rPr lang="en-US" b="1">
                <a:solidFill>
                  <a:srgbClr val="800000"/>
                </a:solidFill>
                <a:latin typeface="Courier New"/>
                <a:cs typeface="Arial"/>
              </a:rPr>
              <a:t>Da them </a:t>
            </a:r>
            <a:r>
              <a:rPr lang="en-US" b="1" err="1">
                <a:solidFill>
                  <a:srgbClr val="800000"/>
                </a:solidFill>
                <a:latin typeface="Courier New"/>
                <a:cs typeface="Arial"/>
              </a:rPr>
              <a:t>sinh</a:t>
            </a:r>
            <a:r>
              <a:rPr lang="en-US" b="1">
                <a:solidFill>
                  <a:srgbClr val="800000"/>
                </a:solidFill>
                <a:latin typeface="Courier New"/>
                <a:cs typeface="Arial"/>
              </a:rPr>
              <a:t> </a:t>
            </a:r>
            <a:r>
              <a:rPr lang="en-US" b="1" err="1">
                <a:solidFill>
                  <a:srgbClr val="800000"/>
                </a:solidFill>
                <a:latin typeface="Courier New"/>
                <a:cs typeface="Arial"/>
              </a:rPr>
              <a:t>vien</a:t>
            </a:r>
            <a:r>
              <a:rPr lang="en-US" b="1">
                <a:solidFill>
                  <a:srgbClr val="800000"/>
                </a:solidFill>
                <a:latin typeface="Courier New"/>
                <a:cs typeface="Arial"/>
              </a:rPr>
              <a:t> </a:t>
            </a:r>
            <a:r>
              <a:rPr lang="en-US" b="1" err="1">
                <a:solidFill>
                  <a:srgbClr val="800000"/>
                </a:solidFill>
                <a:latin typeface="Courier New"/>
                <a:cs typeface="Arial"/>
              </a:rPr>
              <a:t>thanh</a:t>
            </a:r>
            <a:r>
              <a:rPr lang="en-US" b="1">
                <a:solidFill>
                  <a:srgbClr val="800000"/>
                </a:solidFill>
                <a:latin typeface="Courier New"/>
                <a:cs typeface="Arial"/>
              </a:rPr>
              <a:t> </a:t>
            </a:r>
            <a:r>
              <a:rPr lang="en-US" b="1" err="1">
                <a:solidFill>
                  <a:srgbClr val="800000"/>
                </a:solidFill>
                <a:latin typeface="Courier New"/>
                <a:cs typeface="Arial"/>
              </a:rPr>
              <a:t>cong</a:t>
            </a:r>
            <a:r>
              <a:rPr lang="en-US" b="1">
                <a:solidFill>
                  <a:srgbClr val="800000"/>
                </a:solidFill>
                <a:latin typeface="Courier New"/>
                <a:cs typeface="Arial"/>
              </a:rPr>
              <a:t>!\n</a:t>
            </a:r>
            <a:r>
              <a:rPr lang="en-US" b="1">
                <a:solidFill>
                  <a:srgbClr val="FF0000"/>
                </a:solidFill>
                <a:latin typeface="Courier New"/>
                <a:cs typeface="Arial"/>
              </a:rPr>
              <a:t>"</a:t>
            </a:r>
            <a:r>
              <a:rPr lang="en-US" b="1">
                <a:solidFill>
                  <a:srgbClr val="0000FF"/>
                </a:solidFill>
                <a:latin typeface="Courier New"/>
                <a:cs typeface="Arial"/>
              </a:rPr>
              <a:t>;</a:t>
            </a:r>
            <a:r>
              <a:rPr lang="en-US" b="1">
                <a:solidFill>
                  <a:srgbClr val="000000"/>
                </a:solidFill>
                <a:latin typeface="Courier New"/>
                <a:cs typeface="Arial"/>
              </a:rPr>
              <a:t>
</a:t>
            </a:r>
            <a:r>
              <a:rPr lang="en-US" b="1">
                <a:solidFill>
                  <a:srgbClr val="0000FF"/>
                </a:solidFill>
                <a:latin typeface="Courier New"/>
                <a:cs typeface="Arial"/>
              </a:rPr>
              <a:t>}</a:t>
            </a:r>
            <a:endParaRPr lang="en-US" b="1">
              <a:latin typeface="Courier New"/>
              <a:cs typeface="Courier New"/>
            </a:endParaRPr>
          </a:p>
        </p:txBody>
      </p:sp>
      <p:sp>
        <p:nvSpPr>
          <p:cNvPr id="4" name="Hình chữ nhật 3">
            <a:extLst>
              <a:ext uri="{FF2B5EF4-FFF2-40B4-BE49-F238E27FC236}">
                <a16:creationId xmlns:a16="http://schemas.microsoft.com/office/drawing/2014/main" id="{D3180AC9-DD4F-E73E-E235-F154F29897C3}"/>
              </a:ext>
            </a:extLst>
          </p:cNvPr>
          <p:cNvSpPr/>
          <p:nvPr/>
        </p:nvSpPr>
        <p:spPr>
          <a:xfrm>
            <a:off x="6967440" y="2001672"/>
            <a:ext cx="5226425" cy="4713025"/>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vi-VN" sz="2000" b="1">
                <a:solidFill>
                  <a:schemeClr val="tx1">
                    <a:lumMod val="95000"/>
                    <a:lumOff val="5000"/>
                  </a:schemeClr>
                </a:solidFill>
                <a:latin typeface="Open Sans"/>
                <a:ea typeface="Open Sans"/>
                <a:cs typeface="Open Sans"/>
              </a:rPr>
              <a:t>Mục đích:</a:t>
            </a:r>
            <a:r>
              <a:rPr lang="vi-VN" sz="2000">
                <a:solidFill>
                  <a:schemeClr val="tx1">
                    <a:lumMod val="95000"/>
                    <a:lumOff val="5000"/>
                  </a:schemeClr>
                </a:solidFill>
                <a:latin typeface="Open Sans"/>
                <a:ea typeface="Open Sans"/>
                <a:cs typeface="Open Sans"/>
              </a:rPr>
              <a:t> In ra danh sách tất cả các sinh viên hiện có.</a:t>
            </a:r>
          </a:p>
          <a:p>
            <a:endParaRPr lang="vi-VN" sz="2000">
              <a:solidFill>
                <a:schemeClr val="tx1">
                  <a:lumMod val="95000"/>
                  <a:lumOff val="5000"/>
                </a:schemeClr>
              </a:solidFill>
              <a:latin typeface="Open Sans"/>
              <a:ea typeface="Open Sans"/>
              <a:cs typeface="Open Sans"/>
            </a:endParaRPr>
          </a:p>
          <a:p>
            <a:r>
              <a:rPr lang="vi-VN" sz="2000" b="1">
                <a:solidFill>
                  <a:schemeClr val="tx1">
                    <a:lumMod val="95000"/>
                    <a:lumOff val="5000"/>
                  </a:schemeClr>
                </a:solidFill>
                <a:latin typeface="Open Sans"/>
                <a:ea typeface="Open Sans"/>
                <a:cs typeface="Open Sans"/>
              </a:rPr>
              <a:t>Quy trình:</a:t>
            </a:r>
          </a:p>
          <a:p>
            <a:pPr marL="285750" indent="-285750">
              <a:buFont typeface="Arial"/>
              <a:buChar char="•"/>
            </a:pPr>
            <a:r>
              <a:rPr lang="vi-VN" sz="2000">
                <a:solidFill>
                  <a:schemeClr val="tx1">
                    <a:lumMod val="95000"/>
                    <a:lumOff val="5000"/>
                  </a:schemeClr>
                </a:solidFill>
                <a:latin typeface="Open Sans"/>
                <a:ea typeface="Open Sans"/>
                <a:cs typeface="Open Sans"/>
              </a:rPr>
              <a:t>Kiểm tra danh sách có rỗng không.</a:t>
            </a:r>
          </a:p>
          <a:p>
            <a:pPr marL="285750" indent="-285750">
              <a:buFont typeface="Arial"/>
              <a:buChar char="•"/>
            </a:pPr>
            <a:r>
              <a:rPr lang="vi-VN" sz="2000">
                <a:solidFill>
                  <a:schemeClr val="tx1">
                    <a:lumMod val="95000"/>
                    <a:lumOff val="5000"/>
                  </a:schemeClr>
                </a:solidFill>
                <a:latin typeface="Open Sans"/>
                <a:ea typeface="Open Sans"/>
                <a:cs typeface="Open Sans"/>
              </a:rPr>
              <a:t>Nếu không rỗng → duyệt từng sinh viên bằng con trỏ p.</a:t>
            </a:r>
          </a:p>
          <a:p>
            <a:pPr marL="285750" indent="-285750">
              <a:buFont typeface="Arial"/>
              <a:buChar char="•"/>
            </a:pPr>
            <a:r>
              <a:rPr lang="vi-VN" sz="2000">
                <a:solidFill>
                  <a:schemeClr val="tx1">
                    <a:lumMod val="95000"/>
                    <a:lumOff val="5000"/>
                  </a:schemeClr>
                </a:solidFill>
                <a:latin typeface="Open Sans"/>
                <a:ea typeface="Open Sans"/>
                <a:cs typeface="Open Sans"/>
              </a:rPr>
              <a:t>In ra MSSV, họ tên, lớp của từng sinh viên.</a:t>
            </a:r>
          </a:p>
          <a:p>
            <a:endParaRPr lang="vi-VN" sz="2000">
              <a:solidFill>
                <a:schemeClr val="tx1">
                  <a:lumMod val="95000"/>
                  <a:lumOff val="5000"/>
                </a:schemeClr>
              </a:solidFill>
              <a:latin typeface="Open Sans"/>
              <a:ea typeface="Open Sans"/>
              <a:cs typeface="Arial"/>
            </a:endParaRPr>
          </a:p>
          <a:p>
            <a:r>
              <a:rPr lang="vi-VN" sz="2000" b="1">
                <a:solidFill>
                  <a:schemeClr val="tx1">
                    <a:lumMod val="95000"/>
                    <a:lumOff val="5000"/>
                  </a:schemeClr>
                </a:solidFill>
                <a:latin typeface="Open Sans"/>
                <a:ea typeface="Open Sans"/>
                <a:cs typeface="Open Sans"/>
              </a:rPr>
              <a:t>Kết quả:</a:t>
            </a:r>
            <a:br>
              <a:rPr lang="vi-VN" sz="2000">
                <a:latin typeface="Open Sans"/>
                <a:ea typeface="Open Sans"/>
                <a:cs typeface="Open Sans"/>
              </a:rPr>
            </a:br>
            <a:r>
              <a:rPr lang="vi-VN" sz="2000">
                <a:solidFill>
                  <a:schemeClr val="tx1">
                    <a:lumMod val="95000"/>
                    <a:lumOff val="5000"/>
                  </a:schemeClr>
                </a:solidFill>
                <a:latin typeface="Open Sans"/>
                <a:ea typeface="Open Sans"/>
                <a:cs typeface="Open Sans"/>
              </a:rPr>
              <a:t> Hiển thị toàn bộ danh sách sinh viên lên màn hình </a:t>
            </a:r>
            <a:r>
              <a:rPr lang="vi-VN" sz="2000" err="1">
                <a:solidFill>
                  <a:schemeClr val="tx1">
                    <a:lumMod val="95000"/>
                    <a:lumOff val="5000"/>
                  </a:schemeClr>
                </a:solidFill>
                <a:latin typeface="Open Sans"/>
                <a:ea typeface="Open Sans"/>
                <a:cs typeface="Open Sans"/>
              </a:rPr>
              <a:t>console</a:t>
            </a:r>
            <a:r>
              <a:rPr lang="vi-VN" sz="2000">
                <a:solidFill>
                  <a:schemeClr val="tx1">
                    <a:lumMod val="95000"/>
                    <a:lumOff val="5000"/>
                  </a:schemeClr>
                </a:solidFill>
                <a:latin typeface="Open Sans"/>
                <a:ea typeface="Open Sans"/>
                <a:cs typeface="Open Sans"/>
              </a:rPr>
              <a:t>.</a:t>
            </a:r>
          </a:p>
        </p:txBody>
      </p:sp>
    </p:spTree>
    <p:extLst>
      <p:ext uri="{BB962C8B-B14F-4D97-AF65-F5344CB8AC3E}">
        <p14:creationId xmlns:p14="http://schemas.microsoft.com/office/powerpoint/2010/main" val="42710318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a:extLst>
            <a:ext uri="{FF2B5EF4-FFF2-40B4-BE49-F238E27FC236}">
              <a16:creationId xmlns:a16="http://schemas.microsoft.com/office/drawing/2014/main" id="{761962F0-C516-3AF3-5469-6E2D9B305BF1}"/>
            </a:ext>
          </a:extLst>
        </p:cNvPr>
        <p:cNvGrpSpPr/>
        <p:nvPr/>
      </p:nvGrpSpPr>
      <p:grpSpPr>
        <a:xfrm>
          <a:off x="0" y="0"/>
          <a:ext cx="0" cy="0"/>
          <a:chOff x="0" y="0"/>
          <a:chExt cx="0" cy="0"/>
        </a:xfrm>
      </p:grpSpPr>
      <p:sp>
        <p:nvSpPr>
          <p:cNvPr id="2" name="Tiêu đề 1">
            <a:extLst>
              <a:ext uri="{FF2B5EF4-FFF2-40B4-BE49-F238E27FC236}">
                <a16:creationId xmlns:a16="http://schemas.microsoft.com/office/drawing/2014/main" id="{8133E838-649F-5DD4-3C39-F07025805D84}"/>
              </a:ext>
            </a:extLst>
          </p:cNvPr>
          <p:cNvSpPr>
            <a:spLocks noGrp="1"/>
          </p:cNvSpPr>
          <p:nvPr>
            <p:ph type="title"/>
          </p:nvPr>
        </p:nvSpPr>
        <p:spPr>
          <a:xfrm>
            <a:off x="1542691" y="316012"/>
            <a:ext cx="9113520" cy="898843"/>
          </a:xfrm>
        </p:spPr>
        <p:txBody>
          <a:bodyPr>
            <a:normAutofit/>
          </a:bodyPr>
          <a:lstStyle/>
          <a:p>
            <a:pPr algn="ctr"/>
            <a:r>
              <a:rPr lang="vi-VN" b="1">
                <a:solidFill>
                  <a:srgbClr val="FFC000"/>
                </a:solidFill>
                <a:latin typeface="Segoe UI"/>
                <a:ea typeface="Open Sans"/>
                <a:cs typeface="Open Sans"/>
              </a:rPr>
              <a:t>HÀM HIỂN THỊ SINH VIÊN</a:t>
            </a:r>
            <a:endParaRPr lang="vi-VN" b="1">
              <a:solidFill>
                <a:srgbClr val="FFC000"/>
              </a:solidFill>
              <a:latin typeface="Segoe UI"/>
              <a:cs typeface="Segoe UI"/>
            </a:endParaRPr>
          </a:p>
        </p:txBody>
      </p:sp>
      <p:sp>
        <p:nvSpPr>
          <p:cNvPr id="3" name="Chỗ dành sẵn cho Nội dung 2">
            <a:extLst>
              <a:ext uri="{FF2B5EF4-FFF2-40B4-BE49-F238E27FC236}">
                <a16:creationId xmlns:a16="http://schemas.microsoft.com/office/drawing/2014/main" id="{D8313613-5F59-5478-5F05-8D48794B44F1}"/>
              </a:ext>
            </a:extLst>
          </p:cNvPr>
          <p:cNvSpPr>
            <a:spLocks noGrp="1"/>
          </p:cNvSpPr>
          <p:nvPr>
            <p:ph idx="1"/>
          </p:nvPr>
        </p:nvSpPr>
        <p:spPr>
          <a:xfrm>
            <a:off x="88132" y="1243058"/>
            <a:ext cx="12016938" cy="922448"/>
          </a:xfrm>
        </p:spPr>
        <p:txBody>
          <a:bodyPr vert="horz" lIns="91440" tIns="45720" rIns="91440" bIns="45720" rtlCol="0" anchor="t">
            <a:normAutofit/>
          </a:bodyPr>
          <a:lstStyle/>
          <a:p>
            <a:r>
              <a:rPr lang="vi-VN" sz="2400" b="1">
                <a:latin typeface="Open Sans"/>
                <a:ea typeface="Open Sans"/>
                <a:cs typeface="Arial"/>
              </a:rPr>
              <a:t>Chức năng : </a:t>
            </a:r>
            <a:r>
              <a:rPr lang="vi-VN" sz="2400">
                <a:latin typeface="Open Sans"/>
                <a:ea typeface="+mn-lt"/>
                <a:cs typeface="Arial"/>
              </a:rPr>
              <a:t>Hiển thị toàn bộ danh sách sinh viên bằng cách duyệt qua từng nút trong danh sách và in ra MSSV, họ tên, lớp của mỗi sinh viên.</a:t>
            </a:r>
            <a:endParaRPr lang="vi-VN">
              <a:latin typeface="Open Sans"/>
              <a:ea typeface="Open Sans"/>
              <a:cs typeface="Arial"/>
            </a:endParaRPr>
          </a:p>
          <a:p>
            <a:pPr marL="514350" indent="-514350"/>
            <a:endParaRPr lang="vi-VN" sz="2400">
              <a:latin typeface="Open Sans"/>
              <a:ea typeface="Open Sans"/>
              <a:cs typeface="Arial"/>
            </a:endParaRPr>
          </a:p>
        </p:txBody>
      </p:sp>
      <p:sp>
        <p:nvSpPr>
          <p:cNvPr id="5" name="Hình chữ nhật 4">
            <a:extLst>
              <a:ext uri="{FF2B5EF4-FFF2-40B4-BE49-F238E27FC236}">
                <a16:creationId xmlns:a16="http://schemas.microsoft.com/office/drawing/2014/main" id="{77B47206-155C-400D-B434-A25E3F89D5B8}"/>
              </a:ext>
            </a:extLst>
          </p:cNvPr>
          <p:cNvSpPr/>
          <p:nvPr/>
        </p:nvSpPr>
        <p:spPr>
          <a:xfrm>
            <a:off x="3762" y="2345885"/>
            <a:ext cx="6948906" cy="4204440"/>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vi-VN">
                <a:solidFill>
                  <a:srgbClr val="0000FF"/>
                </a:solidFill>
                <a:latin typeface="Courier New"/>
                <a:cs typeface="Arial"/>
              </a:rPr>
              <a:t>void</a:t>
            </a:r>
            <a:r>
              <a:rPr lang="vi-VN">
                <a:latin typeface="Courier New"/>
                <a:cs typeface="Arial"/>
              </a:rPr>
              <a:t> </a:t>
            </a:r>
            <a:r>
              <a:rPr lang="vi-VN">
                <a:solidFill>
                  <a:schemeClr val="tx1"/>
                </a:solidFill>
                <a:latin typeface="Courier New"/>
                <a:cs typeface="Arial"/>
              </a:rPr>
              <a:t>QuanLySinhVien</a:t>
            </a:r>
            <a:r>
              <a:rPr lang="vi-VN">
                <a:solidFill>
                  <a:srgbClr val="0000FF"/>
                </a:solidFill>
                <a:latin typeface="Courier New"/>
                <a:cs typeface="Arial"/>
              </a:rPr>
              <a:t>::</a:t>
            </a:r>
            <a:r>
              <a:rPr lang="vi-VN">
                <a:solidFill>
                  <a:schemeClr val="tx1"/>
                </a:solidFill>
                <a:latin typeface="Courier New"/>
                <a:cs typeface="Arial"/>
              </a:rPr>
              <a:t>hienThiSinhVien</a:t>
            </a:r>
            <a:r>
              <a:rPr lang="vi-VN">
                <a:solidFill>
                  <a:srgbClr val="0000FF"/>
                </a:solidFill>
                <a:latin typeface="Courier New"/>
                <a:cs typeface="Arial"/>
              </a:rPr>
              <a:t>()</a:t>
            </a:r>
            <a:r>
              <a:rPr lang="vi-VN">
                <a:latin typeface="Courier New"/>
                <a:cs typeface="Arial"/>
              </a:rPr>
              <a:t> </a:t>
            </a:r>
            <a:r>
              <a:rPr lang="vi-VN">
                <a:solidFill>
                  <a:srgbClr val="0000FF"/>
                </a:solidFill>
                <a:latin typeface="Courier New"/>
                <a:cs typeface="Arial"/>
              </a:rPr>
              <a:t>{</a:t>
            </a:r>
            <a:r>
              <a:rPr lang="vi-VN">
                <a:latin typeface="Courier New"/>
                <a:cs typeface="Arial"/>
              </a:rPr>
              <a:t> </a:t>
            </a:r>
            <a:endParaRPr lang="vi-VN">
              <a:solidFill>
                <a:srgbClr val="FFFFFF"/>
              </a:solidFill>
              <a:latin typeface="Courier New"/>
              <a:cs typeface="Arial"/>
            </a:endParaRPr>
          </a:p>
          <a:p>
            <a:r>
              <a:rPr lang="vi-VN">
                <a:solidFill>
                  <a:srgbClr val="0000FF"/>
                </a:solidFill>
                <a:latin typeface="Courier New"/>
                <a:cs typeface="Arial"/>
              </a:rPr>
              <a:t>if</a:t>
            </a:r>
            <a:r>
              <a:rPr lang="vi-VN">
                <a:latin typeface="Courier New"/>
                <a:cs typeface="Arial"/>
              </a:rPr>
              <a:t> </a:t>
            </a:r>
            <a:r>
              <a:rPr lang="vi-VN">
                <a:solidFill>
                  <a:srgbClr val="0000FF"/>
                </a:solidFill>
                <a:latin typeface="Courier New"/>
                <a:cs typeface="Arial"/>
              </a:rPr>
              <a:t>(</a:t>
            </a:r>
            <a:r>
              <a:rPr lang="vi-VN">
                <a:solidFill>
                  <a:schemeClr val="tx1"/>
                </a:solidFill>
                <a:latin typeface="Courier New"/>
                <a:cs typeface="Arial"/>
              </a:rPr>
              <a:t>head </a:t>
            </a:r>
            <a:r>
              <a:rPr lang="vi-VN">
                <a:solidFill>
                  <a:srgbClr val="0000FF"/>
                </a:solidFill>
                <a:latin typeface="Courier New"/>
                <a:cs typeface="Arial"/>
              </a:rPr>
              <a:t>==</a:t>
            </a:r>
            <a:r>
              <a:rPr lang="vi-VN">
                <a:latin typeface="Courier New"/>
                <a:cs typeface="Arial"/>
              </a:rPr>
              <a:t> </a:t>
            </a:r>
            <a:r>
              <a:rPr lang="vi-VN">
                <a:solidFill>
                  <a:srgbClr val="808000"/>
                </a:solidFill>
                <a:latin typeface="Courier New"/>
                <a:cs typeface="Arial"/>
              </a:rPr>
              <a:t>NULL</a:t>
            </a:r>
            <a:r>
              <a:rPr lang="vi-VN">
                <a:solidFill>
                  <a:srgbClr val="0000FF"/>
                </a:solidFill>
                <a:latin typeface="Courier New"/>
                <a:cs typeface="Arial"/>
              </a:rPr>
              <a:t>)</a:t>
            </a:r>
            <a:r>
              <a:rPr lang="vi-VN">
                <a:latin typeface="Courier New"/>
                <a:cs typeface="Arial"/>
              </a:rPr>
              <a:t> </a:t>
            </a:r>
            <a:r>
              <a:rPr lang="vi-VN">
                <a:solidFill>
                  <a:srgbClr val="0000FF"/>
                </a:solidFill>
                <a:latin typeface="Courier New"/>
                <a:cs typeface="Arial"/>
              </a:rPr>
              <a:t>{</a:t>
            </a:r>
            <a:r>
              <a:rPr lang="vi-VN">
                <a:latin typeface="Courier New"/>
                <a:cs typeface="Arial"/>
              </a:rPr>
              <a:t> </a:t>
            </a:r>
            <a:endParaRPr lang="vi-VN">
              <a:solidFill>
                <a:srgbClr val="FFFFFF"/>
              </a:solidFill>
              <a:latin typeface="Courier New"/>
              <a:cs typeface="Arial"/>
            </a:endParaRPr>
          </a:p>
          <a:p>
            <a:r>
              <a:rPr lang="vi-VN">
                <a:solidFill>
                  <a:srgbClr val="0000FF"/>
                </a:solidFill>
                <a:latin typeface="Courier New"/>
                <a:cs typeface="Arial"/>
              </a:rPr>
              <a:t>cout</a:t>
            </a:r>
            <a:r>
              <a:rPr lang="vi-VN">
                <a:latin typeface="Courier New"/>
                <a:cs typeface="Arial"/>
              </a:rPr>
              <a:t> </a:t>
            </a:r>
            <a:r>
              <a:rPr lang="vi-VN">
                <a:solidFill>
                  <a:srgbClr val="0000FF"/>
                </a:solidFill>
                <a:latin typeface="Courier New"/>
                <a:cs typeface="Arial"/>
              </a:rPr>
              <a:t>&lt;&lt;</a:t>
            </a:r>
            <a:r>
              <a:rPr lang="vi-VN">
                <a:latin typeface="Courier New"/>
                <a:cs typeface="Arial"/>
              </a:rPr>
              <a:t> </a:t>
            </a:r>
            <a:r>
              <a:rPr lang="vi-VN">
                <a:solidFill>
                  <a:srgbClr val="FF0000"/>
                </a:solidFill>
                <a:latin typeface="Courier New"/>
                <a:cs typeface="Arial"/>
              </a:rPr>
              <a:t>"</a:t>
            </a:r>
            <a:r>
              <a:rPr lang="vi-VN">
                <a:solidFill>
                  <a:srgbClr val="800000"/>
                </a:solidFill>
                <a:latin typeface="Courier New"/>
                <a:cs typeface="Arial"/>
              </a:rPr>
              <a:t>Danh sach sinh vien rong!\n</a:t>
            </a:r>
            <a:r>
              <a:rPr lang="vi-VN">
                <a:solidFill>
                  <a:srgbClr val="FF0000"/>
                </a:solidFill>
                <a:latin typeface="Courier New"/>
                <a:cs typeface="Arial"/>
              </a:rPr>
              <a:t>"</a:t>
            </a:r>
            <a:r>
              <a:rPr lang="vi-VN">
                <a:solidFill>
                  <a:srgbClr val="0000FF"/>
                </a:solidFill>
                <a:latin typeface="Courier New"/>
                <a:cs typeface="Arial"/>
              </a:rPr>
              <a:t>;</a:t>
            </a:r>
            <a:r>
              <a:rPr lang="vi-VN">
                <a:latin typeface="Courier New"/>
                <a:cs typeface="Arial"/>
              </a:rPr>
              <a:t> </a:t>
            </a:r>
            <a:endParaRPr lang="vi-VN">
              <a:solidFill>
                <a:srgbClr val="FFFFFF"/>
              </a:solidFill>
              <a:latin typeface="Courier New"/>
              <a:cs typeface="Arial"/>
            </a:endParaRPr>
          </a:p>
          <a:p>
            <a:r>
              <a:rPr lang="vi-VN">
                <a:solidFill>
                  <a:srgbClr val="0000FF"/>
                </a:solidFill>
                <a:latin typeface="Courier New"/>
                <a:cs typeface="Arial"/>
              </a:rPr>
              <a:t>return;</a:t>
            </a:r>
            <a:endParaRPr lang="vi-VN">
              <a:latin typeface="Courier New"/>
              <a:cs typeface="Arial"/>
            </a:endParaRPr>
          </a:p>
          <a:p>
            <a:r>
              <a:rPr lang="vi-VN">
                <a:latin typeface="Courier New"/>
                <a:cs typeface="Arial"/>
              </a:rPr>
              <a:t> </a:t>
            </a:r>
            <a:r>
              <a:rPr lang="vi-VN">
                <a:solidFill>
                  <a:srgbClr val="0000FF"/>
                </a:solidFill>
                <a:latin typeface="Courier New"/>
                <a:cs typeface="Arial"/>
              </a:rPr>
              <a:t>}</a:t>
            </a:r>
            <a:r>
              <a:rPr lang="vi-VN">
                <a:latin typeface="Courier New"/>
                <a:cs typeface="Arial"/>
              </a:rPr>
              <a:t> </a:t>
            </a:r>
            <a:endParaRPr lang="vi-VN">
              <a:solidFill>
                <a:schemeClr val="bg1">
                  <a:lumMod val="95000"/>
                </a:schemeClr>
              </a:solidFill>
              <a:latin typeface="Courier New"/>
              <a:cs typeface="Arial"/>
            </a:endParaRPr>
          </a:p>
          <a:p>
            <a:r>
              <a:rPr lang="vi-VN">
                <a:solidFill>
                  <a:schemeClr val="tx1"/>
                </a:solidFill>
                <a:latin typeface="Courier New"/>
                <a:cs typeface="Arial"/>
              </a:rPr>
              <a:t>SinhVien</a:t>
            </a:r>
            <a:r>
              <a:rPr lang="vi-VN">
                <a:solidFill>
                  <a:srgbClr val="0000FF"/>
                </a:solidFill>
                <a:latin typeface="Courier New"/>
                <a:cs typeface="Arial"/>
              </a:rPr>
              <a:t>*</a:t>
            </a:r>
            <a:r>
              <a:rPr lang="vi-VN">
                <a:latin typeface="Courier New"/>
                <a:cs typeface="Arial"/>
              </a:rPr>
              <a:t> </a:t>
            </a:r>
            <a:r>
              <a:rPr lang="vi-VN">
                <a:solidFill>
                  <a:schemeClr val="tx1"/>
                </a:solidFill>
                <a:latin typeface="Courier New"/>
                <a:cs typeface="Arial"/>
              </a:rPr>
              <a:t>p</a:t>
            </a:r>
            <a:r>
              <a:rPr lang="vi-VN">
                <a:latin typeface="Courier New"/>
                <a:cs typeface="Arial"/>
              </a:rPr>
              <a:t> </a:t>
            </a:r>
            <a:r>
              <a:rPr lang="vi-VN">
                <a:solidFill>
                  <a:srgbClr val="0000FF"/>
                </a:solidFill>
                <a:latin typeface="Courier New"/>
                <a:cs typeface="Arial"/>
              </a:rPr>
              <a:t>=</a:t>
            </a:r>
            <a:r>
              <a:rPr lang="vi-VN">
                <a:latin typeface="Courier New"/>
                <a:cs typeface="Arial"/>
              </a:rPr>
              <a:t> </a:t>
            </a:r>
            <a:r>
              <a:rPr lang="vi-VN">
                <a:solidFill>
                  <a:schemeClr val="tx1"/>
                </a:solidFill>
                <a:latin typeface="Courier New"/>
                <a:cs typeface="Arial"/>
              </a:rPr>
              <a:t>head</a:t>
            </a:r>
            <a:r>
              <a:rPr lang="vi-VN">
                <a:solidFill>
                  <a:srgbClr val="0000FF"/>
                </a:solidFill>
                <a:latin typeface="Courier New"/>
                <a:cs typeface="Arial"/>
              </a:rPr>
              <a:t>;</a:t>
            </a:r>
            <a:endParaRPr lang="vi-VN">
              <a:latin typeface="Courier New"/>
              <a:cs typeface="Arial"/>
            </a:endParaRPr>
          </a:p>
          <a:p>
            <a:r>
              <a:rPr lang="vi-VN">
                <a:latin typeface="Courier New"/>
                <a:cs typeface="Arial"/>
              </a:rPr>
              <a:t> </a:t>
            </a:r>
            <a:r>
              <a:rPr lang="vi-VN">
                <a:solidFill>
                  <a:srgbClr val="0000FF"/>
                </a:solidFill>
                <a:latin typeface="Courier New"/>
                <a:cs typeface="Arial"/>
              </a:rPr>
              <a:t>cout</a:t>
            </a:r>
            <a:r>
              <a:rPr lang="vi-VN">
                <a:latin typeface="Courier New"/>
                <a:cs typeface="Arial"/>
              </a:rPr>
              <a:t> </a:t>
            </a:r>
            <a:r>
              <a:rPr lang="vi-VN">
                <a:solidFill>
                  <a:srgbClr val="0000FF"/>
                </a:solidFill>
                <a:latin typeface="Courier New"/>
                <a:cs typeface="Arial"/>
              </a:rPr>
              <a:t>&lt;&lt;</a:t>
            </a:r>
            <a:r>
              <a:rPr lang="vi-VN">
                <a:latin typeface="Courier New"/>
                <a:cs typeface="Arial"/>
              </a:rPr>
              <a:t> </a:t>
            </a:r>
            <a:r>
              <a:rPr lang="vi-VN">
                <a:solidFill>
                  <a:srgbClr val="FF0000"/>
                </a:solidFill>
                <a:latin typeface="Courier New"/>
                <a:cs typeface="Arial"/>
              </a:rPr>
              <a:t>"</a:t>
            </a:r>
            <a:r>
              <a:rPr lang="vi-VN">
                <a:solidFill>
                  <a:srgbClr val="800000"/>
                </a:solidFill>
                <a:latin typeface="Courier New"/>
                <a:cs typeface="Arial"/>
              </a:rPr>
              <a:t>\n===== DANH SACH SINH VIEN =====\n</a:t>
            </a:r>
            <a:r>
              <a:rPr lang="vi-VN">
                <a:solidFill>
                  <a:srgbClr val="FF0000"/>
                </a:solidFill>
                <a:latin typeface="Courier New"/>
                <a:cs typeface="Arial"/>
              </a:rPr>
              <a:t>"</a:t>
            </a:r>
            <a:r>
              <a:rPr lang="vi-VN">
                <a:solidFill>
                  <a:srgbClr val="0000FF"/>
                </a:solidFill>
                <a:latin typeface="Courier New"/>
                <a:cs typeface="Arial"/>
              </a:rPr>
              <a:t>;</a:t>
            </a:r>
            <a:endParaRPr lang="vi-VN">
              <a:latin typeface="Courier New"/>
              <a:cs typeface="Arial"/>
            </a:endParaRPr>
          </a:p>
          <a:p>
            <a:r>
              <a:rPr lang="vi-VN">
                <a:latin typeface="Courier New"/>
                <a:cs typeface="Arial"/>
              </a:rPr>
              <a:t> </a:t>
            </a:r>
            <a:r>
              <a:rPr lang="vi-VN">
                <a:solidFill>
                  <a:srgbClr val="0000FF"/>
                </a:solidFill>
                <a:latin typeface="Courier New"/>
                <a:cs typeface="Arial"/>
              </a:rPr>
              <a:t>while</a:t>
            </a:r>
            <a:r>
              <a:rPr lang="vi-VN">
                <a:latin typeface="Courier New"/>
                <a:cs typeface="Arial"/>
              </a:rPr>
              <a:t> </a:t>
            </a:r>
            <a:r>
              <a:rPr lang="vi-VN">
                <a:solidFill>
                  <a:srgbClr val="0000FF"/>
                </a:solidFill>
                <a:latin typeface="Courier New"/>
                <a:cs typeface="Arial"/>
              </a:rPr>
              <a:t>(</a:t>
            </a:r>
            <a:r>
              <a:rPr lang="vi-VN">
                <a:solidFill>
                  <a:schemeClr val="tx1"/>
                </a:solidFill>
                <a:latin typeface="Courier New"/>
                <a:cs typeface="Arial"/>
              </a:rPr>
              <a:t>p</a:t>
            </a:r>
            <a:r>
              <a:rPr lang="vi-VN">
                <a:latin typeface="Courier New"/>
                <a:cs typeface="Arial"/>
              </a:rPr>
              <a:t> </a:t>
            </a:r>
            <a:r>
              <a:rPr lang="vi-VN">
                <a:solidFill>
                  <a:srgbClr val="0000FF"/>
                </a:solidFill>
                <a:latin typeface="Courier New"/>
                <a:cs typeface="Arial"/>
              </a:rPr>
              <a:t>!=</a:t>
            </a:r>
            <a:r>
              <a:rPr lang="vi-VN">
                <a:latin typeface="Courier New"/>
                <a:cs typeface="Arial"/>
              </a:rPr>
              <a:t> </a:t>
            </a:r>
            <a:r>
              <a:rPr lang="vi-VN">
                <a:solidFill>
                  <a:srgbClr val="808000"/>
                </a:solidFill>
                <a:latin typeface="Courier New"/>
                <a:cs typeface="Arial"/>
              </a:rPr>
              <a:t>NULL</a:t>
            </a:r>
            <a:r>
              <a:rPr lang="vi-VN">
                <a:solidFill>
                  <a:srgbClr val="0000FF"/>
                </a:solidFill>
                <a:latin typeface="Courier New"/>
                <a:cs typeface="Arial"/>
              </a:rPr>
              <a:t>)</a:t>
            </a:r>
            <a:r>
              <a:rPr lang="vi-VN">
                <a:latin typeface="Courier New"/>
                <a:cs typeface="Arial"/>
              </a:rPr>
              <a:t> </a:t>
            </a:r>
            <a:r>
              <a:rPr lang="vi-VN">
                <a:solidFill>
                  <a:srgbClr val="0000FF"/>
                </a:solidFill>
                <a:latin typeface="Courier New"/>
                <a:cs typeface="Arial"/>
              </a:rPr>
              <a:t>{</a:t>
            </a:r>
            <a:r>
              <a:rPr lang="vi-VN">
                <a:latin typeface="Courier New"/>
                <a:cs typeface="Arial"/>
              </a:rPr>
              <a:t> </a:t>
            </a:r>
            <a:endParaRPr lang="vi-VN">
              <a:solidFill>
                <a:srgbClr val="FFFFFF"/>
              </a:solidFill>
              <a:latin typeface="Courier New"/>
              <a:cs typeface="Arial"/>
            </a:endParaRPr>
          </a:p>
          <a:p>
            <a:r>
              <a:rPr lang="vi-VN">
                <a:solidFill>
                  <a:srgbClr val="0000FF"/>
                </a:solidFill>
                <a:latin typeface="Courier New"/>
                <a:cs typeface="Arial"/>
              </a:rPr>
              <a:t>cout</a:t>
            </a:r>
            <a:r>
              <a:rPr lang="vi-VN">
                <a:latin typeface="Courier New"/>
                <a:cs typeface="Arial"/>
              </a:rPr>
              <a:t> </a:t>
            </a:r>
            <a:r>
              <a:rPr lang="vi-VN">
                <a:solidFill>
                  <a:srgbClr val="0000FF"/>
                </a:solidFill>
                <a:latin typeface="Courier New"/>
                <a:cs typeface="Arial"/>
              </a:rPr>
              <a:t>&lt;&lt;</a:t>
            </a:r>
            <a:r>
              <a:rPr lang="vi-VN">
                <a:latin typeface="Courier New"/>
                <a:cs typeface="Arial"/>
              </a:rPr>
              <a:t> </a:t>
            </a:r>
            <a:r>
              <a:rPr lang="vi-VN">
                <a:solidFill>
                  <a:srgbClr val="FF0000"/>
                </a:solidFill>
                <a:latin typeface="Courier New"/>
                <a:cs typeface="Arial"/>
              </a:rPr>
              <a:t>"</a:t>
            </a:r>
            <a:r>
              <a:rPr lang="vi-VN">
                <a:solidFill>
                  <a:srgbClr val="800000"/>
                </a:solidFill>
                <a:latin typeface="Courier New"/>
                <a:cs typeface="Arial"/>
              </a:rPr>
              <a:t>MSSV: </a:t>
            </a:r>
            <a:r>
              <a:rPr lang="vi-VN">
                <a:solidFill>
                  <a:srgbClr val="FF0000"/>
                </a:solidFill>
                <a:latin typeface="Courier New"/>
                <a:cs typeface="Arial"/>
              </a:rPr>
              <a:t>"</a:t>
            </a:r>
            <a:r>
              <a:rPr lang="vi-VN">
                <a:latin typeface="Courier New"/>
                <a:cs typeface="Arial"/>
              </a:rPr>
              <a:t> </a:t>
            </a:r>
            <a:r>
              <a:rPr lang="vi-VN">
                <a:solidFill>
                  <a:srgbClr val="0000FF"/>
                </a:solidFill>
                <a:latin typeface="Courier New"/>
                <a:cs typeface="Arial"/>
              </a:rPr>
              <a:t>&lt;&lt;</a:t>
            </a:r>
            <a:r>
              <a:rPr lang="vi-VN">
                <a:latin typeface="Courier New"/>
                <a:cs typeface="Arial"/>
              </a:rPr>
              <a:t> </a:t>
            </a:r>
            <a:r>
              <a:rPr lang="vi-VN">
                <a:solidFill>
                  <a:schemeClr val="tx1"/>
                </a:solidFill>
                <a:latin typeface="Courier New"/>
                <a:cs typeface="Arial"/>
              </a:rPr>
              <a:t>p</a:t>
            </a:r>
            <a:r>
              <a:rPr lang="vi-VN">
                <a:solidFill>
                  <a:srgbClr val="0000FF"/>
                </a:solidFill>
                <a:latin typeface="Courier New"/>
                <a:cs typeface="Arial"/>
              </a:rPr>
              <a:t>-&gt;</a:t>
            </a:r>
            <a:r>
              <a:rPr lang="vi-VN">
                <a:solidFill>
                  <a:schemeClr val="tx1"/>
                </a:solidFill>
                <a:latin typeface="Courier New"/>
                <a:cs typeface="Arial"/>
              </a:rPr>
              <a:t>MSSV </a:t>
            </a:r>
            <a:r>
              <a:rPr lang="vi-VN">
                <a:solidFill>
                  <a:srgbClr val="0000FF"/>
                </a:solidFill>
                <a:latin typeface="Courier New"/>
                <a:cs typeface="Arial"/>
              </a:rPr>
              <a:t>&lt;&lt;</a:t>
            </a:r>
            <a:r>
              <a:rPr lang="vi-VN">
                <a:latin typeface="Courier New"/>
                <a:cs typeface="Arial"/>
              </a:rPr>
              <a:t> </a:t>
            </a:r>
            <a:r>
              <a:rPr lang="vi-VN">
                <a:solidFill>
                  <a:srgbClr val="0000FF"/>
                </a:solidFill>
                <a:latin typeface="Courier New"/>
                <a:cs typeface="Arial"/>
              </a:rPr>
              <a:t>endl;</a:t>
            </a:r>
            <a:endParaRPr lang="vi-VN">
              <a:latin typeface="Courier New"/>
              <a:cs typeface="Arial"/>
            </a:endParaRPr>
          </a:p>
          <a:p>
            <a:r>
              <a:rPr lang="vi-VN">
                <a:latin typeface="Courier New"/>
                <a:cs typeface="Arial"/>
              </a:rPr>
              <a:t> </a:t>
            </a:r>
            <a:r>
              <a:rPr lang="vi-VN">
                <a:solidFill>
                  <a:srgbClr val="0000FF"/>
                </a:solidFill>
                <a:latin typeface="Courier New"/>
                <a:cs typeface="Arial"/>
              </a:rPr>
              <a:t>cout</a:t>
            </a:r>
            <a:r>
              <a:rPr lang="vi-VN">
                <a:latin typeface="Courier New"/>
                <a:cs typeface="Arial"/>
              </a:rPr>
              <a:t> </a:t>
            </a:r>
            <a:r>
              <a:rPr lang="vi-VN">
                <a:solidFill>
                  <a:srgbClr val="0000FF"/>
                </a:solidFill>
                <a:latin typeface="Courier New"/>
                <a:cs typeface="Arial"/>
              </a:rPr>
              <a:t>&lt;&lt;</a:t>
            </a:r>
            <a:r>
              <a:rPr lang="vi-VN">
                <a:latin typeface="Courier New"/>
                <a:cs typeface="Arial"/>
              </a:rPr>
              <a:t> </a:t>
            </a:r>
            <a:r>
              <a:rPr lang="vi-VN">
                <a:solidFill>
                  <a:srgbClr val="FF0000"/>
                </a:solidFill>
                <a:latin typeface="Courier New"/>
                <a:cs typeface="Arial"/>
              </a:rPr>
              <a:t>"</a:t>
            </a:r>
            <a:r>
              <a:rPr lang="vi-VN">
                <a:solidFill>
                  <a:srgbClr val="800000"/>
                </a:solidFill>
                <a:latin typeface="Courier New"/>
                <a:cs typeface="Arial"/>
              </a:rPr>
              <a:t>Ho ten: </a:t>
            </a:r>
            <a:r>
              <a:rPr lang="vi-VN">
                <a:solidFill>
                  <a:srgbClr val="FF0000"/>
                </a:solidFill>
                <a:latin typeface="Courier New"/>
                <a:cs typeface="Arial"/>
              </a:rPr>
              <a:t>"</a:t>
            </a:r>
            <a:r>
              <a:rPr lang="vi-VN">
                <a:latin typeface="Courier New"/>
                <a:cs typeface="Arial"/>
              </a:rPr>
              <a:t> </a:t>
            </a:r>
            <a:r>
              <a:rPr lang="vi-VN">
                <a:solidFill>
                  <a:srgbClr val="0000FF"/>
                </a:solidFill>
                <a:latin typeface="Courier New"/>
                <a:cs typeface="Arial"/>
              </a:rPr>
              <a:t>&lt;&lt;</a:t>
            </a:r>
            <a:r>
              <a:rPr lang="vi-VN">
                <a:latin typeface="Courier New"/>
                <a:cs typeface="Arial"/>
              </a:rPr>
              <a:t> </a:t>
            </a:r>
            <a:r>
              <a:rPr lang="vi-VN">
                <a:solidFill>
                  <a:schemeClr val="tx1"/>
                </a:solidFill>
                <a:latin typeface="Courier New"/>
                <a:cs typeface="Arial"/>
              </a:rPr>
              <a:t>p</a:t>
            </a:r>
            <a:r>
              <a:rPr lang="vi-VN">
                <a:solidFill>
                  <a:srgbClr val="0000FF"/>
                </a:solidFill>
                <a:latin typeface="Courier New"/>
                <a:cs typeface="Arial"/>
              </a:rPr>
              <a:t>-&gt;</a:t>
            </a:r>
            <a:r>
              <a:rPr lang="vi-VN">
                <a:solidFill>
                  <a:schemeClr val="tx1"/>
                </a:solidFill>
                <a:latin typeface="Courier New"/>
                <a:cs typeface="Arial"/>
              </a:rPr>
              <a:t>hoTen </a:t>
            </a:r>
            <a:r>
              <a:rPr lang="vi-VN">
                <a:solidFill>
                  <a:srgbClr val="0000FF"/>
                </a:solidFill>
                <a:latin typeface="Courier New"/>
                <a:cs typeface="Arial"/>
              </a:rPr>
              <a:t>&lt;&lt;</a:t>
            </a:r>
            <a:r>
              <a:rPr lang="vi-VN">
                <a:latin typeface="Courier New"/>
                <a:cs typeface="Arial"/>
              </a:rPr>
              <a:t> </a:t>
            </a:r>
            <a:r>
              <a:rPr lang="vi-VN">
                <a:solidFill>
                  <a:srgbClr val="0000FF"/>
                </a:solidFill>
                <a:latin typeface="Courier New"/>
                <a:cs typeface="Arial"/>
              </a:rPr>
              <a:t>endl;</a:t>
            </a:r>
            <a:r>
              <a:rPr lang="vi-VN">
                <a:latin typeface="Courier New"/>
                <a:cs typeface="Arial"/>
              </a:rPr>
              <a:t> </a:t>
            </a:r>
            <a:endParaRPr lang="vi-VN">
              <a:solidFill>
                <a:srgbClr val="FFFFFF"/>
              </a:solidFill>
              <a:latin typeface="Courier New"/>
              <a:cs typeface="Arial"/>
            </a:endParaRPr>
          </a:p>
          <a:p>
            <a:r>
              <a:rPr lang="vi-VN">
                <a:solidFill>
                  <a:srgbClr val="0000FF"/>
                </a:solidFill>
                <a:latin typeface="Courier New"/>
                <a:cs typeface="Arial"/>
              </a:rPr>
              <a:t>cout</a:t>
            </a:r>
            <a:r>
              <a:rPr lang="vi-VN">
                <a:latin typeface="Courier New"/>
                <a:cs typeface="Arial"/>
              </a:rPr>
              <a:t> </a:t>
            </a:r>
            <a:r>
              <a:rPr lang="vi-VN">
                <a:solidFill>
                  <a:srgbClr val="0000FF"/>
                </a:solidFill>
                <a:latin typeface="Courier New"/>
                <a:cs typeface="Arial"/>
              </a:rPr>
              <a:t>&lt;&lt;</a:t>
            </a:r>
            <a:r>
              <a:rPr lang="vi-VN">
                <a:latin typeface="Courier New"/>
                <a:cs typeface="Arial"/>
              </a:rPr>
              <a:t> </a:t>
            </a:r>
            <a:r>
              <a:rPr lang="vi-VN">
                <a:solidFill>
                  <a:srgbClr val="FF0000"/>
                </a:solidFill>
                <a:latin typeface="Courier New"/>
                <a:cs typeface="Arial"/>
              </a:rPr>
              <a:t>"</a:t>
            </a:r>
            <a:r>
              <a:rPr lang="vi-VN">
                <a:solidFill>
                  <a:srgbClr val="800000"/>
                </a:solidFill>
                <a:latin typeface="Courier New"/>
                <a:cs typeface="Arial"/>
              </a:rPr>
              <a:t>Lop: </a:t>
            </a:r>
            <a:r>
              <a:rPr lang="vi-VN">
                <a:solidFill>
                  <a:srgbClr val="FF0000"/>
                </a:solidFill>
                <a:latin typeface="Courier New"/>
                <a:cs typeface="Arial"/>
              </a:rPr>
              <a:t>"</a:t>
            </a:r>
            <a:r>
              <a:rPr lang="vi-VN">
                <a:latin typeface="Courier New"/>
                <a:cs typeface="Arial"/>
              </a:rPr>
              <a:t> </a:t>
            </a:r>
            <a:r>
              <a:rPr lang="vi-VN">
                <a:solidFill>
                  <a:srgbClr val="0000FF"/>
                </a:solidFill>
                <a:latin typeface="Courier New"/>
                <a:cs typeface="Arial"/>
              </a:rPr>
              <a:t>&lt;&lt;</a:t>
            </a:r>
            <a:r>
              <a:rPr lang="vi-VN">
                <a:latin typeface="Courier New"/>
                <a:cs typeface="Arial"/>
              </a:rPr>
              <a:t> </a:t>
            </a:r>
            <a:r>
              <a:rPr lang="vi-VN">
                <a:solidFill>
                  <a:schemeClr val="tx1"/>
                </a:solidFill>
                <a:latin typeface="Courier New"/>
                <a:cs typeface="Arial"/>
              </a:rPr>
              <a:t>p</a:t>
            </a:r>
            <a:r>
              <a:rPr lang="vi-VN">
                <a:solidFill>
                  <a:srgbClr val="0000FF"/>
                </a:solidFill>
                <a:latin typeface="Courier New"/>
                <a:cs typeface="Arial"/>
              </a:rPr>
              <a:t>-&gt;</a:t>
            </a:r>
            <a:r>
              <a:rPr lang="vi-VN">
                <a:solidFill>
                  <a:schemeClr val="tx1"/>
                </a:solidFill>
                <a:latin typeface="Courier New"/>
                <a:cs typeface="Arial"/>
              </a:rPr>
              <a:t>lop </a:t>
            </a:r>
            <a:r>
              <a:rPr lang="vi-VN">
                <a:solidFill>
                  <a:srgbClr val="0000FF"/>
                </a:solidFill>
                <a:latin typeface="Courier New"/>
                <a:cs typeface="Arial"/>
              </a:rPr>
              <a:t>&lt;&lt;</a:t>
            </a:r>
            <a:r>
              <a:rPr lang="vi-VN">
                <a:latin typeface="Courier New"/>
                <a:cs typeface="Arial"/>
              </a:rPr>
              <a:t> </a:t>
            </a:r>
            <a:r>
              <a:rPr lang="vi-VN">
                <a:solidFill>
                  <a:srgbClr val="0000FF"/>
                </a:solidFill>
                <a:latin typeface="Courier New"/>
                <a:cs typeface="Arial"/>
              </a:rPr>
              <a:t>endl;</a:t>
            </a:r>
            <a:r>
              <a:rPr lang="vi-VN">
                <a:latin typeface="Courier New"/>
                <a:cs typeface="Arial"/>
              </a:rPr>
              <a:t> </a:t>
            </a:r>
            <a:r>
              <a:rPr lang="vi-VN">
                <a:solidFill>
                  <a:srgbClr val="0000FF"/>
                </a:solidFill>
                <a:latin typeface="Courier New"/>
                <a:cs typeface="Arial"/>
              </a:rPr>
              <a:t>cout</a:t>
            </a:r>
            <a:r>
              <a:rPr lang="vi-VN">
                <a:latin typeface="Courier New"/>
                <a:cs typeface="Arial"/>
              </a:rPr>
              <a:t> </a:t>
            </a:r>
            <a:r>
              <a:rPr lang="vi-VN">
                <a:solidFill>
                  <a:srgbClr val="0000FF"/>
                </a:solidFill>
                <a:latin typeface="Courier New"/>
                <a:cs typeface="Arial"/>
              </a:rPr>
              <a:t>&lt;&lt;</a:t>
            </a:r>
            <a:r>
              <a:rPr lang="vi-VN">
                <a:latin typeface="Courier New"/>
                <a:cs typeface="Arial"/>
              </a:rPr>
              <a:t> </a:t>
            </a:r>
            <a:br>
              <a:rPr lang="vi-VN">
                <a:solidFill>
                  <a:srgbClr val="FFFFFF"/>
                </a:solidFill>
                <a:latin typeface="Courier New"/>
                <a:cs typeface="Arial"/>
              </a:rPr>
            </a:br>
            <a:r>
              <a:rPr lang="vi-VN">
                <a:solidFill>
                  <a:srgbClr val="FF0000"/>
                </a:solidFill>
                <a:latin typeface="Courier New"/>
                <a:cs typeface="Arial"/>
              </a:rPr>
              <a:t>"</a:t>
            </a:r>
            <a:r>
              <a:rPr lang="vi-VN">
                <a:solidFill>
                  <a:srgbClr val="800000"/>
                </a:solidFill>
                <a:latin typeface="Courier New"/>
                <a:cs typeface="Arial"/>
              </a:rPr>
              <a:t>----------------------\n</a:t>
            </a:r>
            <a:r>
              <a:rPr lang="vi-VN">
                <a:solidFill>
                  <a:srgbClr val="FF0000"/>
                </a:solidFill>
                <a:latin typeface="Courier New"/>
                <a:cs typeface="Arial"/>
              </a:rPr>
              <a:t>"</a:t>
            </a:r>
            <a:r>
              <a:rPr lang="vi-VN">
                <a:solidFill>
                  <a:srgbClr val="0000FF"/>
                </a:solidFill>
                <a:latin typeface="Courier New"/>
                <a:cs typeface="Arial"/>
              </a:rPr>
              <a:t>;</a:t>
            </a:r>
            <a:endParaRPr lang="vi-VN">
              <a:latin typeface="Courier New"/>
              <a:cs typeface="Arial"/>
            </a:endParaRPr>
          </a:p>
          <a:p>
            <a:r>
              <a:rPr lang="vi-VN">
                <a:latin typeface="Courier New"/>
                <a:cs typeface="Arial"/>
              </a:rPr>
              <a:t> </a:t>
            </a:r>
            <a:r>
              <a:rPr lang="vi-VN">
                <a:solidFill>
                  <a:schemeClr val="tx1"/>
                </a:solidFill>
                <a:latin typeface="Courier New"/>
                <a:cs typeface="Arial"/>
              </a:rPr>
              <a:t>p </a:t>
            </a:r>
            <a:r>
              <a:rPr lang="vi-VN">
                <a:solidFill>
                  <a:srgbClr val="0000FF"/>
                </a:solidFill>
                <a:latin typeface="Courier New"/>
                <a:cs typeface="Arial"/>
              </a:rPr>
              <a:t>=</a:t>
            </a:r>
            <a:r>
              <a:rPr lang="vi-VN">
                <a:latin typeface="Courier New"/>
                <a:cs typeface="Arial"/>
              </a:rPr>
              <a:t> </a:t>
            </a:r>
            <a:r>
              <a:rPr lang="vi-VN">
                <a:solidFill>
                  <a:schemeClr val="tx1"/>
                </a:solidFill>
                <a:latin typeface="Courier New"/>
                <a:cs typeface="Arial"/>
              </a:rPr>
              <a:t>p-</a:t>
            </a:r>
            <a:r>
              <a:rPr lang="vi-VN">
                <a:solidFill>
                  <a:srgbClr val="0000FF"/>
                </a:solidFill>
                <a:latin typeface="Courier New"/>
                <a:cs typeface="Arial"/>
              </a:rPr>
              <a:t>&gt;</a:t>
            </a:r>
            <a:r>
              <a:rPr lang="vi-VN">
                <a:solidFill>
                  <a:schemeClr val="tx1"/>
                </a:solidFill>
                <a:latin typeface="Courier New"/>
                <a:cs typeface="Arial"/>
              </a:rPr>
              <a:t>next</a:t>
            </a:r>
            <a:r>
              <a:rPr lang="vi-VN">
                <a:solidFill>
                  <a:srgbClr val="0000FF"/>
                </a:solidFill>
                <a:latin typeface="Courier New"/>
                <a:cs typeface="Arial"/>
              </a:rPr>
              <a:t>;</a:t>
            </a:r>
            <a:endParaRPr lang="vi-VN">
              <a:latin typeface="Courier New"/>
              <a:cs typeface="Arial"/>
            </a:endParaRPr>
          </a:p>
          <a:p>
            <a:r>
              <a:rPr lang="vi-VN">
                <a:latin typeface="Courier New"/>
                <a:cs typeface="Arial"/>
              </a:rPr>
              <a:t>   </a:t>
            </a:r>
            <a:r>
              <a:rPr lang="vi-VN">
                <a:solidFill>
                  <a:srgbClr val="0000FF"/>
                </a:solidFill>
                <a:latin typeface="Courier New"/>
                <a:cs typeface="Arial"/>
              </a:rPr>
              <a:t>}</a:t>
            </a:r>
            <a:endParaRPr lang="vi-VN">
              <a:latin typeface="Courier New"/>
              <a:cs typeface="Arial"/>
            </a:endParaRPr>
          </a:p>
          <a:p>
            <a:r>
              <a:rPr lang="vi-VN">
                <a:latin typeface="Courier New"/>
                <a:cs typeface="Arial"/>
              </a:rPr>
              <a:t> </a:t>
            </a:r>
            <a:r>
              <a:rPr lang="vi-VN">
                <a:solidFill>
                  <a:srgbClr val="0000FF"/>
                </a:solidFill>
                <a:latin typeface="Courier New"/>
                <a:cs typeface="Arial"/>
              </a:rPr>
              <a:t>}</a:t>
            </a:r>
            <a:endParaRPr lang="vi-VN">
              <a:solidFill>
                <a:srgbClr val="FFFFFF"/>
              </a:solidFill>
              <a:latin typeface="Courier New"/>
              <a:ea typeface="+mn-lt"/>
              <a:cs typeface="Arial"/>
            </a:endParaRPr>
          </a:p>
        </p:txBody>
      </p:sp>
      <p:sp>
        <p:nvSpPr>
          <p:cNvPr id="6" name="Hình chữ nhật 5">
            <a:extLst>
              <a:ext uri="{FF2B5EF4-FFF2-40B4-BE49-F238E27FC236}">
                <a16:creationId xmlns:a16="http://schemas.microsoft.com/office/drawing/2014/main" id="{36F58AC1-69BE-EC43-07D0-3F2E8E156966}"/>
              </a:ext>
            </a:extLst>
          </p:cNvPr>
          <p:cNvSpPr/>
          <p:nvPr/>
        </p:nvSpPr>
        <p:spPr>
          <a:xfrm>
            <a:off x="6955532" y="3148534"/>
            <a:ext cx="5229642" cy="2030146"/>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endParaRPr lang="vi-VN">
              <a:solidFill>
                <a:schemeClr val="tx1"/>
              </a:solidFill>
              <a:latin typeface="Open Sans"/>
              <a:ea typeface="Open Sans"/>
              <a:cs typeface="Arial"/>
            </a:endParaRPr>
          </a:p>
          <a:p>
            <a:r>
              <a:rPr lang="vi-VN" b="1">
                <a:solidFill>
                  <a:schemeClr val="tx1"/>
                </a:solidFill>
                <a:latin typeface="Open Sans"/>
                <a:ea typeface="Open Sans"/>
                <a:cs typeface="Arial"/>
              </a:rPr>
              <a:t>Cách hoạt động:</a:t>
            </a:r>
            <a:endParaRPr lang="vi-VN">
              <a:solidFill>
                <a:schemeClr val="tx1"/>
              </a:solidFill>
              <a:latin typeface="Open Sans"/>
              <a:ea typeface="Open Sans"/>
              <a:cs typeface="Arial"/>
            </a:endParaRPr>
          </a:p>
          <a:p>
            <a:pPr marL="228600" indent="-228600">
              <a:buFont typeface=""/>
              <a:buAutoNum type="arabicPeriod"/>
            </a:pPr>
            <a:r>
              <a:rPr lang="vi-VN">
                <a:solidFill>
                  <a:schemeClr val="tx1"/>
                </a:solidFill>
                <a:latin typeface="Open Sans"/>
                <a:ea typeface="Open Sans"/>
                <a:cs typeface="Arial"/>
              </a:rPr>
              <a:t>Kiểm tra xem danh sách có rỗng không.</a:t>
            </a:r>
          </a:p>
          <a:p>
            <a:pPr marL="228600" indent="-228600">
              <a:buFont typeface=""/>
              <a:buAutoNum type="arabicPeriod"/>
            </a:pPr>
            <a:r>
              <a:rPr lang="vi-VN">
                <a:solidFill>
                  <a:schemeClr val="tx1"/>
                </a:solidFill>
                <a:latin typeface="Open Sans"/>
                <a:ea typeface="Open Sans"/>
                <a:cs typeface="Arial"/>
              </a:rPr>
              <a:t>Nếu có sinh viên → duyệt lần lượt từng nút trong danh sách.</a:t>
            </a:r>
          </a:p>
          <a:p>
            <a:pPr marL="228600" indent="-228600">
              <a:buFont typeface=""/>
              <a:buAutoNum type="arabicPeriod"/>
            </a:pPr>
            <a:r>
              <a:rPr lang="vi-VN">
                <a:solidFill>
                  <a:schemeClr val="tx1"/>
                </a:solidFill>
                <a:latin typeface="Open Sans"/>
                <a:ea typeface="Open Sans"/>
                <a:cs typeface="Arial"/>
              </a:rPr>
              <a:t>In ra: MSSV – Họ tên – Lớp của từng sinh viên.</a:t>
            </a:r>
          </a:p>
        </p:txBody>
      </p:sp>
    </p:spTree>
    <p:extLst>
      <p:ext uri="{BB962C8B-B14F-4D97-AF65-F5344CB8AC3E}">
        <p14:creationId xmlns:p14="http://schemas.microsoft.com/office/powerpoint/2010/main" val="23317299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a:extLst>
            <a:ext uri="{FF2B5EF4-FFF2-40B4-BE49-F238E27FC236}">
              <a16:creationId xmlns:a16="http://schemas.microsoft.com/office/drawing/2014/main" id="{180FC5F5-E795-EC46-755D-94B7EC5BA74E}"/>
            </a:ext>
          </a:extLst>
        </p:cNvPr>
        <p:cNvGrpSpPr/>
        <p:nvPr/>
      </p:nvGrpSpPr>
      <p:grpSpPr>
        <a:xfrm>
          <a:off x="0" y="0"/>
          <a:ext cx="0" cy="0"/>
          <a:chOff x="0" y="0"/>
          <a:chExt cx="0" cy="0"/>
        </a:xfrm>
      </p:grpSpPr>
      <p:sp>
        <p:nvSpPr>
          <p:cNvPr id="2" name="Tiêu đề 1">
            <a:extLst>
              <a:ext uri="{FF2B5EF4-FFF2-40B4-BE49-F238E27FC236}">
                <a16:creationId xmlns:a16="http://schemas.microsoft.com/office/drawing/2014/main" id="{6CE3E4A8-731B-EC57-D14E-2D59DA2F8D3D}"/>
              </a:ext>
            </a:extLst>
          </p:cNvPr>
          <p:cNvSpPr>
            <a:spLocks noGrp="1"/>
          </p:cNvSpPr>
          <p:nvPr>
            <p:ph type="title"/>
          </p:nvPr>
        </p:nvSpPr>
        <p:spPr>
          <a:xfrm>
            <a:off x="1542691" y="316012"/>
            <a:ext cx="9113520" cy="898843"/>
          </a:xfrm>
        </p:spPr>
        <p:txBody>
          <a:bodyPr>
            <a:normAutofit/>
          </a:bodyPr>
          <a:lstStyle/>
          <a:p>
            <a:pPr algn="ctr"/>
            <a:r>
              <a:rPr lang="vi-VN" b="1">
                <a:solidFill>
                  <a:srgbClr val="FFC000"/>
                </a:solidFill>
                <a:latin typeface="Segoe UI"/>
                <a:ea typeface="Open Sans"/>
                <a:cs typeface="Open Sans"/>
              </a:rPr>
              <a:t>HÀM SẮP XẾP SINH VIÊN</a:t>
            </a:r>
            <a:endParaRPr lang="vi-VN" b="1">
              <a:solidFill>
                <a:srgbClr val="FFC000"/>
              </a:solidFill>
              <a:latin typeface="Segoe UI"/>
              <a:cs typeface="Segoe UI"/>
            </a:endParaRPr>
          </a:p>
        </p:txBody>
      </p:sp>
      <p:sp>
        <p:nvSpPr>
          <p:cNvPr id="5" name="Hình chữ nhật 4">
            <a:extLst>
              <a:ext uri="{FF2B5EF4-FFF2-40B4-BE49-F238E27FC236}">
                <a16:creationId xmlns:a16="http://schemas.microsoft.com/office/drawing/2014/main" id="{6CB72419-D345-E767-A308-949EF614DE7B}"/>
              </a:ext>
            </a:extLst>
          </p:cNvPr>
          <p:cNvSpPr/>
          <p:nvPr/>
        </p:nvSpPr>
        <p:spPr>
          <a:xfrm>
            <a:off x="-1337" y="1205772"/>
            <a:ext cx="7826193" cy="5657851"/>
          </a:xfrm>
          <a:prstGeom prst="rect">
            <a:avLst/>
          </a:prstGeom>
          <a:solidFill>
            <a:srgbClr val="E0E0E2"/>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vi-VN" sz="1700" b="1" err="1">
                <a:solidFill>
                  <a:schemeClr val="tx1"/>
                </a:solidFill>
                <a:latin typeface="Courier New"/>
                <a:cs typeface="Arial"/>
              </a:rPr>
              <a:t>void</a:t>
            </a:r>
            <a:r>
              <a:rPr lang="vi-VN" sz="1700" b="1">
                <a:solidFill>
                  <a:schemeClr val="tx1"/>
                </a:solidFill>
                <a:latin typeface="Courier New"/>
                <a:cs typeface="Arial"/>
              </a:rPr>
              <a:t> </a:t>
            </a:r>
            <a:r>
              <a:rPr lang="vi-VN" sz="1700" b="1" err="1">
                <a:solidFill>
                  <a:schemeClr val="tx1"/>
                </a:solidFill>
                <a:latin typeface="Courier New"/>
                <a:cs typeface="Arial"/>
              </a:rPr>
              <a:t>QuanLySinhVien</a:t>
            </a:r>
            <a:r>
              <a:rPr lang="vi-VN" sz="1700" b="1">
                <a:solidFill>
                  <a:srgbClr val="808030"/>
                </a:solidFill>
                <a:latin typeface="Courier New"/>
                <a:cs typeface="Arial"/>
              </a:rPr>
              <a:t>::</a:t>
            </a:r>
            <a:r>
              <a:rPr lang="vi-VN" sz="1700" b="1" err="1">
                <a:solidFill>
                  <a:schemeClr val="tx1"/>
                </a:solidFill>
                <a:latin typeface="Courier New"/>
                <a:cs typeface="Arial"/>
              </a:rPr>
              <a:t>sapXepTheoMSSV</a:t>
            </a:r>
            <a:r>
              <a:rPr lang="vi-VN" sz="1700" b="1">
                <a:solidFill>
                  <a:srgbClr val="808030"/>
                </a:solidFill>
                <a:latin typeface="Courier New"/>
                <a:cs typeface="Arial"/>
              </a:rPr>
              <a:t>()</a:t>
            </a:r>
            <a:r>
              <a:rPr lang="vi-VN" sz="1700" b="1">
                <a:latin typeface="Courier New"/>
                <a:cs typeface="Arial"/>
              </a:rPr>
              <a:t> </a:t>
            </a:r>
            <a:r>
              <a:rPr lang="vi-VN" sz="1700" b="1">
                <a:solidFill>
                  <a:schemeClr val="tx1"/>
                </a:solidFill>
                <a:latin typeface="Courier New"/>
                <a:cs typeface="Arial"/>
              </a:rPr>
              <a:t>{</a:t>
            </a:r>
            <a:r>
              <a:rPr lang="vi-VN" sz="1700" b="1">
                <a:latin typeface="Courier New"/>
                <a:cs typeface="Arial"/>
              </a:rPr>
              <a:t> </a:t>
            </a:r>
            <a:br>
              <a:rPr lang="vi-VN" sz="1700" b="1">
                <a:latin typeface="Courier New"/>
                <a:cs typeface="Arial"/>
              </a:rPr>
            </a:br>
            <a:r>
              <a:rPr lang="vi-VN" sz="1700" b="1" err="1">
                <a:solidFill>
                  <a:srgbClr val="508050"/>
                </a:solidFill>
                <a:latin typeface="Courier New"/>
                <a:cs typeface="Arial"/>
              </a:rPr>
              <a:t>if</a:t>
            </a:r>
            <a:r>
              <a:rPr lang="vi-VN" sz="1700" b="1">
                <a:latin typeface="Courier New"/>
                <a:cs typeface="Arial"/>
              </a:rPr>
              <a:t> </a:t>
            </a:r>
            <a:r>
              <a:rPr lang="vi-VN" sz="1700" b="1">
                <a:solidFill>
                  <a:srgbClr val="808030"/>
                </a:solidFill>
                <a:latin typeface="Courier New"/>
                <a:cs typeface="Arial"/>
              </a:rPr>
              <a:t>(</a:t>
            </a:r>
            <a:r>
              <a:rPr lang="vi-VN" sz="1700" b="1" err="1">
                <a:solidFill>
                  <a:schemeClr val="tx1"/>
                </a:solidFill>
                <a:latin typeface="Courier New"/>
                <a:cs typeface="Arial"/>
              </a:rPr>
              <a:t>head</a:t>
            </a:r>
            <a:r>
              <a:rPr lang="vi-VN" sz="1700" b="1">
                <a:latin typeface="Courier New"/>
                <a:cs typeface="Arial"/>
              </a:rPr>
              <a:t> </a:t>
            </a:r>
            <a:r>
              <a:rPr lang="vi-VN" sz="1700" b="1">
                <a:solidFill>
                  <a:srgbClr val="808030"/>
                </a:solidFill>
                <a:latin typeface="Courier New"/>
                <a:cs typeface="Arial"/>
              </a:rPr>
              <a:t>==</a:t>
            </a:r>
            <a:r>
              <a:rPr lang="vi-VN" sz="1700" b="1">
                <a:latin typeface="Courier New"/>
                <a:cs typeface="Arial"/>
              </a:rPr>
              <a:t> </a:t>
            </a:r>
            <a:r>
              <a:rPr lang="vi-VN" sz="1700" b="1">
                <a:solidFill>
                  <a:schemeClr val="tx1"/>
                </a:solidFill>
                <a:latin typeface="Courier New"/>
                <a:cs typeface="Arial"/>
              </a:rPr>
              <a:t>NULL || </a:t>
            </a:r>
            <a:r>
              <a:rPr lang="vi-VN" sz="1700" b="1" err="1">
                <a:solidFill>
                  <a:schemeClr val="tx1"/>
                </a:solidFill>
                <a:latin typeface="Courier New"/>
                <a:cs typeface="Arial"/>
              </a:rPr>
              <a:t>head</a:t>
            </a:r>
            <a:r>
              <a:rPr lang="vi-VN" sz="1700" b="1">
                <a:solidFill>
                  <a:srgbClr val="808030"/>
                </a:solidFill>
                <a:latin typeface="Courier New"/>
                <a:cs typeface="Arial"/>
              </a:rPr>
              <a:t>-&gt;</a:t>
            </a:r>
            <a:r>
              <a:rPr lang="vi-VN" sz="1700" b="1" err="1">
                <a:solidFill>
                  <a:srgbClr val="508050"/>
                </a:solidFill>
                <a:latin typeface="Courier New"/>
                <a:cs typeface="Arial"/>
              </a:rPr>
              <a:t>next</a:t>
            </a:r>
            <a:r>
              <a:rPr lang="vi-VN" sz="1700" b="1">
                <a:latin typeface="Courier New"/>
                <a:cs typeface="Arial"/>
              </a:rPr>
              <a:t> </a:t>
            </a:r>
            <a:r>
              <a:rPr lang="vi-VN" sz="1700" b="1">
                <a:solidFill>
                  <a:srgbClr val="808030"/>
                </a:solidFill>
                <a:latin typeface="Courier New"/>
                <a:cs typeface="Arial"/>
              </a:rPr>
              <a:t>==</a:t>
            </a:r>
            <a:r>
              <a:rPr lang="vi-VN" sz="1700" b="1">
                <a:latin typeface="Courier New"/>
                <a:cs typeface="Arial"/>
              </a:rPr>
              <a:t> </a:t>
            </a:r>
            <a:r>
              <a:rPr lang="vi-VN" sz="1700" b="1">
                <a:solidFill>
                  <a:schemeClr val="tx1"/>
                </a:solidFill>
                <a:latin typeface="Courier New"/>
                <a:cs typeface="Arial"/>
              </a:rPr>
              <a:t>NULL</a:t>
            </a:r>
            <a:r>
              <a:rPr lang="vi-VN" sz="1700" b="1">
                <a:solidFill>
                  <a:srgbClr val="808030"/>
                </a:solidFill>
                <a:latin typeface="Courier New"/>
                <a:cs typeface="Arial"/>
              </a:rPr>
              <a:t>)</a:t>
            </a:r>
            <a:r>
              <a:rPr lang="vi-VN" sz="1700" b="1">
                <a:latin typeface="Courier New"/>
                <a:cs typeface="Arial"/>
              </a:rPr>
              <a:t> </a:t>
            </a:r>
            <a:r>
              <a:rPr lang="vi-VN" sz="1700" b="1" err="1">
                <a:solidFill>
                  <a:srgbClr val="508050"/>
                </a:solidFill>
                <a:latin typeface="Courier New"/>
                <a:cs typeface="Arial"/>
              </a:rPr>
              <a:t>return</a:t>
            </a:r>
            <a:r>
              <a:rPr lang="vi-VN" sz="1700" b="1">
                <a:solidFill>
                  <a:srgbClr val="808030"/>
                </a:solidFill>
                <a:latin typeface="Courier New"/>
                <a:cs typeface="Arial"/>
              </a:rPr>
              <a:t>;</a:t>
            </a:r>
            <a:endParaRPr lang="vi-VN" sz="1700" b="1">
              <a:solidFill>
                <a:srgbClr val="E97132"/>
              </a:solidFill>
              <a:latin typeface="Courier New"/>
              <a:cs typeface="Arial"/>
            </a:endParaRPr>
          </a:p>
          <a:p>
            <a:r>
              <a:rPr lang="vi-VN" sz="1700" b="1">
                <a:latin typeface="Courier New"/>
                <a:cs typeface="Arial"/>
              </a:rPr>
              <a:t> </a:t>
            </a:r>
            <a:r>
              <a:rPr lang="vi-VN" sz="1700" b="1" err="1">
                <a:solidFill>
                  <a:srgbClr val="508050"/>
                </a:solidFill>
                <a:latin typeface="Courier New"/>
                <a:cs typeface="Arial"/>
              </a:rPr>
              <a:t>for</a:t>
            </a:r>
            <a:r>
              <a:rPr lang="vi-VN" sz="1700" b="1">
                <a:latin typeface="Courier New"/>
                <a:cs typeface="Arial"/>
              </a:rPr>
              <a:t> </a:t>
            </a:r>
            <a:r>
              <a:rPr lang="vi-VN" sz="1700" b="1">
                <a:solidFill>
                  <a:srgbClr val="808030"/>
                </a:solidFill>
                <a:latin typeface="Courier New"/>
                <a:cs typeface="Arial"/>
              </a:rPr>
              <a:t>(</a:t>
            </a:r>
            <a:r>
              <a:rPr lang="vi-VN" sz="1700" b="1" err="1">
                <a:solidFill>
                  <a:schemeClr val="tx1"/>
                </a:solidFill>
                <a:latin typeface="Courier New"/>
                <a:cs typeface="Arial"/>
              </a:rPr>
              <a:t>SinhVien</a:t>
            </a:r>
            <a:r>
              <a:rPr lang="vi-VN" sz="1700" b="1">
                <a:solidFill>
                  <a:srgbClr val="808030"/>
                </a:solidFill>
                <a:latin typeface="Courier New"/>
                <a:cs typeface="Arial"/>
              </a:rPr>
              <a:t>*</a:t>
            </a:r>
            <a:r>
              <a:rPr lang="vi-VN" sz="1700" b="1">
                <a:solidFill>
                  <a:schemeClr val="tx1"/>
                </a:solidFill>
                <a:latin typeface="Courier New"/>
                <a:cs typeface="Arial"/>
              </a:rPr>
              <a:t> i</a:t>
            </a:r>
            <a:r>
              <a:rPr lang="vi-VN" sz="1700" b="1">
                <a:latin typeface="Courier New"/>
                <a:cs typeface="Arial"/>
              </a:rPr>
              <a:t> </a:t>
            </a:r>
            <a:r>
              <a:rPr lang="vi-VN" sz="1700" b="1">
                <a:solidFill>
                  <a:srgbClr val="808030"/>
                </a:solidFill>
                <a:latin typeface="Courier New"/>
                <a:cs typeface="Arial"/>
              </a:rPr>
              <a:t>=</a:t>
            </a:r>
            <a:r>
              <a:rPr lang="vi-VN" sz="1700" b="1">
                <a:latin typeface="Courier New"/>
                <a:cs typeface="Arial"/>
              </a:rPr>
              <a:t> </a:t>
            </a:r>
            <a:r>
              <a:rPr lang="vi-VN" sz="1700" b="1" err="1">
                <a:solidFill>
                  <a:schemeClr val="tx1"/>
                </a:solidFill>
                <a:latin typeface="Courier New"/>
                <a:cs typeface="Arial"/>
              </a:rPr>
              <a:t>head</a:t>
            </a:r>
            <a:r>
              <a:rPr lang="vi-VN" sz="1700" b="1">
                <a:solidFill>
                  <a:srgbClr val="808030"/>
                </a:solidFill>
                <a:latin typeface="Courier New"/>
                <a:cs typeface="Arial"/>
              </a:rPr>
              <a:t>;</a:t>
            </a:r>
            <a:r>
              <a:rPr lang="vi-VN" sz="1700" b="1">
                <a:latin typeface="Courier New"/>
                <a:cs typeface="Arial"/>
              </a:rPr>
              <a:t> </a:t>
            </a:r>
            <a:r>
              <a:rPr lang="vi-VN" sz="1700" b="1">
                <a:solidFill>
                  <a:schemeClr val="tx1"/>
                </a:solidFill>
                <a:latin typeface="Courier New"/>
                <a:cs typeface="Arial"/>
              </a:rPr>
              <a:t>i</a:t>
            </a:r>
            <a:r>
              <a:rPr lang="vi-VN" sz="1700" b="1">
                <a:solidFill>
                  <a:srgbClr val="808030"/>
                </a:solidFill>
                <a:latin typeface="Courier New"/>
                <a:cs typeface="Arial"/>
              </a:rPr>
              <a:t>-&gt;</a:t>
            </a:r>
            <a:r>
              <a:rPr lang="vi-VN" sz="1700" b="1" err="1">
                <a:solidFill>
                  <a:srgbClr val="508050"/>
                </a:solidFill>
                <a:latin typeface="Courier New"/>
                <a:cs typeface="Arial"/>
              </a:rPr>
              <a:t>next</a:t>
            </a:r>
            <a:r>
              <a:rPr lang="vi-VN" sz="1700" b="1">
                <a:solidFill>
                  <a:schemeClr val="accent1"/>
                </a:solidFill>
                <a:latin typeface="Courier New"/>
                <a:cs typeface="Arial"/>
              </a:rPr>
              <a:t> !</a:t>
            </a:r>
            <a:r>
              <a:rPr lang="vi-VN" sz="1700" b="1">
                <a:solidFill>
                  <a:srgbClr val="808030"/>
                </a:solidFill>
                <a:latin typeface="Courier New"/>
                <a:cs typeface="Arial"/>
              </a:rPr>
              <a:t>=</a:t>
            </a:r>
            <a:r>
              <a:rPr lang="vi-VN" sz="1700" b="1">
                <a:latin typeface="Courier New"/>
                <a:cs typeface="Arial"/>
              </a:rPr>
              <a:t> </a:t>
            </a:r>
            <a:r>
              <a:rPr lang="vi-VN" sz="1700" b="1">
                <a:solidFill>
                  <a:schemeClr val="tx1"/>
                </a:solidFill>
                <a:latin typeface="Courier New"/>
                <a:cs typeface="Arial"/>
              </a:rPr>
              <a:t>NULL</a:t>
            </a:r>
            <a:r>
              <a:rPr lang="vi-VN" sz="1700" b="1">
                <a:solidFill>
                  <a:srgbClr val="808030"/>
                </a:solidFill>
                <a:latin typeface="Courier New"/>
                <a:cs typeface="Arial"/>
              </a:rPr>
              <a:t>;</a:t>
            </a:r>
            <a:r>
              <a:rPr lang="vi-VN" sz="1700" b="1">
                <a:solidFill>
                  <a:schemeClr val="tx1"/>
                </a:solidFill>
                <a:latin typeface="Courier New"/>
                <a:cs typeface="Arial"/>
              </a:rPr>
              <a:t> i</a:t>
            </a:r>
            <a:r>
              <a:rPr lang="vi-VN" sz="1700" b="1">
                <a:latin typeface="Courier New"/>
                <a:cs typeface="Arial"/>
              </a:rPr>
              <a:t> </a:t>
            </a:r>
            <a:r>
              <a:rPr lang="vi-VN" sz="1700" b="1">
                <a:solidFill>
                  <a:srgbClr val="808030"/>
                </a:solidFill>
                <a:latin typeface="Courier New"/>
                <a:cs typeface="Arial"/>
              </a:rPr>
              <a:t>=</a:t>
            </a:r>
            <a:r>
              <a:rPr lang="vi-VN" sz="1700" b="1">
                <a:latin typeface="Courier New"/>
                <a:cs typeface="Arial"/>
              </a:rPr>
              <a:t> </a:t>
            </a:r>
            <a:r>
              <a:rPr lang="vi-VN" sz="1700" b="1">
                <a:solidFill>
                  <a:schemeClr val="tx1"/>
                </a:solidFill>
                <a:latin typeface="Courier New"/>
                <a:cs typeface="Arial"/>
              </a:rPr>
              <a:t>i</a:t>
            </a:r>
            <a:r>
              <a:rPr lang="vi-VN" sz="1700" b="1">
                <a:solidFill>
                  <a:srgbClr val="808030"/>
                </a:solidFill>
                <a:latin typeface="Courier New"/>
                <a:cs typeface="Arial"/>
              </a:rPr>
              <a:t>-&gt;</a:t>
            </a:r>
            <a:r>
              <a:rPr lang="vi-VN" sz="1700" b="1" err="1">
                <a:solidFill>
                  <a:srgbClr val="508050"/>
                </a:solidFill>
                <a:latin typeface="Courier New"/>
                <a:cs typeface="Arial"/>
              </a:rPr>
              <a:t>next</a:t>
            </a:r>
            <a:r>
              <a:rPr lang="vi-VN" sz="1700" b="1">
                <a:solidFill>
                  <a:srgbClr val="808030"/>
                </a:solidFill>
                <a:latin typeface="Courier New"/>
                <a:cs typeface="Arial"/>
              </a:rPr>
              <a:t>)</a:t>
            </a:r>
            <a:r>
              <a:rPr lang="vi-VN" sz="1700" b="1">
                <a:solidFill>
                  <a:schemeClr val="accent6">
                    <a:lumMod val="60000"/>
                    <a:lumOff val="40000"/>
                  </a:schemeClr>
                </a:solidFill>
                <a:latin typeface="Courier New"/>
                <a:cs typeface="Arial"/>
              </a:rPr>
              <a:t> { </a:t>
            </a:r>
          </a:p>
          <a:p>
            <a:r>
              <a:rPr lang="vi-VN" sz="1700" b="1">
                <a:solidFill>
                  <a:srgbClr val="508050"/>
                </a:solidFill>
                <a:latin typeface="Courier New"/>
                <a:cs typeface="Arial"/>
              </a:rPr>
              <a:t>       </a:t>
            </a:r>
            <a:r>
              <a:rPr lang="vi-VN" sz="1700" b="1" err="1">
                <a:solidFill>
                  <a:srgbClr val="508050"/>
                </a:solidFill>
                <a:latin typeface="Courier New"/>
                <a:cs typeface="Arial"/>
              </a:rPr>
              <a:t>for</a:t>
            </a:r>
            <a:r>
              <a:rPr lang="vi-VN" sz="1700" b="1">
                <a:latin typeface="Courier New"/>
                <a:cs typeface="Arial"/>
              </a:rPr>
              <a:t> </a:t>
            </a:r>
            <a:r>
              <a:rPr lang="vi-VN" sz="1700" b="1">
                <a:solidFill>
                  <a:srgbClr val="808030"/>
                </a:solidFill>
                <a:latin typeface="Courier New"/>
                <a:cs typeface="Arial"/>
              </a:rPr>
              <a:t>(</a:t>
            </a:r>
            <a:r>
              <a:rPr lang="vi-VN" sz="1700" b="1" err="1">
                <a:solidFill>
                  <a:schemeClr val="tx1"/>
                </a:solidFill>
                <a:latin typeface="Courier New"/>
                <a:cs typeface="Arial"/>
              </a:rPr>
              <a:t>SinhVien</a:t>
            </a:r>
            <a:r>
              <a:rPr lang="vi-VN" sz="1700" b="1">
                <a:solidFill>
                  <a:srgbClr val="808030"/>
                </a:solidFill>
                <a:latin typeface="Courier New"/>
                <a:cs typeface="Arial"/>
              </a:rPr>
              <a:t>*</a:t>
            </a:r>
            <a:r>
              <a:rPr lang="vi-VN" sz="1700" b="1">
                <a:latin typeface="Courier New"/>
                <a:cs typeface="Arial"/>
              </a:rPr>
              <a:t> </a:t>
            </a:r>
            <a:r>
              <a:rPr lang="vi-VN" sz="1700" b="1">
                <a:solidFill>
                  <a:schemeClr val="tx1"/>
                </a:solidFill>
                <a:latin typeface="Courier New"/>
                <a:cs typeface="Arial"/>
              </a:rPr>
              <a:t>j</a:t>
            </a:r>
            <a:r>
              <a:rPr lang="vi-VN" sz="1700" b="1">
                <a:latin typeface="Courier New"/>
                <a:cs typeface="Arial"/>
              </a:rPr>
              <a:t> </a:t>
            </a:r>
            <a:r>
              <a:rPr lang="vi-VN" sz="1700" b="1">
                <a:solidFill>
                  <a:srgbClr val="808030"/>
                </a:solidFill>
                <a:latin typeface="Courier New"/>
                <a:cs typeface="Arial"/>
              </a:rPr>
              <a:t>=</a:t>
            </a:r>
            <a:r>
              <a:rPr lang="vi-VN" sz="1700" b="1">
                <a:latin typeface="Courier New"/>
                <a:cs typeface="Arial"/>
              </a:rPr>
              <a:t> </a:t>
            </a:r>
            <a:r>
              <a:rPr lang="vi-VN" sz="1700" b="1">
                <a:solidFill>
                  <a:schemeClr val="tx1"/>
                </a:solidFill>
                <a:latin typeface="Courier New"/>
                <a:cs typeface="Arial"/>
              </a:rPr>
              <a:t>i</a:t>
            </a:r>
            <a:r>
              <a:rPr lang="vi-VN" sz="1700" b="1">
                <a:solidFill>
                  <a:srgbClr val="808030"/>
                </a:solidFill>
                <a:latin typeface="Courier New"/>
                <a:cs typeface="Arial"/>
              </a:rPr>
              <a:t>-&gt;</a:t>
            </a:r>
            <a:r>
              <a:rPr lang="vi-VN" sz="1700" b="1" err="1">
                <a:solidFill>
                  <a:srgbClr val="508050"/>
                </a:solidFill>
                <a:latin typeface="Courier New"/>
                <a:cs typeface="Arial"/>
              </a:rPr>
              <a:t>next</a:t>
            </a:r>
            <a:r>
              <a:rPr lang="vi-VN" sz="1700" b="1">
                <a:solidFill>
                  <a:srgbClr val="808030"/>
                </a:solidFill>
                <a:latin typeface="Courier New"/>
                <a:cs typeface="Arial"/>
              </a:rPr>
              <a:t>;</a:t>
            </a:r>
            <a:r>
              <a:rPr lang="vi-VN" sz="1700" b="1">
                <a:latin typeface="Courier New"/>
                <a:cs typeface="Arial"/>
              </a:rPr>
              <a:t> </a:t>
            </a:r>
            <a:r>
              <a:rPr lang="vi-VN" sz="1700" b="1">
                <a:solidFill>
                  <a:schemeClr val="tx1"/>
                </a:solidFill>
                <a:latin typeface="Courier New"/>
                <a:cs typeface="Arial"/>
              </a:rPr>
              <a:t>j !</a:t>
            </a:r>
            <a:r>
              <a:rPr lang="vi-VN" sz="1700" b="1">
                <a:solidFill>
                  <a:srgbClr val="808030"/>
                </a:solidFill>
                <a:latin typeface="Courier New"/>
                <a:cs typeface="Arial"/>
              </a:rPr>
              <a:t>=</a:t>
            </a:r>
            <a:r>
              <a:rPr lang="vi-VN" sz="1700" b="1">
                <a:latin typeface="Courier New"/>
                <a:cs typeface="Arial"/>
              </a:rPr>
              <a:t> </a:t>
            </a:r>
            <a:r>
              <a:rPr lang="vi-VN" sz="1700" b="1">
                <a:solidFill>
                  <a:schemeClr val="tx1"/>
                </a:solidFill>
                <a:latin typeface="Courier New"/>
                <a:cs typeface="Arial"/>
              </a:rPr>
              <a:t>NULL</a:t>
            </a:r>
            <a:r>
              <a:rPr lang="vi-VN" sz="1700" b="1">
                <a:solidFill>
                  <a:srgbClr val="808030"/>
                </a:solidFill>
                <a:latin typeface="Courier New"/>
                <a:cs typeface="Arial"/>
              </a:rPr>
              <a:t>;</a:t>
            </a:r>
            <a:r>
              <a:rPr lang="vi-VN" sz="1700" b="1">
                <a:latin typeface="Courier New"/>
                <a:cs typeface="Arial"/>
              </a:rPr>
              <a:t> </a:t>
            </a:r>
            <a:r>
              <a:rPr lang="vi-VN" sz="1700" b="1">
                <a:solidFill>
                  <a:schemeClr val="tx1"/>
                </a:solidFill>
                <a:latin typeface="Courier New"/>
                <a:cs typeface="Arial"/>
              </a:rPr>
              <a:t>j </a:t>
            </a:r>
            <a:r>
              <a:rPr lang="vi-VN" sz="1700" b="1">
                <a:solidFill>
                  <a:srgbClr val="808030"/>
                </a:solidFill>
                <a:latin typeface="Courier New"/>
                <a:cs typeface="Arial"/>
              </a:rPr>
              <a:t>=</a:t>
            </a:r>
            <a:r>
              <a:rPr lang="vi-VN" sz="1700" b="1">
                <a:solidFill>
                  <a:schemeClr val="tx1"/>
                </a:solidFill>
                <a:latin typeface="Courier New"/>
                <a:cs typeface="Arial"/>
              </a:rPr>
              <a:t> j</a:t>
            </a:r>
            <a:r>
              <a:rPr lang="vi-VN" sz="1700" b="1">
                <a:solidFill>
                  <a:srgbClr val="808030"/>
                </a:solidFill>
                <a:latin typeface="Courier New"/>
                <a:cs typeface="Arial"/>
              </a:rPr>
              <a:t>-&gt;</a:t>
            </a:r>
            <a:r>
              <a:rPr lang="vi-VN" sz="1700" b="1" err="1">
                <a:solidFill>
                  <a:srgbClr val="508050"/>
                </a:solidFill>
                <a:latin typeface="Courier New"/>
                <a:cs typeface="Arial"/>
              </a:rPr>
              <a:t>next</a:t>
            </a:r>
            <a:r>
              <a:rPr lang="vi-VN" sz="1700" b="1">
                <a:solidFill>
                  <a:srgbClr val="808030"/>
                </a:solidFill>
                <a:latin typeface="Courier New"/>
                <a:cs typeface="Arial"/>
              </a:rPr>
              <a:t>)</a:t>
            </a:r>
            <a:r>
              <a:rPr lang="vi-VN" sz="1700" b="1">
                <a:latin typeface="Courier New"/>
                <a:cs typeface="Arial"/>
              </a:rPr>
              <a:t> </a:t>
            </a:r>
            <a:r>
              <a:rPr lang="vi-VN" sz="1700" b="1">
                <a:solidFill>
                  <a:schemeClr val="accent1"/>
                </a:solidFill>
                <a:latin typeface="Courier New"/>
                <a:cs typeface="Arial"/>
              </a:rPr>
              <a:t>{</a:t>
            </a:r>
            <a:r>
              <a:rPr lang="vi-VN" sz="1700" b="1">
                <a:latin typeface="Courier New"/>
                <a:cs typeface="Arial"/>
              </a:rPr>
              <a:t> </a:t>
            </a:r>
            <a:endParaRPr lang="vi-VN" sz="1700" b="1">
              <a:solidFill>
                <a:srgbClr val="E97132"/>
              </a:solidFill>
              <a:latin typeface="Courier New"/>
              <a:cs typeface="Arial"/>
            </a:endParaRPr>
          </a:p>
          <a:p>
            <a:r>
              <a:rPr lang="vi-VN" sz="1700" b="1">
                <a:solidFill>
                  <a:srgbClr val="508050"/>
                </a:solidFill>
                <a:latin typeface="Courier New"/>
                <a:cs typeface="Arial"/>
              </a:rPr>
              <a:t>           </a:t>
            </a:r>
            <a:r>
              <a:rPr lang="vi-VN" sz="1700" b="1" err="1">
                <a:solidFill>
                  <a:srgbClr val="508050"/>
                </a:solidFill>
                <a:latin typeface="Courier New"/>
                <a:cs typeface="Arial"/>
              </a:rPr>
              <a:t>if</a:t>
            </a:r>
            <a:r>
              <a:rPr lang="vi-VN" sz="1700" b="1">
                <a:latin typeface="Courier New"/>
                <a:cs typeface="Arial"/>
              </a:rPr>
              <a:t> </a:t>
            </a:r>
            <a:r>
              <a:rPr lang="vi-VN" sz="1700" b="1">
                <a:solidFill>
                  <a:srgbClr val="808030"/>
                </a:solidFill>
                <a:latin typeface="Courier New"/>
                <a:cs typeface="Arial"/>
              </a:rPr>
              <a:t>(</a:t>
            </a:r>
            <a:r>
              <a:rPr lang="vi-VN" sz="1700" b="1">
                <a:solidFill>
                  <a:schemeClr val="tx1"/>
                </a:solidFill>
                <a:latin typeface="Courier New"/>
                <a:cs typeface="Arial"/>
              </a:rPr>
              <a:t>i-</a:t>
            </a:r>
            <a:r>
              <a:rPr lang="vi-VN" sz="1700" b="1">
                <a:solidFill>
                  <a:srgbClr val="808030"/>
                </a:solidFill>
                <a:latin typeface="Courier New"/>
                <a:cs typeface="Arial"/>
              </a:rPr>
              <a:t>&gt;</a:t>
            </a:r>
            <a:r>
              <a:rPr lang="vi-VN" sz="1700" b="1">
                <a:solidFill>
                  <a:schemeClr val="tx1"/>
                </a:solidFill>
                <a:latin typeface="Courier New"/>
                <a:cs typeface="Arial"/>
              </a:rPr>
              <a:t>MSSV</a:t>
            </a:r>
            <a:r>
              <a:rPr lang="vi-VN" sz="1700" b="1">
                <a:latin typeface="Courier New"/>
                <a:cs typeface="Arial"/>
              </a:rPr>
              <a:t> </a:t>
            </a:r>
            <a:r>
              <a:rPr lang="vi-VN" sz="1700" b="1">
                <a:solidFill>
                  <a:srgbClr val="808030"/>
                </a:solidFill>
                <a:latin typeface="Courier New"/>
                <a:cs typeface="Arial"/>
              </a:rPr>
              <a:t>&gt;</a:t>
            </a:r>
            <a:r>
              <a:rPr lang="vi-VN" sz="1700" b="1">
                <a:latin typeface="Courier New"/>
                <a:cs typeface="Arial"/>
              </a:rPr>
              <a:t> </a:t>
            </a:r>
            <a:r>
              <a:rPr lang="vi-VN" sz="1700" b="1">
                <a:solidFill>
                  <a:schemeClr val="tx1"/>
                </a:solidFill>
                <a:latin typeface="Courier New"/>
                <a:cs typeface="Arial"/>
              </a:rPr>
              <a:t>j</a:t>
            </a:r>
            <a:r>
              <a:rPr lang="vi-VN" sz="1700" b="1">
                <a:solidFill>
                  <a:srgbClr val="808030"/>
                </a:solidFill>
                <a:latin typeface="Courier New"/>
                <a:cs typeface="Arial"/>
              </a:rPr>
              <a:t>-&gt;</a:t>
            </a:r>
            <a:r>
              <a:rPr lang="vi-VN" sz="1700" b="1">
                <a:solidFill>
                  <a:schemeClr val="tx1"/>
                </a:solidFill>
                <a:latin typeface="Courier New"/>
                <a:cs typeface="Arial"/>
              </a:rPr>
              <a:t>MSSV</a:t>
            </a:r>
            <a:r>
              <a:rPr lang="vi-VN" sz="1700" b="1">
                <a:solidFill>
                  <a:srgbClr val="808030"/>
                </a:solidFill>
                <a:latin typeface="Courier New"/>
                <a:cs typeface="Arial"/>
              </a:rPr>
              <a:t>)</a:t>
            </a:r>
            <a:r>
              <a:rPr lang="vi-VN" sz="1700" b="1">
                <a:latin typeface="Courier New"/>
                <a:cs typeface="Arial"/>
              </a:rPr>
              <a:t> </a:t>
            </a:r>
            <a:r>
              <a:rPr lang="vi-VN" sz="1700" b="1">
                <a:solidFill>
                  <a:srgbClr val="C00000"/>
                </a:solidFill>
                <a:latin typeface="Courier New"/>
                <a:cs typeface="Arial"/>
              </a:rPr>
              <a:t>{</a:t>
            </a:r>
            <a:endParaRPr lang="vi-VN" sz="1700" b="1">
              <a:solidFill>
                <a:srgbClr val="E97132"/>
              </a:solidFill>
              <a:latin typeface="Courier New"/>
              <a:cs typeface="Arial"/>
            </a:endParaRPr>
          </a:p>
          <a:p>
            <a:r>
              <a:rPr lang="vi-VN" sz="1700" b="1">
                <a:solidFill>
                  <a:srgbClr val="C00000"/>
                </a:solidFill>
                <a:latin typeface="Courier New"/>
                <a:cs typeface="Arial"/>
              </a:rPr>
              <a:t>              </a:t>
            </a:r>
            <a:r>
              <a:rPr lang="vi-VN" sz="1700" b="1">
                <a:solidFill>
                  <a:srgbClr val="808030"/>
                </a:solidFill>
                <a:latin typeface="Courier New"/>
                <a:cs typeface="Arial"/>
              </a:rPr>
              <a:t>//</a:t>
            </a:r>
            <a:r>
              <a:rPr lang="vi-VN" sz="1700" b="1">
                <a:solidFill>
                  <a:schemeClr val="tx1"/>
                </a:solidFill>
                <a:latin typeface="Courier New"/>
                <a:cs typeface="Arial"/>
              </a:rPr>
              <a:t> Trao đổi MSSV</a:t>
            </a:r>
          </a:p>
          <a:p>
            <a:r>
              <a:rPr lang="vi-VN" sz="1700" b="1">
                <a:latin typeface="Courier New"/>
                <a:cs typeface="Arial"/>
              </a:rPr>
              <a:t> </a:t>
            </a:r>
            <a:r>
              <a:rPr lang="vi-VN" sz="1700" b="1">
                <a:solidFill>
                  <a:srgbClr val="FFFFFF"/>
                </a:solidFill>
                <a:latin typeface="Courier New"/>
                <a:cs typeface="Arial"/>
              </a:rPr>
              <a:t>             </a:t>
            </a:r>
            <a:r>
              <a:rPr lang="vi-VN" sz="1700" b="1" err="1">
                <a:solidFill>
                  <a:srgbClr val="508050"/>
                </a:solidFill>
                <a:latin typeface="Courier New"/>
                <a:cs typeface="Arial"/>
              </a:rPr>
              <a:t>int</a:t>
            </a:r>
            <a:r>
              <a:rPr lang="vi-VN" sz="1700" b="1">
                <a:latin typeface="Courier New"/>
                <a:cs typeface="Arial"/>
              </a:rPr>
              <a:t> </a:t>
            </a:r>
            <a:r>
              <a:rPr lang="vi-VN" sz="1700" b="1" err="1">
                <a:solidFill>
                  <a:schemeClr val="tx1"/>
                </a:solidFill>
                <a:latin typeface="Courier New"/>
                <a:cs typeface="Arial"/>
              </a:rPr>
              <a:t>tmpMSSV</a:t>
            </a:r>
            <a:r>
              <a:rPr lang="vi-VN" sz="1700" b="1">
                <a:latin typeface="Courier New"/>
                <a:cs typeface="Arial"/>
              </a:rPr>
              <a:t> </a:t>
            </a:r>
            <a:r>
              <a:rPr lang="vi-VN" sz="1700" b="1">
                <a:solidFill>
                  <a:srgbClr val="808030"/>
                </a:solidFill>
                <a:latin typeface="Courier New"/>
                <a:cs typeface="Arial"/>
              </a:rPr>
              <a:t>=</a:t>
            </a:r>
            <a:r>
              <a:rPr lang="vi-VN" sz="1700" b="1">
                <a:latin typeface="Courier New"/>
                <a:cs typeface="Arial"/>
              </a:rPr>
              <a:t> </a:t>
            </a:r>
            <a:r>
              <a:rPr lang="vi-VN" sz="1700" b="1">
                <a:solidFill>
                  <a:schemeClr val="tx1"/>
                </a:solidFill>
                <a:latin typeface="Courier New"/>
                <a:cs typeface="Arial"/>
              </a:rPr>
              <a:t>i-</a:t>
            </a:r>
            <a:r>
              <a:rPr lang="vi-VN" sz="1700" b="1">
                <a:solidFill>
                  <a:srgbClr val="808030"/>
                </a:solidFill>
                <a:latin typeface="Courier New"/>
                <a:cs typeface="Arial"/>
              </a:rPr>
              <a:t>&gt;</a:t>
            </a:r>
            <a:r>
              <a:rPr lang="vi-VN" sz="1700" b="1">
                <a:solidFill>
                  <a:schemeClr val="tx1"/>
                </a:solidFill>
                <a:latin typeface="Courier New"/>
                <a:cs typeface="Arial"/>
              </a:rPr>
              <a:t>MSSV</a:t>
            </a:r>
            <a:r>
              <a:rPr lang="vi-VN" sz="1700" b="1">
                <a:solidFill>
                  <a:srgbClr val="808030"/>
                </a:solidFill>
                <a:latin typeface="Courier New"/>
                <a:cs typeface="Arial"/>
              </a:rPr>
              <a:t>;</a:t>
            </a:r>
            <a:endParaRPr lang="vi-VN" sz="1700" b="1">
              <a:solidFill>
                <a:srgbClr val="E97132"/>
              </a:solidFill>
              <a:latin typeface="Courier New"/>
              <a:cs typeface="Arial"/>
            </a:endParaRPr>
          </a:p>
          <a:p>
            <a:r>
              <a:rPr lang="vi-VN" sz="1700" b="1">
                <a:solidFill>
                  <a:schemeClr val="tx1"/>
                </a:solidFill>
                <a:latin typeface="Courier New"/>
                <a:cs typeface="Arial"/>
              </a:rPr>
              <a:t>              i</a:t>
            </a:r>
            <a:r>
              <a:rPr lang="vi-VN" sz="1700" b="1">
                <a:solidFill>
                  <a:srgbClr val="808030"/>
                </a:solidFill>
                <a:latin typeface="Courier New"/>
                <a:cs typeface="Arial"/>
              </a:rPr>
              <a:t>-&gt;</a:t>
            </a:r>
            <a:r>
              <a:rPr lang="vi-VN" sz="1700" b="1">
                <a:solidFill>
                  <a:schemeClr val="tx1"/>
                </a:solidFill>
                <a:latin typeface="Courier New"/>
                <a:cs typeface="Arial"/>
              </a:rPr>
              <a:t>MSSV</a:t>
            </a:r>
            <a:r>
              <a:rPr lang="vi-VN" sz="1700" b="1">
                <a:latin typeface="Courier New"/>
                <a:cs typeface="Arial"/>
              </a:rPr>
              <a:t> </a:t>
            </a:r>
            <a:r>
              <a:rPr lang="vi-VN" sz="1700" b="1">
                <a:solidFill>
                  <a:srgbClr val="808030"/>
                </a:solidFill>
                <a:latin typeface="Courier New"/>
                <a:cs typeface="Arial"/>
              </a:rPr>
              <a:t>=</a:t>
            </a:r>
            <a:r>
              <a:rPr lang="vi-VN" sz="1700" b="1">
                <a:latin typeface="Courier New"/>
                <a:cs typeface="Arial"/>
              </a:rPr>
              <a:t> </a:t>
            </a:r>
            <a:r>
              <a:rPr lang="vi-VN" sz="1700" b="1">
                <a:solidFill>
                  <a:schemeClr val="tx1"/>
                </a:solidFill>
                <a:latin typeface="Courier New"/>
                <a:cs typeface="Arial"/>
              </a:rPr>
              <a:t>j</a:t>
            </a:r>
            <a:r>
              <a:rPr lang="vi-VN" sz="1700" b="1">
                <a:solidFill>
                  <a:srgbClr val="808030"/>
                </a:solidFill>
                <a:latin typeface="Courier New"/>
                <a:cs typeface="Arial"/>
              </a:rPr>
              <a:t>-&gt;</a:t>
            </a:r>
            <a:r>
              <a:rPr lang="vi-VN" sz="1700" b="1">
                <a:solidFill>
                  <a:schemeClr val="tx1"/>
                </a:solidFill>
                <a:latin typeface="Courier New"/>
                <a:cs typeface="Arial"/>
              </a:rPr>
              <a:t>MSSV</a:t>
            </a:r>
            <a:r>
              <a:rPr lang="vi-VN" sz="1700" b="1">
                <a:solidFill>
                  <a:srgbClr val="808030"/>
                </a:solidFill>
                <a:latin typeface="Courier New"/>
                <a:cs typeface="Arial"/>
              </a:rPr>
              <a:t>;</a:t>
            </a:r>
            <a:endParaRPr lang="vi-VN" sz="1700" b="1">
              <a:solidFill>
                <a:srgbClr val="E97132"/>
              </a:solidFill>
              <a:latin typeface="Courier New"/>
              <a:cs typeface="Arial"/>
            </a:endParaRPr>
          </a:p>
          <a:p>
            <a:r>
              <a:rPr lang="vi-VN" sz="1700" b="1">
                <a:latin typeface="Courier New"/>
                <a:cs typeface="Arial"/>
              </a:rPr>
              <a:t>              </a:t>
            </a:r>
            <a:r>
              <a:rPr lang="vi-VN" sz="1700" b="1">
                <a:solidFill>
                  <a:schemeClr val="tx1"/>
                </a:solidFill>
                <a:latin typeface="Courier New"/>
                <a:cs typeface="Arial"/>
              </a:rPr>
              <a:t>j</a:t>
            </a:r>
            <a:r>
              <a:rPr lang="vi-VN" sz="1700" b="1">
                <a:solidFill>
                  <a:srgbClr val="808030"/>
                </a:solidFill>
                <a:latin typeface="Courier New"/>
                <a:cs typeface="Arial"/>
              </a:rPr>
              <a:t>-&gt;</a:t>
            </a:r>
            <a:r>
              <a:rPr lang="vi-VN" sz="1700" b="1">
                <a:solidFill>
                  <a:schemeClr val="tx1"/>
                </a:solidFill>
                <a:latin typeface="Courier New"/>
                <a:cs typeface="Arial"/>
              </a:rPr>
              <a:t>MSSV </a:t>
            </a:r>
            <a:r>
              <a:rPr lang="vi-VN" sz="1700" b="1">
                <a:solidFill>
                  <a:srgbClr val="808030"/>
                </a:solidFill>
                <a:latin typeface="Courier New"/>
                <a:cs typeface="Arial"/>
              </a:rPr>
              <a:t>=</a:t>
            </a:r>
            <a:r>
              <a:rPr lang="vi-VN" sz="1700" b="1">
                <a:latin typeface="Courier New"/>
                <a:cs typeface="Arial"/>
              </a:rPr>
              <a:t> </a:t>
            </a:r>
            <a:r>
              <a:rPr lang="vi-VN" sz="1700" b="1" err="1">
                <a:solidFill>
                  <a:schemeClr val="tx1"/>
                </a:solidFill>
                <a:latin typeface="Courier New"/>
                <a:cs typeface="Arial"/>
              </a:rPr>
              <a:t>tmpMSSV</a:t>
            </a:r>
            <a:r>
              <a:rPr lang="vi-VN" sz="1700" b="1">
                <a:solidFill>
                  <a:srgbClr val="808030"/>
                </a:solidFill>
                <a:latin typeface="Courier New"/>
                <a:cs typeface="Arial"/>
              </a:rPr>
              <a:t>;</a:t>
            </a:r>
            <a:endParaRPr lang="vi-VN" sz="1700" b="1">
              <a:solidFill>
                <a:srgbClr val="E97132"/>
              </a:solidFill>
              <a:latin typeface="Courier New"/>
              <a:cs typeface="Arial"/>
            </a:endParaRPr>
          </a:p>
          <a:p>
            <a:r>
              <a:rPr lang="vi-VN" sz="1700" b="1">
                <a:latin typeface="Courier New"/>
                <a:cs typeface="Arial"/>
              </a:rPr>
              <a:t>             </a:t>
            </a:r>
            <a:r>
              <a:rPr lang="vi-VN" sz="1700" b="1">
                <a:solidFill>
                  <a:srgbClr val="808030"/>
                </a:solidFill>
                <a:latin typeface="Courier New"/>
                <a:cs typeface="Arial"/>
              </a:rPr>
              <a:t>//</a:t>
            </a:r>
            <a:r>
              <a:rPr lang="vi-VN" sz="1700" b="1">
                <a:latin typeface="Courier New"/>
                <a:cs typeface="Arial"/>
              </a:rPr>
              <a:t> </a:t>
            </a:r>
            <a:r>
              <a:rPr lang="vi-VN" sz="1700" b="1">
                <a:solidFill>
                  <a:schemeClr val="tx1"/>
                </a:solidFill>
                <a:latin typeface="Courier New"/>
                <a:cs typeface="Arial"/>
              </a:rPr>
              <a:t>Trao đổi họ tên</a:t>
            </a:r>
            <a:r>
              <a:rPr lang="vi-VN" sz="1700" b="1">
                <a:latin typeface="Courier New"/>
                <a:cs typeface="Arial"/>
              </a:rPr>
              <a:t> </a:t>
            </a:r>
            <a:endParaRPr lang="vi-VN" sz="1700" b="1">
              <a:solidFill>
                <a:srgbClr val="508050"/>
              </a:solidFill>
              <a:latin typeface="Courier New"/>
              <a:cs typeface="Arial"/>
            </a:endParaRPr>
          </a:p>
          <a:p>
            <a:r>
              <a:rPr lang="vi-VN" sz="1700" b="1">
                <a:solidFill>
                  <a:srgbClr val="508050"/>
                </a:solidFill>
                <a:latin typeface="Courier New"/>
                <a:cs typeface="Arial"/>
              </a:rPr>
              <a:t>              </a:t>
            </a:r>
            <a:r>
              <a:rPr lang="vi-VN" sz="1700" b="1" err="1">
                <a:solidFill>
                  <a:srgbClr val="508050"/>
                </a:solidFill>
                <a:latin typeface="Courier New"/>
                <a:cs typeface="Arial"/>
              </a:rPr>
              <a:t>string</a:t>
            </a:r>
            <a:r>
              <a:rPr lang="vi-VN" sz="1700" b="1">
                <a:solidFill>
                  <a:srgbClr val="508050"/>
                </a:solidFill>
                <a:latin typeface="Courier New"/>
                <a:cs typeface="Arial"/>
              </a:rPr>
              <a:t> </a:t>
            </a:r>
            <a:r>
              <a:rPr lang="vi-VN" sz="1700" b="1" err="1">
                <a:solidFill>
                  <a:schemeClr val="tx1"/>
                </a:solidFill>
                <a:latin typeface="Courier New"/>
                <a:cs typeface="Arial"/>
              </a:rPr>
              <a:t>tmpHoTen</a:t>
            </a:r>
            <a:r>
              <a:rPr lang="vi-VN" sz="1700" b="1">
                <a:latin typeface="Courier New"/>
                <a:cs typeface="Arial"/>
              </a:rPr>
              <a:t> </a:t>
            </a:r>
            <a:r>
              <a:rPr lang="vi-VN" sz="1700" b="1">
                <a:solidFill>
                  <a:srgbClr val="808030"/>
                </a:solidFill>
                <a:latin typeface="Courier New"/>
                <a:cs typeface="Arial"/>
              </a:rPr>
              <a:t>=</a:t>
            </a:r>
            <a:r>
              <a:rPr lang="vi-VN" sz="1700" b="1">
                <a:solidFill>
                  <a:schemeClr val="tx1"/>
                </a:solidFill>
                <a:latin typeface="Courier New"/>
                <a:cs typeface="Arial"/>
              </a:rPr>
              <a:t> i</a:t>
            </a:r>
            <a:r>
              <a:rPr lang="vi-VN" sz="1700" b="1">
                <a:solidFill>
                  <a:srgbClr val="808030"/>
                </a:solidFill>
                <a:latin typeface="Courier New"/>
                <a:cs typeface="Arial"/>
              </a:rPr>
              <a:t>-&gt;</a:t>
            </a:r>
            <a:r>
              <a:rPr lang="vi-VN" sz="1700" b="1" err="1">
                <a:solidFill>
                  <a:schemeClr val="tx1"/>
                </a:solidFill>
                <a:latin typeface="Courier New"/>
                <a:cs typeface="Arial"/>
              </a:rPr>
              <a:t>hoTen</a:t>
            </a:r>
            <a:r>
              <a:rPr lang="vi-VN" sz="1700" b="1">
                <a:solidFill>
                  <a:srgbClr val="808030"/>
                </a:solidFill>
                <a:latin typeface="Courier New"/>
                <a:cs typeface="Arial"/>
              </a:rPr>
              <a:t>;</a:t>
            </a:r>
            <a:endParaRPr lang="vi-VN" sz="1700" b="1">
              <a:solidFill>
                <a:srgbClr val="E97132"/>
              </a:solidFill>
              <a:latin typeface="Courier New"/>
              <a:cs typeface="Arial"/>
            </a:endParaRPr>
          </a:p>
          <a:p>
            <a:r>
              <a:rPr lang="vi-VN" sz="1700" b="1">
                <a:latin typeface="Courier New"/>
                <a:cs typeface="Arial"/>
              </a:rPr>
              <a:t>              </a:t>
            </a:r>
            <a:r>
              <a:rPr lang="vi-VN" sz="1700" b="1">
                <a:solidFill>
                  <a:schemeClr val="tx1"/>
                </a:solidFill>
                <a:latin typeface="Courier New"/>
                <a:cs typeface="Arial"/>
              </a:rPr>
              <a:t>i-</a:t>
            </a:r>
            <a:r>
              <a:rPr lang="vi-VN" sz="1700" b="1">
                <a:solidFill>
                  <a:srgbClr val="808030"/>
                </a:solidFill>
                <a:latin typeface="Courier New"/>
                <a:cs typeface="Arial"/>
              </a:rPr>
              <a:t>&gt;</a:t>
            </a:r>
            <a:r>
              <a:rPr lang="vi-VN" sz="1700" b="1" err="1">
                <a:solidFill>
                  <a:schemeClr val="tx1"/>
                </a:solidFill>
                <a:latin typeface="Courier New"/>
                <a:cs typeface="Arial"/>
              </a:rPr>
              <a:t>hoTen</a:t>
            </a:r>
            <a:r>
              <a:rPr lang="vi-VN" sz="1700" b="1">
                <a:latin typeface="Courier New"/>
                <a:cs typeface="Arial"/>
              </a:rPr>
              <a:t> </a:t>
            </a:r>
            <a:r>
              <a:rPr lang="vi-VN" sz="1700" b="1">
                <a:solidFill>
                  <a:srgbClr val="808030"/>
                </a:solidFill>
                <a:latin typeface="Courier New"/>
                <a:cs typeface="Arial"/>
              </a:rPr>
              <a:t>=</a:t>
            </a:r>
            <a:r>
              <a:rPr lang="vi-VN" sz="1700" b="1">
                <a:latin typeface="Courier New"/>
                <a:cs typeface="Arial"/>
              </a:rPr>
              <a:t> </a:t>
            </a:r>
            <a:r>
              <a:rPr lang="vi-VN" sz="1700" b="1">
                <a:solidFill>
                  <a:schemeClr val="tx1"/>
                </a:solidFill>
                <a:latin typeface="Courier New"/>
                <a:cs typeface="Arial"/>
              </a:rPr>
              <a:t>j-</a:t>
            </a:r>
            <a:r>
              <a:rPr lang="vi-VN" sz="1700" b="1">
                <a:solidFill>
                  <a:srgbClr val="808030"/>
                </a:solidFill>
                <a:latin typeface="Courier New"/>
                <a:cs typeface="Arial"/>
              </a:rPr>
              <a:t>&gt;</a:t>
            </a:r>
            <a:r>
              <a:rPr lang="vi-VN" sz="1700" b="1" err="1">
                <a:solidFill>
                  <a:schemeClr val="tx1"/>
                </a:solidFill>
                <a:latin typeface="Courier New"/>
                <a:cs typeface="Arial"/>
              </a:rPr>
              <a:t>hoTen</a:t>
            </a:r>
            <a:r>
              <a:rPr lang="vi-VN" sz="1700" b="1">
                <a:solidFill>
                  <a:srgbClr val="808030"/>
                </a:solidFill>
                <a:latin typeface="Courier New"/>
                <a:cs typeface="Arial"/>
              </a:rPr>
              <a:t>;</a:t>
            </a:r>
            <a:endParaRPr lang="vi-VN" sz="1700" b="1">
              <a:solidFill>
                <a:srgbClr val="E97132"/>
              </a:solidFill>
              <a:latin typeface="Courier New"/>
              <a:cs typeface="Arial"/>
            </a:endParaRPr>
          </a:p>
          <a:p>
            <a:r>
              <a:rPr lang="vi-VN" sz="1700" b="1">
                <a:latin typeface="Courier New"/>
                <a:cs typeface="Arial"/>
              </a:rPr>
              <a:t>              </a:t>
            </a:r>
            <a:r>
              <a:rPr lang="vi-VN" sz="1700" b="1">
                <a:solidFill>
                  <a:schemeClr val="tx1"/>
                </a:solidFill>
                <a:latin typeface="Courier New"/>
                <a:cs typeface="Arial"/>
              </a:rPr>
              <a:t>j</a:t>
            </a:r>
            <a:r>
              <a:rPr lang="vi-VN" sz="1700" b="1">
                <a:solidFill>
                  <a:srgbClr val="808030"/>
                </a:solidFill>
                <a:latin typeface="Courier New"/>
                <a:cs typeface="Arial"/>
              </a:rPr>
              <a:t>-&gt;</a:t>
            </a:r>
            <a:r>
              <a:rPr lang="vi-VN" sz="1700" b="1" err="1">
                <a:solidFill>
                  <a:schemeClr val="tx1"/>
                </a:solidFill>
                <a:latin typeface="Courier New"/>
                <a:cs typeface="Arial"/>
              </a:rPr>
              <a:t>hoTen</a:t>
            </a:r>
            <a:r>
              <a:rPr lang="vi-VN" sz="1700" b="1">
                <a:latin typeface="Courier New"/>
                <a:cs typeface="Arial"/>
              </a:rPr>
              <a:t> </a:t>
            </a:r>
            <a:r>
              <a:rPr lang="vi-VN" sz="1700" b="1">
                <a:solidFill>
                  <a:srgbClr val="808030"/>
                </a:solidFill>
                <a:latin typeface="Courier New"/>
                <a:cs typeface="Arial"/>
              </a:rPr>
              <a:t>=</a:t>
            </a:r>
            <a:r>
              <a:rPr lang="vi-VN" sz="1700" b="1">
                <a:latin typeface="Courier New"/>
                <a:cs typeface="Arial"/>
              </a:rPr>
              <a:t> </a:t>
            </a:r>
            <a:r>
              <a:rPr lang="vi-VN" sz="1700" b="1" err="1">
                <a:solidFill>
                  <a:schemeClr val="tx1"/>
                </a:solidFill>
                <a:latin typeface="Courier New"/>
                <a:cs typeface="Arial"/>
              </a:rPr>
              <a:t>tmpHoTen</a:t>
            </a:r>
            <a:r>
              <a:rPr lang="vi-VN" sz="1700" b="1">
                <a:solidFill>
                  <a:schemeClr val="tx1"/>
                </a:solidFill>
                <a:latin typeface="Courier New"/>
                <a:cs typeface="Arial"/>
              </a:rPr>
              <a:t>;</a:t>
            </a:r>
            <a:r>
              <a:rPr lang="vi-VN" sz="1700" b="1">
                <a:latin typeface="Courier New"/>
                <a:cs typeface="Arial"/>
              </a:rPr>
              <a:t> </a:t>
            </a:r>
            <a:endParaRPr lang="vi-VN" sz="1700" b="1">
              <a:solidFill>
                <a:srgbClr val="E97132"/>
              </a:solidFill>
              <a:latin typeface="Courier New"/>
              <a:cs typeface="Arial"/>
            </a:endParaRPr>
          </a:p>
          <a:p>
            <a:r>
              <a:rPr lang="vi-VN" sz="1700" b="1">
                <a:solidFill>
                  <a:srgbClr val="808030"/>
                </a:solidFill>
                <a:latin typeface="Courier New"/>
                <a:cs typeface="Arial"/>
              </a:rPr>
              <a:t>              //</a:t>
            </a:r>
            <a:r>
              <a:rPr lang="vi-VN" sz="1700" b="1">
                <a:latin typeface="Courier New"/>
                <a:cs typeface="Arial"/>
              </a:rPr>
              <a:t> </a:t>
            </a:r>
            <a:r>
              <a:rPr lang="vi-VN" sz="1700" b="1">
                <a:solidFill>
                  <a:schemeClr val="tx1"/>
                </a:solidFill>
                <a:latin typeface="Courier New"/>
                <a:cs typeface="Arial"/>
              </a:rPr>
              <a:t>Trao đổi lớp </a:t>
            </a:r>
            <a:r>
              <a:rPr lang="vi-VN" sz="1700" b="1" err="1">
                <a:solidFill>
                  <a:srgbClr val="508050"/>
                </a:solidFill>
                <a:latin typeface="Courier New"/>
                <a:cs typeface="Arial"/>
              </a:rPr>
              <a:t>string</a:t>
            </a:r>
            <a:r>
              <a:rPr lang="vi-VN" sz="1700" b="1">
                <a:latin typeface="Courier New"/>
                <a:cs typeface="Arial"/>
              </a:rPr>
              <a:t> </a:t>
            </a:r>
            <a:r>
              <a:rPr lang="vi-VN" sz="1700" b="1" err="1">
                <a:solidFill>
                  <a:schemeClr val="tx1"/>
                </a:solidFill>
                <a:latin typeface="Courier New"/>
                <a:cs typeface="Arial"/>
              </a:rPr>
              <a:t>tmpLop</a:t>
            </a:r>
            <a:r>
              <a:rPr lang="vi-VN" sz="1700" b="1">
                <a:latin typeface="Courier New"/>
                <a:cs typeface="Arial"/>
              </a:rPr>
              <a:t> </a:t>
            </a:r>
            <a:r>
              <a:rPr lang="vi-VN" sz="1700" b="1">
                <a:solidFill>
                  <a:srgbClr val="808030"/>
                </a:solidFill>
                <a:latin typeface="Courier New"/>
                <a:cs typeface="Arial"/>
              </a:rPr>
              <a:t>=</a:t>
            </a:r>
            <a:r>
              <a:rPr lang="vi-VN" sz="1700" b="1">
                <a:solidFill>
                  <a:schemeClr val="tx1"/>
                </a:solidFill>
                <a:latin typeface="Courier New"/>
                <a:cs typeface="Arial"/>
              </a:rPr>
              <a:t> i</a:t>
            </a:r>
            <a:r>
              <a:rPr lang="vi-VN" sz="1700" b="1">
                <a:solidFill>
                  <a:srgbClr val="808030"/>
                </a:solidFill>
                <a:latin typeface="Courier New"/>
                <a:cs typeface="Arial"/>
              </a:rPr>
              <a:t>-&gt;</a:t>
            </a:r>
            <a:r>
              <a:rPr lang="vi-VN" sz="1700" b="1" err="1">
                <a:solidFill>
                  <a:schemeClr val="tx1"/>
                </a:solidFill>
                <a:latin typeface="Courier New"/>
                <a:cs typeface="Arial"/>
              </a:rPr>
              <a:t>lop</a:t>
            </a:r>
            <a:r>
              <a:rPr lang="vi-VN" sz="1700" b="1" u="sng">
                <a:solidFill>
                  <a:srgbClr val="808030"/>
                </a:solidFill>
                <a:latin typeface="Courier New"/>
                <a:cs typeface="Arial"/>
              </a:rPr>
              <a:t>;</a:t>
            </a:r>
            <a:r>
              <a:rPr lang="vi-VN" sz="1700" b="1" u="sng">
                <a:latin typeface="Courier New"/>
                <a:cs typeface="Arial"/>
              </a:rPr>
              <a:t> </a:t>
            </a:r>
            <a:endParaRPr lang="vi-VN" sz="1700" b="1">
              <a:solidFill>
                <a:srgbClr val="E97132"/>
              </a:solidFill>
              <a:latin typeface="Courier New"/>
              <a:cs typeface="Arial"/>
            </a:endParaRPr>
          </a:p>
          <a:p>
            <a:r>
              <a:rPr lang="vi-VN" sz="1700" b="1">
                <a:solidFill>
                  <a:schemeClr val="tx1"/>
                </a:solidFill>
                <a:latin typeface="Courier New"/>
                <a:cs typeface="Arial"/>
              </a:rPr>
              <a:t>              i</a:t>
            </a:r>
            <a:r>
              <a:rPr lang="vi-VN" sz="1700" b="1">
                <a:solidFill>
                  <a:srgbClr val="808030"/>
                </a:solidFill>
                <a:latin typeface="Courier New"/>
                <a:cs typeface="Arial"/>
              </a:rPr>
              <a:t>-&gt;</a:t>
            </a:r>
            <a:r>
              <a:rPr lang="vi-VN" sz="1700" b="1" err="1">
                <a:solidFill>
                  <a:schemeClr val="tx1"/>
                </a:solidFill>
                <a:latin typeface="Courier New"/>
                <a:cs typeface="Arial"/>
              </a:rPr>
              <a:t>lop</a:t>
            </a:r>
            <a:r>
              <a:rPr lang="vi-VN" sz="1700" b="1">
                <a:latin typeface="Courier New"/>
                <a:cs typeface="Arial"/>
              </a:rPr>
              <a:t> </a:t>
            </a:r>
            <a:r>
              <a:rPr lang="vi-VN" sz="1700" b="1">
                <a:solidFill>
                  <a:srgbClr val="808030"/>
                </a:solidFill>
                <a:latin typeface="Courier New"/>
                <a:cs typeface="Arial"/>
              </a:rPr>
              <a:t>=</a:t>
            </a:r>
            <a:r>
              <a:rPr lang="vi-VN" sz="1700" b="1">
                <a:solidFill>
                  <a:schemeClr val="tx1"/>
                </a:solidFill>
                <a:latin typeface="Courier New"/>
                <a:cs typeface="Arial"/>
              </a:rPr>
              <a:t> j-</a:t>
            </a:r>
            <a:r>
              <a:rPr lang="vi-VN" sz="1700" b="1">
                <a:solidFill>
                  <a:srgbClr val="808030"/>
                </a:solidFill>
                <a:latin typeface="Courier New"/>
                <a:cs typeface="Arial"/>
              </a:rPr>
              <a:t>&gt;</a:t>
            </a:r>
            <a:r>
              <a:rPr lang="vi-VN" sz="1700" b="1" err="1">
                <a:solidFill>
                  <a:schemeClr val="tx1"/>
                </a:solidFill>
                <a:latin typeface="Courier New"/>
                <a:cs typeface="Arial"/>
              </a:rPr>
              <a:t>lop</a:t>
            </a:r>
            <a:r>
              <a:rPr lang="vi-VN" sz="1700" b="1">
                <a:solidFill>
                  <a:schemeClr val="tx1"/>
                </a:solidFill>
                <a:latin typeface="Courier New"/>
                <a:cs typeface="Arial"/>
              </a:rPr>
              <a:t>;</a:t>
            </a:r>
          </a:p>
          <a:p>
            <a:r>
              <a:rPr lang="vi-VN" sz="1700" b="1">
                <a:latin typeface="Courier New"/>
                <a:cs typeface="Arial"/>
              </a:rPr>
              <a:t>              </a:t>
            </a:r>
            <a:r>
              <a:rPr lang="vi-VN" sz="1700" b="1">
                <a:solidFill>
                  <a:schemeClr val="tx1"/>
                </a:solidFill>
                <a:latin typeface="Courier New"/>
                <a:cs typeface="Arial"/>
              </a:rPr>
              <a:t>j</a:t>
            </a:r>
            <a:r>
              <a:rPr lang="vi-VN" sz="1700" b="1">
                <a:solidFill>
                  <a:srgbClr val="808030"/>
                </a:solidFill>
                <a:latin typeface="Courier New"/>
                <a:cs typeface="Arial"/>
              </a:rPr>
              <a:t>-&gt;</a:t>
            </a:r>
            <a:r>
              <a:rPr lang="vi-VN" sz="1700" b="1" err="1">
                <a:solidFill>
                  <a:schemeClr val="tx1"/>
                </a:solidFill>
                <a:latin typeface="Courier New"/>
                <a:cs typeface="Arial"/>
              </a:rPr>
              <a:t>lop</a:t>
            </a:r>
            <a:r>
              <a:rPr lang="vi-VN" sz="1700" b="1">
                <a:latin typeface="Courier New"/>
                <a:cs typeface="Arial"/>
              </a:rPr>
              <a:t> </a:t>
            </a:r>
            <a:r>
              <a:rPr lang="vi-VN" sz="1700" b="1">
                <a:solidFill>
                  <a:srgbClr val="808030"/>
                </a:solidFill>
                <a:latin typeface="Courier New"/>
                <a:cs typeface="Arial"/>
              </a:rPr>
              <a:t>=</a:t>
            </a:r>
            <a:r>
              <a:rPr lang="vi-VN" sz="1700" b="1">
                <a:latin typeface="Courier New"/>
                <a:cs typeface="Arial"/>
              </a:rPr>
              <a:t> </a:t>
            </a:r>
            <a:r>
              <a:rPr lang="vi-VN" sz="1700" b="1" err="1">
                <a:solidFill>
                  <a:schemeClr val="tx1"/>
                </a:solidFill>
                <a:latin typeface="Courier New"/>
                <a:cs typeface="Arial"/>
              </a:rPr>
              <a:t>tmpLop</a:t>
            </a:r>
            <a:r>
              <a:rPr lang="vi-VN" sz="1700" b="1">
                <a:solidFill>
                  <a:schemeClr val="tx1"/>
                </a:solidFill>
                <a:latin typeface="Courier New"/>
                <a:cs typeface="Arial"/>
              </a:rPr>
              <a:t>;</a:t>
            </a:r>
            <a:r>
              <a:rPr lang="vi-VN" sz="1700" b="1">
                <a:solidFill>
                  <a:srgbClr val="FF0000"/>
                </a:solidFill>
                <a:latin typeface="Courier New"/>
                <a:cs typeface="Arial"/>
              </a:rPr>
              <a:t> </a:t>
            </a:r>
            <a:endParaRPr lang="vi-VN" sz="1700" b="1">
              <a:solidFill>
                <a:srgbClr val="E97132"/>
              </a:solidFill>
              <a:latin typeface="Courier New"/>
              <a:cs typeface="Arial"/>
            </a:endParaRPr>
          </a:p>
          <a:p>
            <a:r>
              <a:rPr lang="vi-VN" sz="1700" b="1">
                <a:solidFill>
                  <a:srgbClr val="FF0000"/>
                </a:solidFill>
                <a:latin typeface="Courier New"/>
                <a:cs typeface="Arial"/>
              </a:rPr>
              <a:t>                }</a:t>
            </a:r>
            <a:endParaRPr lang="vi-VN" sz="1700" b="1">
              <a:solidFill>
                <a:srgbClr val="E97132"/>
              </a:solidFill>
              <a:latin typeface="Courier New"/>
              <a:cs typeface="Arial"/>
            </a:endParaRPr>
          </a:p>
          <a:p>
            <a:r>
              <a:rPr lang="vi-VN" sz="1700" b="1">
                <a:solidFill>
                  <a:srgbClr val="FF0000"/>
                </a:solidFill>
                <a:latin typeface="Courier New"/>
                <a:cs typeface="Arial"/>
              </a:rPr>
              <a:t>           }</a:t>
            </a:r>
            <a:endParaRPr lang="vi-VN" sz="1700" b="1">
              <a:solidFill>
                <a:srgbClr val="E97132"/>
              </a:solidFill>
              <a:latin typeface="Courier New"/>
              <a:cs typeface="Arial"/>
            </a:endParaRPr>
          </a:p>
          <a:p>
            <a:r>
              <a:rPr lang="vi-VN" sz="1700" b="1">
                <a:solidFill>
                  <a:srgbClr val="FF0000"/>
                </a:solidFill>
                <a:latin typeface="Courier New"/>
                <a:cs typeface="Arial"/>
              </a:rPr>
              <a:t>      } </a:t>
            </a:r>
            <a:endParaRPr lang="vi-VN" sz="1700" b="1">
              <a:solidFill>
                <a:srgbClr val="E97132"/>
              </a:solidFill>
              <a:latin typeface="Courier New"/>
              <a:cs typeface="Arial"/>
            </a:endParaRPr>
          </a:p>
          <a:p>
            <a:r>
              <a:rPr lang="vi-VN" sz="1700" b="1" err="1">
                <a:solidFill>
                  <a:schemeClr val="tx1"/>
                </a:solidFill>
                <a:latin typeface="Courier New"/>
                <a:cs typeface="Arial"/>
              </a:rPr>
              <a:t>cout</a:t>
            </a:r>
            <a:r>
              <a:rPr lang="vi-VN" sz="1700" b="1">
                <a:solidFill>
                  <a:schemeClr val="tx1"/>
                </a:solidFill>
                <a:latin typeface="Courier New"/>
                <a:cs typeface="Arial"/>
              </a:rPr>
              <a:t> </a:t>
            </a:r>
            <a:r>
              <a:rPr lang="vi-VN" sz="1700" b="1">
                <a:solidFill>
                  <a:srgbClr val="808030"/>
                </a:solidFill>
                <a:latin typeface="Courier New"/>
                <a:cs typeface="Arial"/>
              </a:rPr>
              <a:t>&lt;&lt;</a:t>
            </a:r>
            <a:r>
              <a:rPr lang="vi-VN" sz="1700" b="1">
                <a:latin typeface="Courier New"/>
                <a:cs typeface="Arial"/>
              </a:rPr>
              <a:t> </a:t>
            </a:r>
            <a:r>
              <a:rPr lang="vi-VN" sz="1700" b="1">
                <a:solidFill>
                  <a:srgbClr val="CC5555"/>
                </a:solidFill>
                <a:latin typeface="Courier New"/>
                <a:cs typeface="Arial"/>
              </a:rPr>
              <a:t>"Da </a:t>
            </a:r>
            <a:r>
              <a:rPr lang="vi-VN" sz="1700" b="1" err="1">
                <a:solidFill>
                  <a:srgbClr val="CC5555"/>
                </a:solidFill>
                <a:latin typeface="Courier New"/>
                <a:cs typeface="Arial"/>
              </a:rPr>
              <a:t>sap</a:t>
            </a:r>
            <a:r>
              <a:rPr lang="vi-VN" sz="1700" b="1">
                <a:solidFill>
                  <a:srgbClr val="CC5555"/>
                </a:solidFill>
                <a:latin typeface="Courier New"/>
                <a:cs typeface="Arial"/>
              </a:rPr>
              <a:t> </a:t>
            </a:r>
            <a:r>
              <a:rPr lang="vi-VN" sz="1700" b="1" err="1">
                <a:solidFill>
                  <a:srgbClr val="CC5555"/>
                </a:solidFill>
                <a:latin typeface="Courier New"/>
                <a:cs typeface="Arial"/>
              </a:rPr>
              <a:t>xep</a:t>
            </a:r>
            <a:r>
              <a:rPr lang="vi-VN" sz="1700" b="1">
                <a:solidFill>
                  <a:srgbClr val="CC5555"/>
                </a:solidFill>
                <a:latin typeface="Courier New"/>
                <a:cs typeface="Arial"/>
              </a:rPr>
              <a:t> sinh </a:t>
            </a:r>
            <a:r>
              <a:rPr lang="vi-VN" sz="1700" b="1" err="1">
                <a:solidFill>
                  <a:srgbClr val="CC5555"/>
                </a:solidFill>
                <a:latin typeface="Courier New"/>
                <a:cs typeface="Arial"/>
              </a:rPr>
              <a:t>vien</a:t>
            </a:r>
            <a:r>
              <a:rPr lang="vi-VN" sz="1700" b="1">
                <a:solidFill>
                  <a:srgbClr val="CC5555"/>
                </a:solidFill>
                <a:latin typeface="Courier New"/>
                <a:cs typeface="Arial"/>
              </a:rPr>
              <a:t> theo MSSV (tang dan)\n"</a:t>
            </a:r>
            <a:r>
              <a:rPr lang="vi-VN" sz="1700" b="1">
                <a:solidFill>
                  <a:srgbClr val="808030"/>
                </a:solidFill>
                <a:latin typeface="Courier New"/>
                <a:cs typeface="Arial"/>
              </a:rPr>
              <a:t>;</a:t>
            </a:r>
            <a:endParaRPr lang="vi-VN" sz="1700" b="1">
              <a:solidFill>
                <a:schemeClr val="accent6"/>
              </a:solidFill>
              <a:latin typeface="Courier New"/>
              <a:cs typeface="Arial"/>
            </a:endParaRPr>
          </a:p>
          <a:p>
            <a:r>
              <a:rPr lang="vi-VN" sz="1600" b="1">
                <a:solidFill>
                  <a:schemeClr val="accent6"/>
                </a:solidFill>
                <a:latin typeface="Courier New"/>
                <a:cs typeface="Arial"/>
              </a:rPr>
              <a:t> }</a:t>
            </a:r>
            <a:endParaRPr lang="vi-VN" sz="1600" b="1">
              <a:solidFill>
                <a:schemeClr val="accent6"/>
              </a:solidFill>
              <a:latin typeface="Courier New"/>
              <a:ea typeface="+mn-lt"/>
              <a:cs typeface="Arial"/>
            </a:endParaRPr>
          </a:p>
        </p:txBody>
      </p:sp>
      <p:sp>
        <p:nvSpPr>
          <p:cNvPr id="6" name="Chỗ dành sẵn cho Nội dung 5">
            <a:extLst>
              <a:ext uri="{FF2B5EF4-FFF2-40B4-BE49-F238E27FC236}">
                <a16:creationId xmlns:a16="http://schemas.microsoft.com/office/drawing/2014/main" id="{D69F099C-4B9B-527B-107A-86199A40DE3B}"/>
              </a:ext>
            </a:extLst>
          </p:cNvPr>
          <p:cNvSpPr>
            <a:spLocks noGrp="1"/>
          </p:cNvSpPr>
          <p:nvPr>
            <p:ph idx="1"/>
          </p:nvPr>
        </p:nvSpPr>
        <p:spPr>
          <a:xfrm>
            <a:off x="7827314" y="1203108"/>
            <a:ext cx="4184195" cy="3881176"/>
          </a:xfrm>
          <a:solidFill>
            <a:srgbClr val="E0E0E2"/>
          </a:solidFill>
        </p:spPr>
        <p:txBody>
          <a:bodyPr vert="horz" lIns="91440" tIns="45720" rIns="91440" bIns="45720" rtlCol="0" anchor="ctr">
            <a:normAutofit/>
          </a:bodyPr>
          <a:lstStyle/>
          <a:p>
            <a:r>
              <a:rPr lang="vi-VN" sz="2000" b="1">
                <a:latin typeface="Open Sans"/>
                <a:ea typeface="+mn-lt"/>
                <a:cs typeface="Arial"/>
              </a:rPr>
              <a:t>Mục đích: </a:t>
            </a:r>
            <a:r>
              <a:rPr lang="vi-VN" sz="2000">
                <a:latin typeface="Open Sans"/>
                <a:ea typeface="+mn-lt"/>
                <a:cs typeface="Arial"/>
              </a:rPr>
              <a:t>Sắp xếp danh sách sinh viên tăng dần theo MSSV.</a:t>
            </a:r>
            <a:endParaRPr lang="vi-VN" sz="2000">
              <a:latin typeface="Arial"/>
              <a:ea typeface="Open Sans"/>
              <a:cs typeface="Arial"/>
            </a:endParaRPr>
          </a:p>
          <a:p>
            <a:r>
              <a:rPr lang="vi-VN" sz="2000" b="1">
                <a:latin typeface="Open Sans"/>
                <a:ea typeface="+mn-lt"/>
                <a:cs typeface="Arial"/>
              </a:rPr>
              <a:t>Cách hoạt động: </a:t>
            </a:r>
            <a:br>
              <a:rPr lang="vi-VN" sz="2000">
                <a:latin typeface="Open Sans"/>
                <a:ea typeface="+mn-lt"/>
                <a:cs typeface="Arial"/>
              </a:rPr>
            </a:br>
            <a:r>
              <a:rPr lang="vi-VN" sz="2000">
                <a:latin typeface="Open Sans"/>
                <a:ea typeface="+mn-lt"/>
                <a:cs typeface="Arial"/>
              </a:rPr>
              <a:t>Duyệt hai vòng lặp, so sánh và hoán đổi thông tin giữa các sinh viên.</a:t>
            </a:r>
            <a:endParaRPr lang="vi-VN" sz="2000">
              <a:latin typeface="Arial"/>
              <a:ea typeface="Open Sans"/>
              <a:cs typeface="Arial"/>
            </a:endParaRPr>
          </a:p>
          <a:p>
            <a:r>
              <a:rPr lang="vi-VN" sz="2000" b="1">
                <a:latin typeface="Open Sans"/>
                <a:ea typeface="+mn-lt"/>
                <a:cs typeface="Arial"/>
              </a:rPr>
              <a:t>Kết quả:</a:t>
            </a:r>
            <a:r>
              <a:rPr lang="vi-VN" sz="2000">
                <a:latin typeface="Open Sans"/>
                <a:ea typeface="+mn-lt"/>
                <a:cs typeface="Arial"/>
              </a:rPr>
              <a:t> Danh sách sinh viên được sắp xếp theo thứ tự MSSV tăng dần.</a:t>
            </a:r>
            <a:endParaRPr lang="vi-VN" sz="2000">
              <a:latin typeface="Arial"/>
              <a:ea typeface="Open Sans"/>
              <a:cs typeface="Arial"/>
            </a:endParaRPr>
          </a:p>
        </p:txBody>
      </p:sp>
    </p:spTree>
    <p:extLst>
      <p:ext uri="{BB962C8B-B14F-4D97-AF65-F5344CB8AC3E}">
        <p14:creationId xmlns:p14="http://schemas.microsoft.com/office/powerpoint/2010/main" val="19666115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a:extLst>
            <a:ext uri="{FF2B5EF4-FFF2-40B4-BE49-F238E27FC236}">
              <a16:creationId xmlns:a16="http://schemas.microsoft.com/office/drawing/2014/main" id="{F2FB7121-AF6B-912F-A70D-53213B8D7766}"/>
            </a:ext>
          </a:extLst>
        </p:cNvPr>
        <p:cNvGrpSpPr/>
        <p:nvPr/>
      </p:nvGrpSpPr>
      <p:grpSpPr>
        <a:xfrm>
          <a:off x="0" y="0"/>
          <a:ext cx="0" cy="0"/>
          <a:chOff x="0" y="0"/>
          <a:chExt cx="0" cy="0"/>
        </a:xfrm>
      </p:grpSpPr>
      <p:sp>
        <p:nvSpPr>
          <p:cNvPr id="2" name="Tiêu đề 1">
            <a:extLst>
              <a:ext uri="{FF2B5EF4-FFF2-40B4-BE49-F238E27FC236}">
                <a16:creationId xmlns:a16="http://schemas.microsoft.com/office/drawing/2014/main" id="{122C4EAA-AEAA-2478-4724-0A7BC12D4C3C}"/>
              </a:ext>
            </a:extLst>
          </p:cNvPr>
          <p:cNvSpPr>
            <a:spLocks noGrp="1"/>
          </p:cNvSpPr>
          <p:nvPr>
            <p:ph type="title"/>
          </p:nvPr>
        </p:nvSpPr>
        <p:spPr>
          <a:xfrm>
            <a:off x="1542691" y="316012"/>
            <a:ext cx="9113520" cy="898843"/>
          </a:xfrm>
        </p:spPr>
        <p:txBody>
          <a:bodyPr>
            <a:normAutofit/>
          </a:bodyPr>
          <a:lstStyle/>
          <a:p>
            <a:pPr algn="ctr"/>
            <a:r>
              <a:rPr lang="vi-VN" b="1">
                <a:solidFill>
                  <a:srgbClr val="FFC000"/>
                </a:solidFill>
                <a:latin typeface="Segoe UI"/>
                <a:ea typeface="Open Sans"/>
                <a:cs typeface="Open Sans"/>
              </a:rPr>
              <a:t>HÀM TÌM KIẾM SINH VIÊN </a:t>
            </a:r>
            <a:endParaRPr lang="vi-VN" b="1">
              <a:solidFill>
                <a:srgbClr val="FFC000"/>
              </a:solidFill>
              <a:latin typeface="Segoe UI"/>
              <a:cs typeface="Segoe UI"/>
            </a:endParaRPr>
          </a:p>
        </p:txBody>
      </p:sp>
      <p:sp>
        <p:nvSpPr>
          <p:cNvPr id="3" name="Chỗ dành sẵn cho Nội dung 2">
            <a:extLst>
              <a:ext uri="{FF2B5EF4-FFF2-40B4-BE49-F238E27FC236}">
                <a16:creationId xmlns:a16="http://schemas.microsoft.com/office/drawing/2014/main" id="{A34EC97C-C05D-C44C-268B-B4C7554831B7}"/>
              </a:ext>
            </a:extLst>
          </p:cNvPr>
          <p:cNvSpPr>
            <a:spLocks noGrp="1"/>
          </p:cNvSpPr>
          <p:nvPr>
            <p:ph idx="1"/>
          </p:nvPr>
        </p:nvSpPr>
        <p:spPr>
          <a:xfrm>
            <a:off x="7361873" y="1196135"/>
            <a:ext cx="4836541" cy="5657747"/>
          </a:xfrm>
          <a:solidFill>
            <a:srgbClr val="E0E0E2"/>
          </a:solidFill>
        </p:spPr>
        <p:txBody>
          <a:bodyPr vert="horz" lIns="91440" tIns="45720" rIns="91440" bIns="45720" rtlCol="0" anchor="ctr">
            <a:normAutofit/>
          </a:bodyPr>
          <a:lstStyle/>
          <a:p>
            <a:r>
              <a:rPr lang="vi-VN" sz="2000" b="1">
                <a:latin typeface="Open Sans"/>
                <a:ea typeface="+mn-lt"/>
                <a:cs typeface="Arial"/>
              </a:rPr>
              <a:t>Mục đích: </a:t>
            </a:r>
            <a:r>
              <a:rPr lang="vi-VN" sz="2000">
                <a:latin typeface="Open Sans"/>
                <a:ea typeface="+mn-lt"/>
                <a:cs typeface="Arial"/>
              </a:rPr>
              <a:t>Tìm sinh viên trong danh sách.</a:t>
            </a:r>
            <a:endParaRPr lang="vi-VN" sz="2000">
              <a:latin typeface="Arial"/>
              <a:ea typeface="Open Sans"/>
              <a:cs typeface="Arial"/>
            </a:endParaRPr>
          </a:p>
          <a:p>
            <a:r>
              <a:rPr lang="vi-VN" sz="2000" b="1">
                <a:latin typeface="Open Sans"/>
                <a:ea typeface="+mn-lt"/>
                <a:cs typeface="Arial"/>
              </a:rPr>
              <a:t>Cách hoạt động:</a:t>
            </a:r>
            <a:endParaRPr lang="vi-VN" sz="2000" b="1">
              <a:latin typeface="Arial"/>
              <a:ea typeface="Open Sans"/>
              <a:cs typeface="Arial"/>
            </a:endParaRPr>
          </a:p>
          <a:p>
            <a:pPr marL="0" indent="0">
              <a:buNone/>
            </a:pPr>
            <a:r>
              <a:rPr lang="vi-VN" sz="2000">
                <a:latin typeface="Open Sans"/>
                <a:ea typeface="+mn-lt"/>
                <a:cs typeface="Arial"/>
              </a:rPr>
              <a:t>1. Cho người dùng chọn tìm theo MSSV hoặc họ tên.</a:t>
            </a:r>
            <a:endParaRPr lang="vi-VN" sz="2000">
              <a:latin typeface="Arial"/>
              <a:ea typeface="Open Sans"/>
              <a:cs typeface="Arial"/>
            </a:endParaRPr>
          </a:p>
          <a:p>
            <a:pPr marL="0" indent="0">
              <a:buNone/>
            </a:pPr>
            <a:r>
              <a:rPr lang="vi-VN" sz="2000">
                <a:latin typeface="Open Sans"/>
                <a:ea typeface="+mn-lt"/>
                <a:cs typeface="Arial"/>
              </a:rPr>
              <a:t>2.Gọi các hàm con </a:t>
            </a:r>
            <a:r>
              <a:rPr lang="vi-VN" sz="2000" err="1">
                <a:latin typeface="Open Sans"/>
                <a:ea typeface="Open Sans"/>
                <a:cs typeface="Arial"/>
              </a:rPr>
              <a:t>timSinhVienTheoMSSV</a:t>
            </a:r>
            <a:r>
              <a:rPr lang="vi-VN" sz="2000">
                <a:latin typeface="Open Sans"/>
                <a:ea typeface="Open Sans"/>
                <a:cs typeface="Arial"/>
              </a:rPr>
              <a:t>()</a:t>
            </a:r>
            <a:r>
              <a:rPr lang="vi-VN" sz="2000">
                <a:latin typeface="Open Sans"/>
                <a:ea typeface="+mn-lt"/>
                <a:cs typeface="Arial"/>
              </a:rPr>
              <a:t> hoặc </a:t>
            </a:r>
            <a:r>
              <a:rPr lang="vi-VN" sz="2000" err="1">
                <a:latin typeface="Open Sans"/>
                <a:ea typeface="Open Sans"/>
                <a:cs typeface="Arial"/>
              </a:rPr>
              <a:t>timSinhVienTheoTen</a:t>
            </a:r>
            <a:r>
              <a:rPr lang="vi-VN" sz="2000">
                <a:latin typeface="Open Sans"/>
                <a:ea typeface="Open Sans"/>
                <a:cs typeface="Arial"/>
              </a:rPr>
              <a:t>()</a:t>
            </a:r>
            <a:r>
              <a:rPr lang="vi-VN" sz="2000">
                <a:latin typeface="Open Sans"/>
                <a:ea typeface="+mn-lt"/>
                <a:cs typeface="Arial"/>
              </a:rPr>
              <a:t> để tìm.</a:t>
            </a:r>
            <a:endParaRPr lang="vi-VN" sz="2000">
              <a:latin typeface="Arial"/>
              <a:ea typeface="Open Sans"/>
              <a:cs typeface="Arial"/>
            </a:endParaRPr>
          </a:p>
          <a:p>
            <a:pPr marL="0" indent="0">
              <a:buNone/>
            </a:pPr>
            <a:r>
              <a:rPr lang="vi-VN" sz="2000">
                <a:latin typeface="Open Sans"/>
                <a:ea typeface="+mn-lt"/>
                <a:cs typeface="Arial"/>
              </a:rPr>
              <a:t>3. Nếu tìm thấy in thông tin sinh viên, ngược lại báo “</a:t>
            </a:r>
            <a:r>
              <a:rPr lang="vi-VN" sz="2000">
                <a:solidFill>
                  <a:srgbClr val="FF0000"/>
                </a:solidFill>
                <a:latin typeface="Open Sans"/>
                <a:ea typeface="+mn-lt"/>
                <a:cs typeface="Arial"/>
              </a:rPr>
              <a:t>Không tìm thấy!</a:t>
            </a:r>
            <a:r>
              <a:rPr lang="vi-VN" sz="2000">
                <a:latin typeface="Open Sans"/>
                <a:ea typeface="+mn-lt"/>
                <a:cs typeface="Arial"/>
              </a:rPr>
              <a:t>”</a:t>
            </a:r>
            <a:endParaRPr lang="vi-VN" sz="2000">
              <a:latin typeface="Arial"/>
              <a:ea typeface="Open Sans"/>
              <a:cs typeface="Arial"/>
            </a:endParaRPr>
          </a:p>
          <a:p>
            <a:pPr lvl="1">
              <a:buAutoNum type="arabicPeriod"/>
            </a:pPr>
            <a:endParaRPr lang="vi-VN" sz="2000">
              <a:latin typeface="Open Sans"/>
              <a:ea typeface="Open Sans"/>
              <a:cs typeface="Arial"/>
            </a:endParaRPr>
          </a:p>
          <a:p>
            <a:pPr marL="514350" indent="-514350"/>
            <a:endParaRPr lang="vi-VN" sz="2000">
              <a:latin typeface="Open Sans"/>
              <a:ea typeface="Open Sans"/>
              <a:cs typeface="Arial"/>
            </a:endParaRPr>
          </a:p>
        </p:txBody>
      </p:sp>
      <p:sp>
        <p:nvSpPr>
          <p:cNvPr id="5" name="Hình chữ nhật 4">
            <a:extLst>
              <a:ext uri="{FF2B5EF4-FFF2-40B4-BE49-F238E27FC236}">
                <a16:creationId xmlns:a16="http://schemas.microsoft.com/office/drawing/2014/main" id="{A22E24A0-D586-092C-FAEE-49E7F7DCC510}"/>
              </a:ext>
            </a:extLst>
          </p:cNvPr>
          <p:cNvSpPr/>
          <p:nvPr/>
        </p:nvSpPr>
        <p:spPr>
          <a:xfrm>
            <a:off x="-1746" y="1197564"/>
            <a:ext cx="7368573" cy="5655100"/>
          </a:xfrm>
          <a:prstGeom prst="rect">
            <a:avLst/>
          </a:prstGeom>
          <a:solidFill>
            <a:srgbClr val="E0E0E2"/>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vi-VN" sz="1200" b="1">
                <a:solidFill>
                  <a:schemeClr val="tx1"/>
                </a:solidFill>
                <a:latin typeface="Courier New"/>
                <a:ea typeface="+mn-lt"/>
                <a:cs typeface="Arial"/>
              </a:rPr>
              <a:t> </a:t>
            </a:r>
            <a:r>
              <a:rPr lang="vi-VN" sz="1200" b="1" err="1">
                <a:solidFill>
                  <a:srgbClr val="800000"/>
                </a:solidFill>
                <a:latin typeface="Courier New"/>
                <a:ea typeface="+mn-lt"/>
                <a:cs typeface="Arial"/>
              </a:rPr>
              <a:t>void</a:t>
            </a:r>
            <a:r>
              <a:rPr lang="vi-VN" sz="1200" b="1">
                <a:solidFill>
                  <a:srgbClr val="000000"/>
                </a:solidFill>
                <a:latin typeface="Courier New"/>
                <a:ea typeface="+mn-lt"/>
                <a:cs typeface="Arial"/>
              </a:rPr>
              <a:t> </a:t>
            </a:r>
            <a:r>
              <a:rPr lang="vi-VN" sz="1200" b="1" err="1">
                <a:solidFill>
                  <a:srgbClr val="000000"/>
                </a:solidFill>
                <a:latin typeface="Courier New"/>
                <a:ea typeface="+mn-lt"/>
                <a:cs typeface="Arial"/>
              </a:rPr>
              <a:t>QuanLySinhVien</a:t>
            </a:r>
            <a:r>
              <a:rPr lang="vi-VN" sz="1200" b="1">
                <a:solidFill>
                  <a:srgbClr val="800080"/>
                </a:solidFill>
                <a:latin typeface="Courier New"/>
                <a:ea typeface="+mn-lt"/>
                <a:cs typeface="Arial"/>
              </a:rPr>
              <a:t>::</a:t>
            </a:r>
            <a:r>
              <a:rPr lang="vi-VN" sz="1200" b="1" err="1">
                <a:solidFill>
                  <a:srgbClr val="000000"/>
                </a:solidFill>
                <a:latin typeface="Courier New"/>
                <a:ea typeface="+mn-lt"/>
                <a:cs typeface="Arial"/>
              </a:rPr>
              <a:t>timKiem</a:t>
            </a:r>
            <a:r>
              <a:rPr lang="vi-VN" sz="1200" b="1">
                <a:solidFill>
                  <a:srgbClr val="808030"/>
                </a:solidFill>
                <a:latin typeface="Courier New"/>
                <a:ea typeface="+mn-lt"/>
                <a:cs typeface="Arial"/>
              </a:rPr>
              <a:t>()</a:t>
            </a:r>
            <a:r>
              <a:rPr lang="vi-VN" sz="1200" b="1">
                <a:solidFill>
                  <a:srgbClr val="000000"/>
                </a:solidFill>
                <a:latin typeface="Courier New"/>
                <a:ea typeface="+mn-lt"/>
                <a:cs typeface="Arial"/>
              </a:rPr>
              <a:t> </a:t>
            </a:r>
            <a:r>
              <a:rPr lang="vi-VN" sz="1200" b="1">
                <a:solidFill>
                  <a:srgbClr val="800080"/>
                </a:solidFill>
                <a:latin typeface="Courier New"/>
                <a:ea typeface="+mn-lt"/>
                <a:cs typeface="Arial"/>
              </a:rPr>
              <a:t>{</a:t>
            </a:r>
            <a:r>
              <a:rPr lang="vi-VN" sz="1200" b="1">
                <a:solidFill>
                  <a:srgbClr val="000000"/>
                </a:solidFill>
                <a:latin typeface="Courier New"/>
                <a:ea typeface="+mn-lt"/>
                <a:cs typeface="Arial"/>
              </a:rPr>
              <a:t> 
    </a:t>
            </a:r>
            <a:r>
              <a:rPr lang="vi-VN" sz="1200" b="1" err="1">
                <a:solidFill>
                  <a:srgbClr val="800000"/>
                </a:solidFill>
                <a:latin typeface="Courier New"/>
                <a:ea typeface="+mn-lt"/>
                <a:cs typeface="Arial"/>
              </a:rPr>
              <a:t>if</a:t>
            </a:r>
            <a:r>
              <a:rPr lang="vi-VN" sz="1200" b="1">
                <a:solidFill>
                  <a:srgbClr val="000000"/>
                </a:solidFill>
                <a:latin typeface="Courier New"/>
                <a:ea typeface="+mn-lt"/>
                <a:cs typeface="Arial"/>
              </a:rPr>
              <a:t> </a:t>
            </a:r>
            <a:r>
              <a:rPr lang="vi-VN" sz="1200" b="1">
                <a:solidFill>
                  <a:srgbClr val="808030"/>
                </a:solidFill>
                <a:latin typeface="Courier New"/>
                <a:ea typeface="+mn-lt"/>
                <a:cs typeface="Arial"/>
              </a:rPr>
              <a:t>(</a:t>
            </a:r>
            <a:r>
              <a:rPr lang="vi-VN" sz="1200" b="1" err="1">
                <a:solidFill>
                  <a:srgbClr val="000000"/>
                </a:solidFill>
                <a:latin typeface="Courier New"/>
                <a:ea typeface="+mn-lt"/>
                <a:cs typeface="Arial"/>
              </a:rPr>
              <a:t>head</a:t>
            </a:r>
            <a:r>
              <a:rPr lang="vi-VN" sz="1200" b="1">
                <a:solidFill>
                  <a:srgbClr val="000000"/>
                </a:solidFill>
                <a:latin typeface="Courier New"/>
                <a:ea typeface="+mn-lt"/>
                <a:cs typeface="Arial"/>
              </a:rPr>
              <a:t> </a:t>
            </a:r>
            <a:r>
              <a:rPr lang="vi-VN" sz="1200" b="1">
                <a:solidFill>
                  <a:srgbClr val="808030"/>
                </a:solidFill>
                <a:latin typeface="Courier New"/>
                <a:ea typeface="+mn-lt"/>
                <a:cs typeface="Arial"/>
              </a:rPr>
              <a:t>==</a:t>
            </a:r>
            <a:r>
              <a:rPr lang="vi-VN" sz="1200" b="1">
                <a:solidFill>
                  <a:srgbClr val="000000"/>
                </a:solidFill>
                <a:latin typeface="Courier New"/>
                <a:ea typeface="+mn-lt"/>
                <a:cs typeface="Arial"/>
              </a:rPr>
              <a:t> </a:t>
            </a:r>
            <a:r>
              <a:rPr lang="vi-VN" sz="1200" b="1">
                <a:solidFill>
                  <a:srgbClr val="7D0045"/>
                </a:solidFill>
                <a:latin typeface="Courier New"/>
                <a:ea typeface="+mn-lt"/>
                <a:cs typeface="Arial"/>
              </a:rPr>
              <a:t>NULL</a:t>
            </a:r>
            <a:r>
              <a:rPr lang="vi-VN" sz="1200" b="1">
                <a:solidFill>
                  <a:srgbClr val="808030"/>
                </a:solidFill>
                <a:latin typeface="Courier New"/>
                <a:ea typeface="+mn-lt"/>
                <a:cs typeface="Arial"/>
              </a:rPr>
              <a:t>)</a:t>
            </a:r>
            <a:r>
              <a:rPr lang="vi-VN" sz="1200" b="1">
                <a:solidFill>
                  <a:srgbClr val="000000"/>
                </a:solidFill>
                <a:latin typeface="Courier New"/>
                <a:ea typeface="+mn-lt"/>
                <a:cs typeface="Arial"/>
              </a:rPr>
              <a:t> </a:t>
            </a:r>
            <a:r>
              <a:rPr lang="vi-VN" sz="1200" b="1">
                <a:solidFill>
                  <a:srgbClr val="800080"/>
                </a:solidFill>
                <a:latin typeface="Courier New"/>
                <a:ea typeface="+mn-lt"/>
                <a:cs typeface="Arial"/>
              </a:rPr>
              <a:t>{</a:t>
            </a:r>
            <a:r>
              <a:rPr lang="vi-VN" sz="1200" b="1">
                <a:solidFill>
                  <a:srgbClr val="000000"/>
                </a:solidFill>
                <a:latin typeface="Courier New"/>
                <a:ea typeface="+mn-lt"/>
                <a:cs typeface="Arial"/>
              </a:rPr>
              <a:t> 
        </a:t>
            </a:r>
            <a:r>
              <a:rPr lang="vi-VN" sz="1200" b="1" err="1">
                <a:solidFill>
                  <a:srgbClr val="603000"/>
                </a:solidFill>
                <a:latin typeface="Courier New"/>
                <a:ea typeface="+mn-lt"/>
                <a:cs typeface="Arial"/>
              </a:rPr>
              <a:t>cout</a:t>
            </a:r>
            <a:r>
              <a:rPr lang="vi-VN" sz="1200" b="1">
                <a:solidFill>
                  <a:srgbClr val="000000"/>
                </a:solidFill>
                <a:latin typeface="Courier New"/>
                <a:ea typeface="+mn-lt"/>
                <a:cs typeface="Arial"/>
              </a:rPr>
              <a:t> </a:t>
            </a:r>
            <a:r>
              <a:rPr lang="vi-VN" sz="1200" b="1">
                <a:solidFill>
                  <a:srgbClr val="808030"/>
                </a:solidFill>
                <a:latin typeface="Courier New"/>
                <a:ea typeface="+mn-lt"/>
                <a:cs typeface="Arial"/>
              </a:rPr>
              <a:t>&lt;&lt;</a:t>
            </a:r>
            <a:r>
              <a:rPr lang="vi-VN" sz="1200" b="1">
                <a:solidFill>
                  <a:srgbClr val="000000"/>
                </a:solidFill>
                <a:latin typeface="Courier New"/>
                <a:ea typeface="+mn-lt"/>
                <a:cs typeface="Arial"/>
              </a:rPr>
              <a:t> </a:t>
            </a:r>
            <a:r>
              <a:rPr lang="vi-VN" sz="1200" b="1">
                <a:solidFill>
                  <a:srgbClr val="800000"/>
                </a:solidFill>
                <a:latin typeface="Courier New"/>
                <a:ea typeface="+mn-lt"/>
                <a:cs typeface="Arial"/>
              </a:rPr>
              <a:t>"</a:t>
            </a:r>
            <a:r>
              <a:rPr lang="vi-VN" sz="1200" b="1">
                <a:solidFill>
                  <a:srgbClr val="0000E6"/>
                </a:solidFill>
                <a:latin typeface="Courier New"/>
                <a:ea typeface="+mn-lt"/>
                <a:cs typeface="Arial"/>
              </a:rPr>
              <a:t>Danh </a:t>
            </a:r>
            <a:r>
              <a:rPr lang="vi-VN" sz="1200" b="1" err="1">
                <a:solidFill>
                  <a:srgbClr val="0000E6"/>
                </a:solidFill>
                <a:latin typeface="Courier New"/>
                <a:ea typeface="+mn-lt"/>
                <a:cs typeface="Arial"/>
              </a:rPr>
              <a:t>sach</a:t>
            </a:r>
            <a:r>
              <a:rPr lang="vi-VN" sz="1200" b="1">
                <a:solidFill>
                  <a:srgbClr val="0000E6"/>
                </a:solidFill>
                <a:latin typeface="Courier New"/>
                <a:ea typeface="+mn-lt"/>
                <a:cs typeface="Arial"/>
              </a:rPr>
              <a:t> rong!</a:t>
            </a:r>
            <a:r>
              <a:rPr lang="vi-VN" sz="1200" b="1">
                <a:solidFill>
                  <a:srgbClr val="0F69FF"/>
                </a:solidFill>
                <a:latin typeface="Courier New"/>
                <a:ea typeface="+mn-lt"/>
                <a:cs typeface="Arial"/>
              </a:rPr>
              <a:t>\n</a:t>
            </a:r>
            <a:r>
              <a:rPr lang="vi-VN" sz="1200" b="1">
                <a:solidFill>
                  <a:srgbClr val="800000"/>
                </a:solidFill>
                <a:latin typeface="Courier New"/>
                <a:ea typeface="+mn-lt"/>
                <a:cs typeface="Arial"/>
              </a:rPr>
              <a:t>"</a:t>
            </a:r>
            <a:r>
              <a:rPr lang="vi-VN" sz="1200" b="1">
                <a:solidFill>
                  <a:srgbClr val="800080"/>
                </a:solidFill>
                <a:latin typeface="Courier New"/>
                <a:ea typeface="+mn-lt"/>
                <a:cs typeface="Arial"/>
              </a:rPr>
              <a:t>;</a:t>
            </a:r>
            <a:r>
              <a:rPr lang="vi-VN" sz="1200" b="1">
                <a:solidFill>
                  <a:srgbClr val="000000"/>
                </a:solidFill>
                <a:latin typeface="Courier New"/>
                <a:ea typeface="+mn-lt"/>
                <a:cs typeface="Arial"/>
              </a:rPr>
              <a:t> 
        </a:t>
            </a:r>
            <a:r>
              <a:rPr lang="vi-VN" sz="1200" b="1" err="1">
                <a:solidFill>
                  <a:srgbClr val="800000"/>
                </a:solidFill>
                <a:latin typeface="Courier New"/>
                <a:ea typeface="+mn-lt"/>
                <a:cs typeface="Arial"/>
              </a:rPr>
              <a:t>return</a:t>
            </a:r>
            <a:r>
              <a:rPr lang="vi-VN" sz="1200" b="1">
                <a:solidFill>
                  <a:srgbClr val="800080"/>
                </a:solidFill>
                <a:latin typeface="Courier New"/>
                <a:ea typeface="+mn-lt"/>
                <a:cs typeface="Arial"/>
              </a:rPr>
              <a:t>;</a:t>
            </a:r>
            <a:r>
              <a:rPr lang="vi-VN" sz="1200" b="1">
                <a:solidFill>
                  <a:srgbClr val="000000"/>
                </a:solidFill>
                <a:latin typeface="Courier New"/>
                <a:ea typeface="+mn-lt"/>
                <a:cs typeface="Arial"/>
              </a:rPr>
              <a:t> 
    </a:t>
            </a:r>
            <a:r>
              <a:rPr lang="vi-VN" sz="1200" b="1">
                <a:solidFill>
                  <a:srgbClr val="800080"/>
                </a:solidFill>
                <a:latin typeface="Courier New"/>
                <a:ea typeface="+mn-lt"/>
                <a:cs typeface="Arial"/>
              </a:rPr>
              <a:t>}</a:t>
            </a:r>
            <a:r>
              <a:rPr lang="vi-VN" sz="1200" b="1">
                <a:solidFill>
                  <a:srgbClr val="000000"/>
                </a:solidFill>
                <a:latin typeface="Courier New"/>
                <a:ea typeface="+mn-lt"/>
                <a:cs typeface="Arial"/>
              </a:rPr>
              <a:t> 
    </a:t>
            </a:r>
            <a:r>
              <a:rPr lang="vi-VN" sz="1200" b="1" err="1">
                <a:solidFill>
                  <a:srgbClr val="800000"/>
                </a:solidFill>
                <a:latin typeface="Courier New"/>
                <a:ea typeface="+mn-lt"/>
                <a:cs typeface="Arial"/>
              </a:rPr>
              <a:t>int</a:t>
            </a:r>
            <a:r>
              <a:rPr lang="vi-VN" sz="1200" b="1">
                <a:solidFill>
                  <a:srgbClr val="000000"/>
                </a:solidFill>
                <a:latin typeface="Courier New"/>
                <a:ea typeface="+mn-lt"/>
                <a:cs typeface="Arial"/>
              </a:rPr>
              <a:t> lua</a:t>
            </a:r>
            <a:r>
              <a:rPr lang="vi-VN" sz="1200" b="1">
                <a:solidFill>
                  <a:srgbClr val="800080"/>
                </a:solidFill>
                <a:latin typeface="Courier New"/>
                <a:ea typeface="+mn-lt"/>
                <a:cs typeface="Arial"/>
              </a:rPr>
              <a:t>;</a:t>
            </a:r>
            <a:r>
              <a:rPr lang="vi-VN" sz="1200" b="1">
                <a:solidFill>
                  <a:srgbClr val="000000"/>
                </a:solidFill>
                <a:latin typeface="Courier New"/>
                <a:ea typeface="+mn-lt"/>
                <a:cs typeface="Arial"/>
              </a:rPr>
              <a:t> 
    </a:t>
            </a:r>
            <a:r>
              <a:rPr lang="vi-VN" sz="1200" b="1" err="1">
                <a:solidFill>
                  <a:srgbClr val="603000"/>
                </a:solidFill>
                <a:latin typeface="Courier New"/>
                <a:ea typeface="+mn-lt"/>
                <a:cs typeface="Arial"/>
              </a:rPr>
              <a:t>cout</a:t>
            </a:r>
            <a:r>
              <a:rPr lang="vi-VN" sz="1200" b="1">
                <a:solidFill>
                  <a:srgbClr val="000000"/>
                </a:solidFill>
                <a:latin typeface="Courier New"/>
                <a:ea typeface="+mn-lt"/>
                <a:cs typeface="Arial"/>
              </a:rPr>
              <a:t> </a:t>
            </a:r>
            <a:r>
              <a:rPr lang="vi-VN" sz="1200" b="1">
                <a:solidFill>
                  <a:srgbClr val="808030"/>
                </a:solidFill>
                <a:latin typeface="Courier New"/>
                <a:ea typeface="+mn-lt"/>
                <a:cs typeface="Arial"/>
              </a:rPr>
              <a:t>&lt;&lt;</a:t>
            </a:r>
            <a:r>
              <a:rPr lang="vi-VN" sz="1200" b="1">
                <a:solidFill>
                  <a:srgbClr val="000000"/>
                </a:solidFill>
                <a:latin typeface="Courier New"/>
                <a:ea typeface="+mn-lt"/>
                <a:cs typeface="Arial"/>
              </a:rPr>
              <a:t> </a:t>
            </a:r>
            <a:r>
              <a:rPr lang="vi-VN" sz="1200" b="1">
                <a:solidFill>
                  <a:srgbClr val="800000"/>
                </a:solidFill>
                <a:latin typeface="Courier New"/>
                <a:ea typeface="+mn-lt"/>
                <a:cs typeface="Arial"/>
              </a:rPr>
              <a:t>"</a:t>
            </a:r>
            <a:r>
              <a:rPr lang="vi-VN" sz="1200" b="1">
                <a:solidFill>
                  <a:srgbClr val="0000E6"/>
                </a:solidFill>
                <a:latin typeface="Courier New"/>
                <a:ea typeface="+mn-lt"/>
                <a:cs typeface="Arial"/>
              </a:rPr>
              <a:t>1. Tim theo MSSV</a:t>
            </a:r>
            <a:r>
              <a:rPr lang="vi-VN" sz="1200" b="1">
                <a:solidFill>
                  <a:srgbClr val="0F69FF"/>
                </a:solidFill>
                <a:latin typeface="Courier New"/>
                <a:ea typeface="+mn-lt"/>
                <a:cs typeface="Arial"/>
              </a:rPr>
              <a:t>\n</a:t>
            </a:r>
            <a:r>
              <a:rPr lang="vi-VN" sz="1200" b="1">
                <a:solidFill>
                  <a:srgbClr val="0000E6"/>
                </a:solidFill>
                <a:latin typeface="Courier New"/>
                <a:ea typeface="+mn-lt"/>
                <a:cs typeface="Arial"/>
              </a:rPr>
              <a:t>2. Tim theo ho ten</a:t>
            </a:r>
            <a:r>
              <a:rPr lang="vi-VN" sz="1200" b="1">
                <a:solidFill>
                  <a:srgbClr val="0F69FF"/>
                </a:solidFill>
                <a:latin typeface="Courier New"/>
                <a:ea typeface="+mn-lt"/>
                <a:cs typeface="Arial"/>
              </a:rPr>
              <a:t>\</a:t>
            </a:r>
            <a:r>
              <a:rPr lang="vi-VN" sz="1200" b="1" err="1">
                <a:solidFill>
                  <a:srgbClr val="0F69FF"/>
                </a:solidFill>
                <a:latin typeface="Courier New"/>
                <a:ea typeface="+mn-lt"/>
                <a:cs typeface="Arial"/>
              </a:rPr>
              <a:t>n</a:t>
            </a:r>
            <a:r>
              <a:rPr lang="vi-VN" sz="1200" b="1" err="1">
                <a:solidFill>
                  <a:srgbClr val="0000E6"/>
                </a:solidFill>
                <a:latin typeface="Courier New"/>
                <a:ea typeface="+mn-lt"/>
                <a:cs typeface="Arial"/>
              </a:rPr>
              <a:t>Chon</a:t>
            </a:r>
            <a:r>
              <a:rPr lang="vi-VN" sz="1200" b="1">
                <a:solidFill>
                  <a:srgbClr val="0000E6"/>
                </a:solidFill>
                <a:latin typeface="Courier New"/>
                <a:ea typeface="+mn-lt"/>
                <a:cs typeface="Arial"/>
              </a:rPr>
              <a:t>: </a:t>
            </a:r>
            <a:r>
              <a:rPr lang="vi-VN" sz="1200" b="1">
                <a:solidFill>
                  <a:srgbClr val="800000"/>
                </a:solidFill>
                <a:latin typeface="Courier New"/>
                <a:ea typeface="+mn-lt"/>
                <a:cs typeface="Arial"/>
              </a:rPr>
              <a:t>"</a:t>
            </a:r>
            <a:r>
              <a:rPr lang="vi-VN" sz="1200" b="1">
                <a:solidFill>
                  <a:srgbClr val="800080"/>
                </a:solidFill>
                <a:latin typeface="Courier New"/>
                <a:ea typeface="+mn-lt"/>
                <a:cs typeface="Arial"/>
              </a:rPr>
              <a:t>;</a:t>
            </a:r>
            <a:r>
              <a:rPr lang="vi-VN" sz="1200" b="1">
                <a:solidFill>
                  <a:srgbClr val="000000"/>
                </a:solidFill>
                <a:latin typeface="Courier New"/>
                <a:ea typeface="+mn-lt"/>
                <a:cs typeface="Arial"/>
              </a:rPr>
              <a:t> 
    </a:t>
            </a:r>
            <a:r>
              <a:rPr lang="vi-VN" sz="1200" b="1" err="1">
                <a:solidFill>
                  <a:srgbClr val="603000"/>
                </a:solidFill>
                <a:latin typeface="Courier New"/>
                <a:ea typeface="+mn-lt"/>
                <a:cs typeface="Arial"/>
              </a:rPr>
              <a:t>cin</a:t>
            </a:r>
            <a:r>
              <a:rPr lang="vi-VN" sz="1200" b="1">
                <a:solidFill>
                  <a:srgbClr val="000000"/>
                </a:solidFill>
                <a:latin typeface="Courier New"/>
                <a:ea typeface="+mn-lt"/>
                <a:cs typeface="Arial"/>
              </a:rPr>
              <a:t> </a:t>
            </a:r>
            <a:r>
              <a:rPr lang="vi-VN" sz="1200" b="1">
                <a:solidFill>
                  <a:srgbClr val="808030"/>
                </a:solidFill>
                <a:latin typeface="Courier New"/>
                <a:ea typeface="+mn-lt"/>
                <a:cs typeface="Arial"/>
              </a:rPr>
              <a:t>&gt;&gt;</a:t>
            </a:r>
            <a:r>
              <a:rPr lang="vi-VN" sz="1200" b="1">
                <a:solidFill>
                  <a:srgbClr val="000000"/>
                </a:solidFill>
                <a:latin typeface="Courier New"/>
                <a:ea typeface="+mn-lt"/>
                <a:cs typeface="Arial"/>
              </a:rPr>
              <a:t> lua</a:t>
            </a:r>
            <a:r>
              <a:rPr lang="vi-VN" sz="1200" b="1">
                <a:solidFill>
                  <a:srgbClr val="800080"/>
                </a:solidFill>
                <a:latin typeface="Courier New"/>
                <a:ea typeface="+mn-lt"/>
                <a:cs typeface="Arial"/>
              </a:rPr>
              <a:t>;</a:t>
            </a:r>
            <a:r>
              <a:rPr lang="vi-VN" sz="1200" b="1">
                <a:solidFill>
                  <a:srgbClr val="000000"/>
                </a:solidFill>
                <a:latin typeface="Courier New"/>
                <a:ea typeface="+mn-lt"/>
                <a:cs typeface="Arial"/>
              </a:rPr>
              <a:t> 
    </a:t>
            </a:r>
            <a:r>
              <a:rPr lang="vi-VN" sz="1200" b="1" err="1">
                <a:solidFill>
                  <a:srgbClr val="603000"/>
                </a:solidFill>
                <a:latin typeface="Courier New"/>
                <a:ea typeface="+mn-lt"/>
                <a:cs typeface="Arial"/>
              </a:rPr>
              <a:t>cin</a:t>
            </a:r>
            <a:r>
              <a:rPr lang="vi-VN" sz="1200" b="1" err="1">
                <a:solidFill>
                  <a:srgbClr val="808030"/>
                </a:solidFill>
                <a:latin typeface="Courier New"/>
                <a:ea typeface="+mn-lt"/>
                <a:cs typeface="Arial"/>
              </a:rPr>
              <a:t>.</a:t>
            </a:r>
            <a:r>
              <a:rPr lang="vi-VN" sz="1200" b="1" err="1">
                <a:solidFill>
                  <a:srgbClr val="000000"/>
                </a:solidFill>
                <a:latin typeface="Courier New"/>
                <a:ea typeface="+mn-lt"/>
                <a:cs typeface="Arial"/>
              </a:rPr>
              <a:t>ignore</a:t>
            </a:r>
            <a:r>
              <a:rPr lang="vi-VN" sz="1200" b="1">
                <a:solidFill>
                  <a:srgbClr val="808030"/>
                </a:solidFill>
                <a:latin typeface="Courier New"/>
                <a:ea typeface="+mn-lt"/>
                <a:cs typeface="Arial"/>
              </a:rPr>
              <a:t>()</a:t>
            </a:r>
            <a:r>
              <a:rPr lang="vi-VN" sz="1200" b="1">
                <a:solidFill>
                  <a:srgbClr val="800080"/>
                </a:solidFill>
                <a:latin typeface="Courier New"/>
                <a:ea typeface="+mn-lt"/>
                <a:cs typeface="Arial"/>
              </a:rPr>
              <a:t>;</a:t>
            </a:r>
            <a:r>
              <a:rPr lang="vi-VN" sz="1200" b="1">
                <a:solidFill>
                  <a:srgbClr val="000000"/>
                </a:solidFill>
                <a:latin typeface="Courier New"/>
                <a:ea typeface="+mn-lt"/>
                <a:cs typeface="Arial"/>
              </a:rPr>
              <a:t> 
    </a:t>
            </a:r>
            <a:r>
              <a:rPr lang="vi-VN" sz="1200" b="1" err="1">
                <a:solidFill>
                  <a:srgbClr val="800000"/>
                </a:solidFill>
                <a:latin typeface="Courier New"/>
                <a:ea typeface="+mn-lt"/>
                <a:cs typeface="Arial"/>
              </a:rPr>
              <a:t>if</a:t>
            </a:r>
            <a:r>
              <a:rPr lang="vi-VN" sz="1200" b="1">
                <a:solidFill>
                  <a:srgbClr val="000000"/>
                </a:solidFill>
                <a:latin typeface="Courier New"/>
                <a:ea typeface="+mn-lt"/>
                <a:cs typeface="Arial"/>
              </a:rPr>
              <a:t> </a:t>
            </a:r>
            <a:r>
              <a:rPr lang="vi-VN" sz="1200" b="1">
                <a:solidFill>
                  <a:srgbClr val="808030"/>
                </a:solidFill>
                <a:latin typeface="Courier New"/>
                <a:ea typeface="+mn-lt"/>
                <a:cs typeface="Arial"/>
              </a:rPr>
              <a:t>(</a:t>
            </a:r>
            <a:r>
              <a:rPr lang="vi-VN" sz="1200" b="1">
                <a:solidFill>
                  <a:srgbClr val="000000"/>
                </a:solidFill>
                <a:latin typeface="Courier New"/>
                <a:ea typeface="+mn-lt"/>
                <a:cs typeface="Arial"/>
              </a:rPr>
              <a:t>lua </a:t>
            </a:r>
            <a:r>
              <a:rPr lang="vi-VN" sz="1200" b="1">
                <a:solidFill>
                  <a:srgbClr val="808030"/>
                </a:solidFill>
                <a:latin typeface="Courier New"/>
                <a:ea typeface="+mn-lt"/>
                <a:cs typeface="Arial"/>
              </a:rPr>
              <a:t>==</a:t>
            </a:r>
            <a:r>
              <a:rPr lang="vi-VN" sz="1200" b="1">
                <a:solidFill>
                  <a:srgbClr val="000000"/>
                </a:solidFill>
                <a:latin typeface="Courier New"/>
                <a:ea typeface="+mn-lt"/>
                <a:cs typeface="Arial"/>
              </a:rPr>
              <a:t> </a:t>
            </a:r>
            <a:r>
              <a:rPr lang="vi-VN" sz="1200" b="1">
                <a:solidFill>
                  <a:srgbClr val="008C00"/>
                </a:solidFill>
                <a:latin typeface="Courier New"/>
                <a:ea typeface="+mn-lt"/>
                <a:cs typeface="Arial"/>
              </a:rPr>
              <a:t>1</a:t>
            </a:r>
            <a:r>
              <a:rPr lang="vi-VN" sz="1200" b="1">
                <a:solidFill>
                  <a:srgbClr val="808030"/>
                </a:solidFill>
                <a:latin typeface="Courier New"/>
                <a:ea typeface="+mn-lt"/>
                <a:cs typeface="Arial"/>
              </a:rPr>
              <a:t>)</a:t>
            </a:r>
            <a:r>
              <a:rPr lang="vi-VN" sz="1200" b="1">
                <a:solidFill>
                  <a:srgbClr val="000000"/>
                </a:solidFill>
                <a:latin typeface="Courier New"/>
                <a:ea typeface="+mn-lt"/>
                <a:cs typeface="Arial"/>
              </a:rPr>
              <a:t> </a:t>
            </a:r>
            <a:r>
              <a:rPr lang="vi-VN" sz="1200" b="1">
                <a:solidFill>
                  <a:srgbClr val="800080"/>
                </a:solidFill>
                <a:latin typeface="Courier New"/>
                <a:ea typeface="+mn-lt"/>
                <a:cs typeface="Arial"/>
              </a:rPr>
              <a:t>{</a:t>
            </a:r>
            <a:r>
              <a:rPr lang="vi-VN" sz="1200" b="1">
                <a:solidFill>
                  <a:srgbClr val="000000"/>
                </a:solidFill>
                <a:latin typeface="Courier New"/>
                <a:ea typeface="+mn-lt"/>
                <a:cs typeface="Arial"/>
              </a:rPr>
              <a:t> 
        </a:t>
            </a:r>
            <a:r>
              <a:rPr lang="vi-VN" sz="1200" b="1" err="1">
                <a:solidFill>
                  <a:srgbClr val="800000"/>
                </a:solidFill>
                <a:latin typeface="Courier New"/>
                <a:ea typeface="+mn-lt"/>
                <a:cs typeface="Arial"/>
              </a:rPr>
              <a:t>int</a:t>
            </a:r>
            <a:r>
              <a:rPr lang="vi-VN" sz="1200" b="1">
                <a:solidFill>
                  <a:srgbClr val="000000"/>
                </a:solidFill>
                <a:latin typeface="Courier New"/>
                <a:ea typeface="+mn-lt"/>
                <a:cs typeface="Arial"/>
              </a:rPr>
              <a:t> </a:t>
            </a:r>
            <a:r>
              <a:rPr lang="vi-VN" sz="1200" b="1" err="1">
                <a:solidFill>
                  <a:srgbClr val="000000"/>
                </a:solidFill>
                <a:latin typeface="Courier New"/>
                <a:ea typeface="+mn-lt"/>
                <a:cs typeface="Arial"/>
              </a:rPr>
              <a:t>mssv</a:t>
            </a:r>
            <a:r>
              <a:rPr lang="vi-VN" sz="1200" b="1">
                <a:solidFill>
                  <a:srgbClr val="800080"/>
                </a:solidFill>
                <a:latin typeface="Courier New"/>
                <a:ea typeface="+mn-lt"/>
                <a:cs typeface="Arial"/>
              </a:rPr>
              <a:t>;</a:t>
            </a:r>
            <a:r>
              <a:rPr lang="vi-VN" sz="1200" b="1">
                <a:solidFill>
                  <a:srgbClr val="000000"/>
                </a:solidFill>
                <a:latin typeface="Courier New"/>
                <a:ea typeface="+mn-lt"/>
                <a:cs typeface="Arial"/>
              </a:rPr>
              <a:t> 
        </a:t>
            </a:r>
            <a:r>
              <a:rPr lang="vi-VN" sz="1200" b="1" err="1">
                <a:solidFill>
                  <a:srgbClr val="603000"/>
                </a:solidFill>
                <a:latin typeface="Courier New"/>
                <a:ea typeface="+mn-lt"/>
                <a:cs typeface="Arial"/>
              </a:rPr>
              <a:t>cout</a:t>
            </a:r>
            <a:r>
              <a:rPr lang="vi-VN" sz="1200" b="1">
                <a:solidFill>
                  <a:srgbClr val="000000"/>
                </a:solidFill>
                <a:latin typeface="Courier New"/>
                <a:ea typeface="+mn-lt"/>
                <a:cs typeface="Arial"/>
              </a:rPr>
              <a:t> </a:t>
            </a:r>
            <a:r>
              <a:rPr lang="vi-VN" sz="1200" b="1">
                <a:solidFill>
                  <a:srgbClr val="808030"/>
                </a:solidFill>
                <a:latin typeface="Courier New"/>
                <a:ea typeface="+mn-lt"/>
                <a:cs typeface="Arial"/>
              </a:rPr>
              <a:t>&lt;&lt;</a:t>
            </a:r>
            <a:r>
              <a:rPr lang="vi-VN" sz="1200" b="1">
                <a:solidFill>
                  <a:srgbClr val="000000"/>
                </a:solidFill>
                <a:latin typeface="Courier New"/>
                <a:ea typeface="+mn-lt"/>
                <a:cs typeface="Arial"/>
              </a:rPr>
              <a:t> </a:t>
            </a:r>
            <a:r>
              <a:rPr lang="vi-VN" sz="1200" b="1">
                <a:solidFill>
                  <a:srgbClr val="800000"/>
                </a:solidFill>
                <a:latin typeface="Courier New"/>
                <a:ea typeface="+mn-lt"/>
                <a:cs typeface="Arial"/>
              </a:rPr>
              <a:t>"</a:t>
            </a:r>
            <a:r>
              <a:rPr lang="vi-VN" sz="1200" b="1" err="1">
                <a:solidFill>
                  <a:srgbClr val="0000E6"/>
                </a:solidFill>
                <a:latin typeface="Courier New"/>
                <a:ea typeface="+mn-lt"/>
                <a:cs typeface="Arial"/>
              </a:rPr>
              <a:t>Nhap</a:t>
            </a:r>
            <a:r>
              <a:rPr lang="vi-VN" sz="1200" b="1">
                <a:solidFill>
                  <a:srgbClr val="0000E6"/>
                </a:solidFill>
                <a:latin typeface="Courier New"/>
                <a:ea typeface="+mn-lt"/>
                <a:cs typeface="Arial"/>
              </a:rPr>
              <a:t> MSSV: </a:t>
            </a:r>
            <a:r>
              <a:rPr lang="vi-VN" sz="1200" b="1">
                <a:solidFill>
                  <a:srgbClr val="800000"/>
                </a:solidFill>
                <a:latin typeface="Courier New"/>
                <a:ea typeface="+mn-lt"/>
                <a:cs typeface="Arial"/>
              </a:rPr>
              <a:t>"</a:t>
            </a:r>
            <a:r>
              <a:rPr lang="vi-VN" sz="1200" b="1">
                <a:solidFill>
                  <a:srgbClr val="800080"/>
                </a:solidFill>
                <a:latin typeface="Courier New"/>
                <a:ea typeface="+mn-lt"/>
                <a:cs typeface="Arial"/>
              </a:rPr>
              <a:t>;</a:t>
            </a:r>
            <a:r>
              <a:rPr lang="vi-VN" sz="1200" b="1">
                <a:solidFill>
                  <a:srgbClr val="000000"/>
                </a:solidFill>
                <a:latin typeface="Courier New"/>
                <a:ea typeface="+mn-lt"/>
                <a:cs typeface="Arial"/>
              </a:rPr>
              <a:t> 
        </a:t>
            </a:r>
            <a:r>
              <a:rPr lang="vi-VN" sz="1200" b="1" err="1">
                <a:solidFill>
                  <a:srgbClr val="603000"/>
                </a:solidFill>
                <a:latin typeface="Courier New"/>
                <a:ea typeface="+mn-lt"/>
                <a:cs typeface="Arial"/>
              </a:rPr>
              <a:t>cin</a:t>
            </a:r>
            <a:r>
              <a:rPr lang="vi-VN" sz="1200" b="1">
                <a:solidFill>
                  <a:srgbClr val="000000"/>
                </a:solidFill>
                <a:latin typeface="Courier New"/>
                <a:ea typeface="+mn-lt"/>
                <a:cs typeface="Arial"/>
              </a:rPr>
              <a:t> </a:t>
            </a:r>
            <a:r>
              <a:rPr lang="vi-VN" sz="1200" b="1">
                <a:solidFill>
                  <a:srgbClr val="808030"/>
                </a:solidFill>
                <a:latin typeface="Courier New"/>
                <a:ea typeface="+mn-lt"/>
                <a:cs typeface="Arial"/>
              </a:rPr>
              <a:t>&gt;&gt;</a:t>
            </a:r>
            <a:r>
              <a:rPr lang="vi-VN" sz="1200" b="1">
                <a:solidFill>
                  <a:srgbClr val="000000"/>
                </a:solidFill>
                <a:latin typeface="Courier New"/>
                <a:ea typeface="+mn-lt"/>
                <a:cs typeface="Arial"/>
              </a:rPr>
              <a:t> </a:t>
            </a:r>
            <a:r>
              <a:rPr lang="vi-VN" sz="1200" b="1" err="1">
                <a:solidFill>
                  <a:srgbClr val="000000"/>
                </a:solidFill>
                <a:latin typeface="Courier New"/>
                <a:ea typeface="+mn-lt"/>
                <a:cs typeface="Arial"/>
              </a:rPr>
              <a:t>mssv</a:t>
            </a:r>
            <a:r>
              <a:rPr lang="vi-VN" sz="1200" b="1">
                <a:solidFill>
                  <a:srgbClr val="800080"/>
                </a:solidFill>
                <a:latin typeface="Courier New"/>
                <a:ea typeface="+mn-lt"/>
                <a:cs typeface="Arial"/>
              </a:rPr>
              <a:t>;</a:t>
            </a:r>
            <a:r>
              <a:rPr lang="vi-VN" sz="1200" b="1">
                <a:solidFill>
                  <a:srgbClr val="000000"/>
                </a:solidFill>
                <a:latin typeface="Courier New"/>
                <a:ea typeface="+mn-lt"/>
                <a:cs typeface="Arial"/>
              </a:rPr>
              <a:t> 
        </a:t>
            </a:r>
            <a:r>
              <a:rPr lang="vi-VN" sz="1200" b="1" err="1">
                <a:solidFill>
                  <a:srgbClr val="000000"/>
                </a:solidFill>
                <a:latin typeface="Courier New"/>
                <a:ea typeface="+mn-lt"/>
                <a:cs typeface="Arial"/>
              </a:rPr>
              <a:t>SinhVien</a:t>
            </a:r>
            <a:r>
              <a:rPr lang="vi-VN" sz="1200" b="1">
                <a:solidFill>
                  <a:srgbClr val="808030"/>
                </a:solidFill>
                <a:latin typeface="Courier New"/>
                <a:ea typeface="+mn-lt"/>
                <a:cs typeface="Arial"/>
              </a:rPr>
              <a:t>*</a:t>
            </a:r>
            <a:r>
              <a:rPr lang="vi-VN" sz="1200" b="1">
                <a:solidFill>
                  <a:srgbClr val="000000"/>
                </a:solidFill>
                <a:latin typeface="Courier New"/>
                <a:ea typeface="+mn-lt"/>
                <a:cs typeface="Arial"/>
              </a:rPr>
              <a:t> s </a:t>
            </a:r>
            <a:r>
              <a:rPr lang="vi-VN" sz="1200" b="1">
                <a:solidFill>
                  <a:srgbClr val="808030"/>
                </a:solidFill>
                <a:latin typeface="Courier New"/>
                <a:ea typeface="+mn-lt"/>
                <a:cs typeface="Arial"/>
              </a:rPr>
              <a:t>=</a:t>
            </a:r>
            <a:r>
              <a:rPr lang="vi-VN" sz="1200" b="1">
                <a:solidFill>
                  <a:srgbClr val="000000"/>
                </a:solidFill>
                <a:latin typeface="Courier New"/>
                <a:ea typeface="+mn-lt"/>
                <a:cs typeface="Arial"/>
              </a:rPr>
              <a:t> </a:t>
            </a:r>
            <a:r>
              <a:rPr lang="vi-VN" sz="1200" b="1" err="1">
                <a:solidFill>
                  <a:srgbClr val="000000"/>
                </a:solidFill>
                <a:latin typeface="Courier New"/>
                <a:ea typeface="+mn-lt"/>
                <a:cs typeface="Arial"/>
              </a:rPr>
              <a:t>timSinhVienTheoMSSV</a:t>
            </a:r>
            <a:r>
              <a:rPr lang="vi-VN" sz="1200" b="1">
                <a:solidFill>
                  <a:srgbClr val="808030"/>
                </a:solidFill>
                <a:latin typeface="Courier New"/>
                <a:ea typeface="+mn-lt"/>
                <a:cs typeface="Arial"/>
              </a:rPr>
              <a:t>(</a:t>
            </a:r>
            <a:r>
              <a:rPr lang="vi-VN" sz="1200" b="1" err="1">
                <a:solidFill>
                  <a:srgbClr val="000000"/>
                </a:solidFill>
                <a:latin typeface="Courier New"/>
                <a:ea typeface="+mn-lt"/>
                <a:cs typeface="Arial"/>
              </a:rPr>
              <a:t>mssv</a:t>
            </a:r>
            <a:r>
              <a:rPr lang="vi-VN" sz="1200" b="1">
                <a:solidFill>
                  <a:srgbClr val="808030"/>
                </a:solidFill>
                <a:latin typeface="Courier New"/>
                <a:ea typeface="+mn-lt"/>
                <a:cs typeface="Arial"/>
              </a:rPr>
              <a:t>)</a:t>
            </a:r>
            <a:r>
              <a:rPr lang="vi-VN" sz="1200" b="1">
                <a:solidFill>
                  <a:srgbClr val="800080"/>
                </a:solidFill>
                <a:latin typeface="Courier New"/>
                <a:ea typeface="+mn-lt"/>
                <a:cs typeface="Arial"/>
              </a:rPr>
              <a:t>;</a:t>
            </a:r>
            <a:r>
              <a:rPr lang="vi-VN" sz="1200" b="1">
                <a:solidFill>
                  <a:srgbClr val="000000"/>
                </a:solidFill>
                <a:latin typeface="Courier New"/>
                <a:ea typeface="+mn-lt"/>
                <a:cs typeface="Arial"/>
              </a:rPr>
              <a:t> 
        </a:t>
            </a:r>
            <a:r>
              <a:rPr lang="vi-VN" sz="1200" b="1" err="1">
                <a:solidFill>
                  <a:srgbClr val="800000"/>
                </a:solidFill>
                <a:latin typeface="Courier New"/>
                <a:ea typeface="+mn-lt"/>
                <a:cs typeface="Arial"/>
              </a:rPr>
              <a:t>if</a:t>
            </a:r>
            <a:r>
              <a:rPr lang="vi-VN" sz="1200" b="1">
                <a:solidFill>
                  <a:srgbClr val="000000"/>
                </a:solidFill>
                <a:latin typeface="Courier New"/>
                <a:ea typeface="+mn-lt"/>
                <a:cs typeface="Arial"/>
              </a:rPr>
              <a:t> </a:t>
            </a:r>
            <a:r>
              <a:rPr lang="vi-VN" sz="1200" b="1">
                <a:solidFill>
                  <a:srgbClr val="808030"/>
                </a:solidFill>
                <a:latin typeface="Courier New"/>
                <a:ea typeface="+mn-lt"/>
                <a:cs typeface="Arial"/>
              </a:rPr>
              <a:t>(</a:t>
            </a:r>
            <a:r>
              <a:rPr lang="vi-VN" sz="1200" b="1">
                <a:solidFill>
                  <a:srgbClr val="000000"/>
                </a:solidFill>
                <a:latin typeface="Courier New"/>
                <a:ea typeface="+mn-lt"/>
                <a:cs typeface="Arial"/>
              </a:rPr>
              <a:t>s</a:t>
            </a:r>
            <a:r>
              <a:rPr lang="vi-VN" sz="1200" b="1">
                <a:solidFill>
                  <a:srgbClr val="808030"/>
                </a:solidFill>
                <a:latin typeface="Courier New"/>
                <a:ea typeface="+mn-lt"/>
                <a:cs typeface="Arial"/>
              </a:rPr>
              <a:t>)</a:t>
            </a:r>
            <a:r>
              <a:rPr lang="vi-VN" sz="1200" b="1">
                <a:solidFill>
                  <a:srgbClr val="000000"/>
                </a:solidFill>
                <a:latin typeface="Courier New"/>
                <a:ea typeface="+mn-lt"/>
                <a:cs typeface="Arial"/>
              </a:rPr>
              <a:t> 
            </a:t>
            </a:r>
            <a:r>
              <a:rPr lang="vi-VN" sz="1200" b="1" err="1">
                <a:solidFill>
                  <a:srgbClr val="603000"/>
                </a:solidFill>
                <a:latin typeface="Courier New"/>
                <a:ea typeface="+mn-lt"/>
                <a:cs typeface="Arial"/>
              </a:rPr>
              <a:t>cout</a:t>
            </a:r>
            <a:r>
              <a:rPr lang="vi-VN" sz="1200" b="1">
                <a:solidFill>
                  <a:srgbClr val="000000"/>
                </a:solidFill>
                <a:latin typeface="Courier New"/>
                <a:ea typeface="+mn-lt"/>
                <a:cs typeface="Arial"/>
              </a:rPr>
              <a:t> </a:t>
            </a:r>
            <a:r>
              <a:rPr lang="vi-VN" sz="1200" b="1">
                <a:solidFill>
                  <a:srgbClr val="808030"/>
                </a:solidFill>
                <a:latin typeface="Courier New"/>
                <a:ea typeface="+mn-lt"/>
                <a:cs typeface="Arial"/>
              </a:rPr>
              <a:t>&lt;&lt;</a:t>
            </a:r>
            <a:r>
              <a:rPr lang="vi-VN" sz="1200" b="1">
                <a:solidFill>
                  <a:srgbClr val="000000"/>
                </a:solidFill>
                <a:latin typeface="Courier New"/>
                <a:ea typeface="+mn-lt"/>
                <a:cs typeface="Arial"/>
              </a:rPr>
              <a:t> </a:t>
            </a:r>
            <a:r>
              <a:rPr lang="vi-VN" sz="1200" b="1">
                <a:solidFill>
                  <a:srgbClr val="800000"/>
                </a:solidFill>
                <a:latin typeface="Courier New"/>
                <a:ea typeface="+mn-lt"/>
                <a:cs typeface="Arial"/>
              </a:rPr>
              <a:t>"</a:t>
            </a:r>
            <a:r>
              <a:rPr lang="vi-VN" sz="1200" b="1">
                <a:solidFill>
                  <a:srgbClr val="0000E6"/>
                </a:solidFill>
                <a:latin typeface="Courier New"/>
                <a:ea typeface="+mn-lt"/>
                <a:cs typeface="Arial"/>
              </a:rPr>
              <a:t>Tim thay: </a:t>
            </a:r>
            <a:r>
              <a:rPr lang="vi-VN" sz="1200" b="1">
                <a:solidFill>
                  <a:srgbClr val="800000"/>
                </a:solidFill>
                <a:latin typeface="Courier New"/>
                <a:ea typeface="+mn-lt"/>
                <a:cs typeface="Arial"/>
              </a:rPr>
              <a:t>"</a:t>
            </a:r>
            <a:r>
              <a:rPr lang="vi-VN" sz="1200" b="1">
                <a:solidFill>
                  <a:srgbClr val="000000"/>
                </a:solidFill>
                <a:latin typeface="Courier New"/>
                <a:ea typeface="+mn-lt"/>
                <a:cs typeface="Arial"/>
              </a:rPr>
              <a:t> </a:t>
            </a:r>
            <a:r>
              <a:rPr lang="vi-VN" sz="1200" b="1">
                <a:solidFill>
                  <a:srgbClr val="808030"/>
                </a:solidFill>
                <a:latin typeface="Courier New"/>
                <a:ea typeface="+mn-lt"/>
                <a:cs typeface="Arial"/>
              </a:rPr>
              <a:t>&lt;&lt;</a:t>
            </a:r>
            <a:r>
              <a:rPr lang="vi-VN" sz="1200" b="1">
                <a:solidFill>
                  <a:srgbClr val="000000"/>
                </a:solidFill>
                <a:latin typeface="Courier New"/>
                <a:ea typeface="+mn-lt"/>
                <a:cs typeface="Arial"/>
              </a:rPr>
              <a:t> s</a:t>
            </a:r>
            <a:r>
              <a:rPr lang="vi-VN" sz="1200" b="1">
                <a:solidFill>
                  <a:srgbClr val="808030"/>
                </a:solidFill>
                <a:latin typeface="Courier New"/>
                <a:ea typeface="+mn-lt"/>
                <a:cs typeface="Arial"/>
              </a:rPr>
              <a:t>-&gt;</a:t>
            </a:r>
            <a:r>
              <a:rPr lang="vi-VN" sz="1200" b="1" err="1">
                <a:solidFill>
                  <a:srgbClr val="000000"/>
                </a:solidFill>
                <a:latin typeface="Courier New"/>
                <a:ea typeface="+mn-lt"/>
                <a:cs typeface="Arial"/>
              </a:rPr>
              <a:t>hoTen</a:t>
            </a:r>
            <a:r>
              <a:rPr lang="vi-VN" sz="1200" b="1">
                <a:solidFill>
                  <a:srgbClr val="000000"/>
                </a:solidFill>
                <a:latin typeface="Courier New"/>
                <a:ea typeface="+mn-lt"/>
                <a:cs typeface="Arial"/>
              </a:rPr>
              <a:t> </a:t>
            </a:r>
            <a:r>
              <a:rPr lang="vi-VN" sz="1200" b="1">
                <a:solidFill>
                  <a:srgbClr val="808030"/>
                </a:solidFill>
                <a:latin typeface="Courier New"/>
                <a:ea typeface="+mn-lt"/>
                <a:cs typeface="Arial"/>
              </a:rPr>
              <a:t>&lt;&lt;</a:t>
            </a:r>
            <a:r>
              <a:rPr lang="vi-VN" sz="1200" b="1">
                <a:solidFill>
                  <a:srgbClr val="000000"/>
                </a:solidFill>
                <a:latin typeface="Courier New"/>
                <a:ea typeface="+mn-lt"/>
                <a:cs typeface="Arial"/>
              </a:rPr>
              <a:t> </a:t>
            </a:r>
            <a:r>
              <a:rPr lang="vi-VN" sz="1200" b="1">
                <a:solidFill>
                  <a:srgbClr val="800000"/>
                </a:solidFill>
                <a:latin typeface="Courier New"/>
                <a:ea typeface="+mn-lt"/>
                <a:cs typeface="Arial"/>
              </a:rPr>
              <a:t>"</a:t>
            </a:r>
            <a:r>
              <a:rPr lang="vi-VN" sz="1200" b="1">
                <a:solidFill>
                  <a:srgbClr val="0000E6"/>
                </a:solidFill>
                <a:latin typeface="Courier New"/>
                <a:ea typeface="+mn-lt"/>
                <a:cs typeface="Arial"/>
              </a:rPr>
              <a:t> - </a:t>
            </a:r>
            <a:r>
              <a:rPr lang="vi-VN" sz="1200" b="1" err="1">
                <a:solidFill>
                  <a:srgbClr val="0000E6"/>
                </a:solidFill>
                <a:latin typeface="Courier New"/>
                <a:ea typeface="+mn-lt"/>
                <a:cs typeface="Arial"/>
              </a:rPr>
              <a:t>Lop</a:t>
            </a:r>
            <a:r>
              <a:rPr lang="vi-VN" sz="1200" b="1">
                <a:solidFill>
                  <a:srgbClr val="0000E6"/>
                </a:solidFill>
                <a:latin typeface="Courier New"/>
                <a:ea typeface="+mn-lt"/>
                <a:cs typeface="Arial"/>
              </a:rPr>
              <a:t>: </a:t>
            </a:r>
            <a:r>
              <a:rPr lang="vi-VN" sz="1200" b="1">
                <a:solidFill>
                  <a:srgbClr val="800000"/>
                </a:solidFill>
                <a:latin typeface="Courier New"/>
                <a:ea typeface="+mn-lt"/>
                <a:cs typeface="Arial"/>
              </a:rPr>
              <a:t>"</a:t>
            </a:r>
            <a:r>
              <a:rPr lang="vi-VN" sz="1200" b="1">
                <a:solidFill>
                  <a:srgbClr val="000000"/>
                </a:solidFill>
                <a:latin typeface="Courier New"/>
                <a:ea typeface="+mn-lt"/>
                <a:cs typeface="Arial"/>
              </a:rPr>
              <a:t> </a:t>
            </a:r>
            <a:r>
              <a:rPr lang="vi-VN" sz="1200" b="1">
                <a:solidFill>
                  <a:srgbClr val="808030"/>
                </a:solidFill>
                <a:latin typeface="Courier New"/>
                <a:ea typeface="+mn-lt"/>
                <a:cs typeface="Arial"/>
              </a:rPr>
              <a:t>&lt;&lt;</a:t>
            </a:r>
            <a:r>
              <a:rPr lang="vi-VN" sz="1200" b="1">
                <a:solidFill>
                  <a:srgbClr val="000000"/>
                </a:solidFill>
                <a:latin typeface="Courier New"/>
                <a:ea typeface="+mn-lt"/>
                <a:cs typeface="Arial"/>
              </a:rPr>
              <a:t> s</a:t>
            </a:r>
            <a:r>
              <a:rPr lang="vi-VN" sz="1200" b="1">
                <a:solidFill>
                  <a:srgbClr val="808030"/>
                </a:solidFill>
                <a:latin typeface="Courier New"/>
                <a:ea typeface="+mn-lt"/>
                <a:cs typeface="Arial"/>
              </a:rPr>
              <a:t>-&gt;</a:t>
            </a:r>
            <a:r>
              <a:rPr lang="vi-VN" sz="1200" b="1" err="1">
                <a:solidFill>
                  <a:srgbClr val="000000"/>
                </a:solidFill>
                <a:latin typeface="Courier New"/>
                <a:ea typeface="+mn-lt"/>
                <a:cs typeface="Arial"/>
              </a:rPr>
              <a:t>lop</a:t>
            </a:r>
            <a:r>
              <a:rPr lang="vi-VN" sz="1200" b="1">
                <a:solidFill>
                  <a:srgbClr val="000000"/>
                </a:solidFill>
                <a:latin typeface="Courier New"/>
                <a:ea typeface="+mn-lt"/>
                <a:cs typeface="Arial"/>
              </a:rPr>
              <a:t> </a:t>
            </a:r>
            <a:r>
              <a:rPr lang="vi-VN" sz="1200" b="1">
                <a:solidFill>
                  <a:srgbClr val="808030"/>
                </a:solidFill>
                <a:latin typeface="Courier New"/>
                <a:ea typeface="+mn-lt"/>
                <a:cs typeface="Arial"/>
              </a:rPr>
              <a:t>&lt;&lt;</a:t>
            </a:r>
            <a:r>
              <a:rPr lang="vi-VN" sz="1200" b="1" err="1">
                <a:solidFill>
                  <a:srgbClr val="603000"/>
                </a:solidFill>
                <a:latin typeface="Courier New"/>
                <a:ea typeface="+mn-lt"/>
                <a:cs typeface="Arial"/>
              </a:rPr>
              <a:t>endl</a:t>
            </a:r>
            <a:r>
              <a:rPr lang="vi-VN" sz="1200" b="1">
                <a:solidFill>
                  <a:srgbClr val="800080"/>
                </a:solidFill>
                <a:latin typeface="Courier New"/>
                <a:ea typeface="+mn-lt"/>
                <a:cs typeface="Arial"/>
              </a:rPr>
              <a:t>;</a:t>
            </a:r>
            <a:r>
              <a:rPr lang="vi-VN" sz="1200" b="1">
                <a:solidFill>
                  <a:srgbClr val="000000"/>
                </a:solidFill>
                <a:latin typeface="Courier New"/>
                <a:ea typeface="+mn-lt"/>
                <a:cs typeface="Arial"/>
              </a:rPr>
              <a:t> 
        </a:t>
            </a:r>
            <a:r>
              <a:rPr lang="vi-VN" sz="1200" b="1" err="1">
                <a:solidFill>
                  <a:srgbClr val="800000"/>
                </a:solidFill>
                <a:latin typeface="Courier New"/>
                <a:ea typeface="+mn-lt"/>
                <a:cs typeface="Arial"/>
              </a:rPr>
              <a:t>else</a:t>
            </a:r>
            <a:r>
              <a:rPr lang="vi-VN" sz="1200" b="1">
                <a:solidFill>
                  <a:srgbClr val="000000"/>
                </a:solidFill>
                <a:latin typeface="Courier New"/>
                <a:ea typeface="+mn-lt"/>
                <a:cs typeface="Arial"/>
              </a:rPr>
              <a:t> 
            </a:t>
            </a:r>
            <a:r>
              <a:rPr lang="vi-VN" sz="1200" b="1" err="1">
                <a:solidFill>
                  <a:srgbClr val="603000"/>
                </a:solidFill>
                <a:latin typeface="Courier New"/>
                <a:ea typeface="+mn-lt"/>
                <a:cs typeface="Arial"/>
              </a:rPr>
              <a:t>cout</a:t>
            </a:r>
            <a:r>
              <a:rPr lang="vi-VN" sz="1200" b="1">
                <a:solidFill>
                  <a:srgbClr val="000000"/>
                </a:solidFill>
                <a:latin typeface="Courier New"/>
                <a:ea typeface="+mn-lt"/>
                <a:cs typeface="Arial"/>
              </a:rPr>
              <a:t> </a:t>
            </a:r>
            <a:r>
              <a:rPr lang="vi-VN" sz="1200" b="1">
                <a:solidFill>
                  <a:srgbClr val="808030"/>
                </a:solidFill>
                <a:latin typeface="Courier New"/>
                <a:ea typeface="+mn-lt"/>
                <a:cs typeface="Arial"/>
              </a:rPr>
              <a:t>&lt;&lt;</a:t>
            </a:r>
            <a:r>
              <a:rPr lang="vi-VN" sz="1200" b="1">
                <a:solidFill>
                  <a:srgbClr val="000000"/>
                </a:solidFill>
                <a:latin typeface="Courier New"/>
                <a:ea typeface="+mn-lt"/>
                <a:cs typeface="Arial"/>
              </a:rPr>
              <a:t> </a:t>
            </a:r>
            <a:r>
              <a:rPr lang="vi-VN" sz="1200" b="1">
                <a:solidFill>
                  <a:srgbClr val="800000"/>
                </a:solidFill>
                <a:latin typeface="Courier New"/>
                <a:ea typeface="+mn-lt"/>
                <a:cs typeface="Arial"/>
              </a:rPr>
              <a:t>"</a:t>
            </a:r>
            <a:r>
              <a:rPr lang="vi-VN" sz="1200" b="1" err="1">
                <a:solidFill>
                  <a:srgbClr val="0000E6"/>
                </a:solidFill>
                <a:latin typeface="Courier New"/>
                <a:ea typeface="+mn-lt"/>
                <a:cs typeface="Arial"/>
              </a:rPr>
              <a:t>Khong</a:t>
            </a:r>
            <a:r>
              <a:rPr lang="vi-VN" sz="1200" b="1">
                <a:solidFill>
                  <a:srgbClr val="0000E6"/>
                </a:solidFill>
                <a:latin typeface="Courier New"/>
                <a:ea typeface="+mn-lt"/>
                <a:cs typeface="Arial"/>
              </a:rPr>
              <a:t> tim thay!</a:t>
            </a:r>
            <a:r>
              <a:rPr lang="vi-VN" sz="1200" b="1">
                <a:solidFill>
                  <a:srgbClr val="0F69FF"/>
                </a:solidFill>
                <a:latin typeface="Courier New"/>
                <a:ea typeface="+mn-lt"/>
                <a:cs typeface="Arial"/>
              </a:rPr>
              <a:t>\n</a:t>
            </a:r>
            <a:r>
              <a:rPr lang="vi-VN" sz="1200" b="1">
                <a:solidFill>
                  <a:srgbClr val="800000"/>
                </a:solidFill>
                <a:latin typeface="Courier New"/>
                <a:ea typeface="+mn-lt"/>
                <a:cs typeface="Arial"/>
              </a:rPr>
              <a:t>"</a:t>
            </a:r>
            <a:r>
              <a:rPr lang="vi-VN" sz="1200" b="1">
                <a:solidFill>
                  <a:srgbClr val="800080"/>
                </a:solidFill>
                <a:latin typeface="Courier New"/>
                <a:ea typeface="+mn-lt"/>
                <a:cs typeface="Arial"/>
              </a:rPr>
              <a:t>;</a:t>
            </a:r>
            <a:r>
              <a:rPr lang="vi-VN" sz="1200" b="1">
                <a:solidFill>
                  <a:srgbClr val="000000"/>
                </a:solidFill>
                <a:latin typeface="Courier New"/>
                <a:ea typeface="+mn-lt"/>
                <a:cs typeface="Arial"/>
              </a:rPr>
              <a:t> 
    </a:t>
            </a:r>
            <a:r>
              <a:rPr lang="vi-VN" sz="1200" b="1">
                <a:solidFill>
                  <a:srgbClr val="800080"/>
                </a:solidFill>
                <a:latin typeface="Courier New"/>
                <a:ea typeface="+mn-lt"/>
                <a:cs typeface="Arial"/>
              </a:rPr>
              <a:t>}</a:t>
            </a:r>
            <a:r>
              <a:rPr lang="vi-VN" sz="1200" b="1">
                <a:solidFill>
                  <a:srgbClr val="000000"/>
                </a:solidFill>
                <a:latin typeface="Courier New"/>
                <a:ea typeface="+mn-lt"/>
                <a:cs typeface="Arial"/>
              </a:rPr>
              <a:t> </a:t>
            </a:r>
            <a:r>
              <a:rPr lang="vi-VN" sz="1200" b="1" err="1">
                <a:solidFill>
                  <a:srgbClr val="800000"/>
                </a:solidFill>
                <a:latin typeface="Courier New"/>
                <a:ea typeface="+mn-lt"/>
                <a:cs typeface="Arial"/>
              </a:rPr>
              <a:t>else</a:t>
            </a:r>
            <a:r>
              <a:rPr lang="vi-VN" sz="1200" b="1">
                <a:solidFill>
                  <a:srgbClr val="000000"/>
                </a:solidFill>
                <a:latin typeface="Courier New"/>
                <a:ea typeface="+mn-lt"/>
                <a:cs typeface="Arial"/>
              </a:rPr>
              <a:t> </a:t>
            </a:r>
            <a:r>
              <a:rPr lang="vi-VN" sz="1200" b="1" err="1">
                <a:solidFill>
                  <a:srgbClr val="800000"/>
                </a:solidFill>
                <a:latin typeface="Courier New"/>
                <a:ea typeface="+mn-lt"/>
                <a:cs typeface="Arial"/>
              </a:rPr>
              <a:t>if</a:t>
            </a:r>
            <a:r>
              <a:rPr lang="vi-VN" sz="1200" b="1">
                <a:solidFill>
                  <a:srgbClr val="000000"/>
                </a:solidFill>
                <a:latin typeface="Courier New"/>
                <a:ea typeface="+mn-lt"/>
                <a:cs typeface="Arial"/>
              </a:rPr>
              <a:t> </a:t>
            </a:r>
            <a:r>
              <a:rPr lang="vi-VN" sz="1200" b="1">
                <a:solidFill>
                  <a:srgbClr val="808030"/>
                </a:solidFill>
                <a:latin typeface="Courier New"/>
                <a:ea typeface="+mn-lt"/>
                <a:cs typeface="Arial"/>
              </a:rPr>
              <a:t>(</a:t>
            </a:r>
            <a:r>
              <a:rPr lang="vi-VN" sz="1200" b="1">
                <a:solidFill>
                  <a:srgbClr val="000000"/>
                </a:solidFill>
                <a:latin typeface="Courier New"/>
                <a:ea typeface="+mn-lt"/>
                <a:cs typeface="Arial"/>
              </a:rPr>
              <a:t>lua </a:t>
            </a:r>
            <a:r>
              <a:rPr lang="vi-VN" sz="1200" b="1">
                <a:solidFill>
                  <a:srgbClr val="808030"/>
                </a:solidFill>
                <a:latin typeface="Courier New"/>
                <a:ea typeface="+mn-lt"/>
                <a:cs typeface="Arial"/>
              </a:rPr>
              <a:t>==</a:t>
            </a:r>
            <a:r>
              <a:rPr lang="vi-VN" sz="1200" b="1">
                <a:solidFill>
                  <a:srgbClr val="000000"/>
                </a:solidFill>
                <a:latin typeface="Courier New"/>
                <a:ea typeface="+mn-lt"/>
                <a:cs typeface="Arial"/>
              </a:rPr>
              <a:t> </a:t>
            </a:r>
            <a:r>
              <a:rPr lang="vi-VN" sz="1200" b="1">
                <a:solidFill>
                  <a:srgbClr val="008C00"/>
                </a:solidFill>
                <a:latin typeface="Courier New"/>
                <a:ea typeface="+mn-lt"/>
                <a:cs typeface="Arial"/>
              </a:rPr>
              <a:t>2</a:t>
            </a:r>
            <a:r>
              <a:rPr lang="vi-VN" sz="1200" b="1">
                <a:solidFill>
                  <a:srgbClr val="808030"/>
                </a:solidFill>
                <a:latin typeface="Courier New"/>
                <a:ea typeface="+mn-lt"/>
                <a:cs typeface="Arial"/>
              </a:rPr>
              <a:t>)</a:t>
            </a:r>
            <a:r>
              <a:rPr lang="vi-VN" sz="1200" b="1">
                <a:solidFill>
                  <a:srgbClr val="000000"/>
                </a:solidFill>
                <a:latin typeface="Courier New"/>
                <a:ea typeface="+mn-lt"/>
                <a:cs typeface="Arial"/>
              </a:rPr>
              <a:t> </a:t>
            </a:r>
            <a:r>
              <a:rPr lang="vi-VN" sz="1200" b="1">
                <a:solidFill>
                  <a:srgbClr val="800080"/>
                </a:solidFill>
                <a:latin typeface="Courier New"/>
                <a:ea typeface="+mn-lt"/>
                <a:cs typeface="Arial"/>
              </a:rPr>
              <a:t>{</a:t>
            </a:r>
            <a:r>
              <a:rPr lang="vi-VN" sz="1200" b="1">
                <a:solidFill>
                  <a:srgbClr val="000000"/>
                </a:solidFill>
                <a:latin typeface="Courier New"/>
                <a:ea typeface="+mn-lt"/>
                <a:cs typeface="Arial"/>
              </a:rPr>
              <a:t> 
        </a:t>
            </a:r>
            <a:r>
              <a:rPr lang="vi-VN" sz="1200" b="1" err="1">
                <a:solidFill>
                  <a:srgbClr val="603000"/>
                </a:solidFill>
                <a:latin typeface="Courier New"/>
                <a:ea typeface="+mn-lt"/>
                <a:cs typeface="Arial"/>
              </a:rPr>
              <a:t>string</a:t>
            </a:r>
            <a:r>
              <a:rPr lang="vi-VN" sz="1200" b="1">
                <a:solidFill>
                  <a:srgbClr val="000000"/>
                </a:solidFill>
                <a:latin typeface="Courier New"/>
                <a:ea typeface="+mn-lt"/>
                <a:cs typeface="Arial"/>
              </a:rPr>
              <a:t> ten</a:t>
            </a:r>
            <a:r>
              <a:rPr lang="vi-VN" sz="1200" b="1">
                <a:solidFill>
                  <a:srgbClr val="800080"/>
                </a:solidFill>
                <a:latin typeface="Courier New"/>
                <a:ea typeface="+mn-lt"/>
                <a:cs typeface="Arial"/>
              </a:rPr>
              <a:t>;</a:t>
            </a:r>
            <a:r>
              <a:rPr lang="vi-VN" sz="1200" b="1">
                <a:solidFill>
                  <a:srgbClr val="000000"/>
                </a:solidFill>
                <a:latin typeface="Courier New"/>
                <a:ea typeface="+mn-lt"/>
                <a:cs typeface="Arial"/>
              </a:rPr>
              <a:t> 
        </a:t>
            </a:r>
            <a:r>
              <a:rPr lang="vi-VN" sz="1200" b="1" err="1">
                <a:solidFill>
                  <a:srgbClr val="603000"/>
                </a:solidFill>
                <a:latin typeface="Courier New"/>
                <a:ea typeface="+mn-lt"/>
                <a:cs typeface="Arial"/>
              </a:rPr>
              <a:t>cout</a:t>
            </a:r>
            <a:r>
              <a:rPr lang="vi-VN" sz="1200" b="1">
                <a:solidFill>
                  <a:srgbClr val="000000"/>
                </a:solidFill>
                <a:latin typeface="Courier New"/>
                <a:ea typeface="+mn-lt"/>
                <a:cs typeface="Arial"/>
              </a:rPr>
              <a:t> </a:t>
            </a:r>
            <a:r>
              <a:rPr lang="vi-VN" sz="1200" b="1">
                <a:solidFill>
                  <a:srgbClr val="808030"/>
                </a:solidFill>
                <a:latin typeface="Courier New"/>
                <a:ea typeface="+mn-lt"/>
                <a:cs typeface="Arial"/>
              </a:rPr>
              <a:t>&lt;&lt;</a:t>
            </a:r>
            <a:r>
              <a:rPr lang="vi-VN" sz="1200" b="1">
                <a:solidFill>
                  <a:srgbClr val="000000"/>
                </a:solidFill>
                <a:latin typeface="Courier New"/>
                <a:ea typeface="+mn-lt"/>
                <a:cs typeface="Arial"/>
              </a:rPr>
              <a:t> </a:t>
            </a:r>
            <a:r>
              <a:rPr lang="vi-VN" sz="1200" b="1">
                <a:solidFill>
                  <a:srgbClr val="800000"/>
                </a:solidFill>
                <a:latin typeface="Courier New"/>
                <a:ea typeface="+mn-lt"/>
                <a:cs typeface="Arial"/>
              </a:rPr>
              <a:t>"</a:t>
            </a:r>
            <a:r>
              <a:rPr lang="vi-VN" sz="1200" b="1" err="1">
                <a:solidFill>
                  <a:srgbClr val="0000E6"/>
                </a:solidFill>
                <a:latin typeface="Courier New"/>
                <a:ea typeface="+mn-lt"/>
                <a:cs typeface="Arial"/>
              </a:rPr>
              <a:t>Nhap</a:t>
            </a:r>
            <a:r>
              <a:rPr lang="vi-VN" sz="1200" b="1">
                <a:solidFill>
                  <a:srgbClr val="0000E6"/>
                </a:solidFill>
                <a:latin typeface="Courier New"/>
                <a:ea typeface="+mn-lt"/>
                <a:cs typeface="Arial"/>
              </a:rPr>
              <a:t> ho ten: </a:t>
            </a:r>
            <a:r>
              <a:rPr lang="vi-VN" sz="1200" b="1">
                <a:solidFill>
                  <a:srgbClr val="800000"/>
                </a:solidFill>
                <a:latin typeface="Courier New"/>
                <a:ea typeface="+mn-lt"/>
                <a:cs typeface="Arial"/>
              </a:rPr>
              <a:t>"</a:t>
            </a:r>
            <a:r>
              <a:rPr lang="vi-VN" sz="1200" b="1">
                <a:solidFill>
                  <a:srgbClr val="800080"/>
                </a:solidFill>
                <a:latin typeface="Courier New"/>
                <a:ea typeface="+mn-lt"/>
                <a:cs typeface="Arial"/>
              </a:rPr>
              <a:t>;</a:t>
            </a:r>
            <a:r>
              <a:rPr lang="vi-VN" sz="1200" b="1">
                <a:solidFill>
                  <a:srgbClr val="000000"/>
                </a:solidFill>
                <a:latin typeface="Courier New"/>
                <a:ea typeface="+mn-lt"/>
                <a:cs typeface="Arial"/>
              </a:rPr>
              <a:t> 
        </a:t>
            </a:r>
            <a:r>
              <a:rPr lang="vi-VN" sz="1200" b="1" err="1">
                <a:solidFill>
                  <a:srgbClr val="000000"/>
                </a:solidFill>
                <a:latin typeface="Courier New"/>
                <a:ea typeface="+mn-lt"/>
                <a:cs typeface="Arial"/>
              </a:rPr>
              <a:t>getline</a:t>
            </a:r>
            <a:r>
              <a:rPr lang="vi-VN" sz="1200" b="1">
                <a:solidFill>
                  <a:srgbClr val="808030"/>
                </a:solidFill>
                <a:latin typeface="Courier New"/>
                <a:ea typeface="+mn-lt"/>
                <a:cs typeface="Arial"/>
              </a:rPr>
              <a:t>(</a:t>
            </a:r>
            <a:r>
              <a:rPr lang="vi-VN" sz="1200" b="1" err="1">
                <a:solidFill>
                  <a:srgbClr val="603000"/>
                </a:solidFill>
                <a:latin typeface="Courier New"/>
                <a:ea typeface="+mn-lt"/>
                <a:cs typeface="Arial"/>
              </a:rPr>
              <a:t>cin</a:t>
            </a:r>
            <a:r>
              <a:rPr lang="vi-VN" sz="1200" b="1">
                <a:solidFill>
                  <a:srgbClr val="808030"/>
                </a:solidFill>
                <a:latin typeface="Courier New"/>
                <a:ea typeface="+mn-lt"/>
                <a:cs typeface="Arial"/>
              </a:rPr>
              <a:t>,</a:t>
            </a:r>
            <a:r>
              <a:rPr lang="vi-VN" sz="1200" b="1">
                <a:solidFill>
                  <a:srgbClr val="000000"/>
                </a:solidFill>
                <a:latin typeface="Courier New"/>
                <a:ea typeface="+mn-lt"/>
                <a:cs typeface="Arial"/>
              </a:rPr>
              <a:t> ten</a:t>
            </a:r>
            <a:r>
              <a:rPr lang="vi-VN" sz="1200" b="1">
                <a:solidFill>
                  <a:srgbClr val="808030"/>
                </a:solidFill>
                <a:latin typeface="Courier New"/>
                <a:ea typeface="+mn-lt"/>
                <a:cs typeface="Arial"/>
              </a:rPr>
              <a:t>)</a:t>
            </a:r>
            <a:r>
              <a:rPr lang="vi-VN" sz="1200" b="1">
                <a:solidFill>
                  <a:srgbClr val="800080"/>
                </a:solidFill>
                <a:latin typeface="Courier New"/>
                <a:ea typeface="+mn-lt"/>
                <a:cs typeface="Arial"/>
              </a:rPr>
              <a:t>;</a:t>
            </a:r>
            <a:r>
              <a:rPr lang="vi-VN" sz="1200" b="1">
                <a:solidFill>
                  <a:srgbClr val="000000"/>
                </a:solidFill>
                <a:latin typeface="Courier New"/>
                <a:ea typeface="+mn-lt"/>
                <a:cs typeface="Arial"/>
              </a:rPr>
              <a:t> 
        </a:t>
            </a:r>
            <a:r>
              <a:rPr lang="vi-VN" sz="1200" b="1" err="1">
                <a:solidFill>
                  <a:srgbClr val="000000"/>
                </a:solidFill>
                <a:latin typeface="Courier New"/>
                <a:ea typeface="+mn-lt"/>
                <a:cs typeface="Arial"/>
              </a:rPr>
              <a:t>SinhVien</a:t>
            </a:r>
            <a:r>
              <a:rPr lang="vi-VN" sz="1200" b="1">
                <a:solidFill>
                  <a:srgbClr val="808030"/>
                </a:solidFill>
                <a:latin typeface="Courier New"/>
                <a:ea typeface="+mn-lt"/>
                <a:cs typeface="Arial"/>
              </a:rPr>
              <a:t>*</a:t>
            </a:r>
            <a:r>
              <a:rPr lang="vi-VN" sz="1200" b="1">
                <a:solidFill>
                  <a:srgbClr val="000000"/>
                </a:solidFill>
                <a:latin typeface="Courier New"/>
                <a:ea typeface="+mn-lt"/>
                <a:cs typeface="Arial"/>
              </a:rPr>
              <a:t> s </a:t>
            </a:r>
            <a:r>
              <a:rPr lang="vi-VN" sz="1200" b="1">
                <a:solidFill>
                  <a:srgbClr val="808030"/>
                </a:solidFill>
                <a:latin typeface="Courier New"/>
                <a:ea typeface="+mn-lt"/>
                <a:cs typeface="Arial"/>
              </a:rPr>
              <a:t>=</a:t>
            </a:r>
            <a:r>
              <a:rPr lang="vi-VN" sz="1200" b="1">
                <a:solidFill>
                  <a:srgbClr val="000000"/>
                </a:solidFill>
                <a:latin typeface="Courier New"/>
                <a:ea typeface="+mn-lt"/>
                <a:cs typeface="Arial"/>
              </a:rPr>
              <a:t> </a:t>
            </a:r>
            <a:r>
              <a:rPr lang="vi-VN" sz="1200" b="1" err="1">
                <a:solidFill>
                  <a:srgbClr val="000000"/>
                </a:solidFill>
                <a:latin typeface="Courier New"/>
                <a:ea typeface="+mn-lt"/>
                <a:cs typeface="Arial"/>
              </a:rPr>
              <a:t>timSinhVienTheoTen</a:t>
            </a:r>
            <a:r>
              <a:rPr lang="vi-VN" sz="1200" b="1">
                <a:solidFill>
                  <a:srgbClr val="808030"/>
                </a:solidFill>
                <a:latin typeface="Courier New"/>
                <a:ea typeface="+mn-lt"/>
                <a:cs typeface="Arial"/>
              </a:rPr>
              <a:t>(</a:t>
            </a:r>
            <a:r>
              <a:rPr lang="vi-VN" sz="1200" b="1">
                <a:solidFill>
                  <a:srgbClr val="000000"/>
                </a:solidFill>
                <a:latin typeface="Courier New"/>
                <a:ea typeface="+mn-lt"/>
                <a:cs typeface="Arial"/>
              </a:rPr>
              <a:t>ten</a:t>
            </a:r>
            <a:r>
              <a:rPr lang="vi-VN" sz="1200" b="1">
                <a:solidFill>
                  <a:srgbClr val="808030"/>
                </a:solidFill>
                <a:latin typeface="Courier New"/>
                <a:ea typeface="+mn-lt"/>
                <a:cs typeface="Arial"/>
              </a:rPr>
              <a:t>)</a:t>
            </a:r>
            <a:r>
              <a:rPr lang="vi-VN" sz="1200" b="1">
                <a:solidFill>
                  <a:srgbClr val="800080"/>
                </a:solidFill>
                <a:latin typeface="Courier New"/>
                <a:ea typeface="+mn-lt"/>
                <a:cs typeface="Arial"/>
              </a:rPr>
              <a:t>;</a:t>
            </a:r>
            <a:r>
              <a:rPr lang="vi-VN" sz="1200" b="1">
                <a:solidFill>
                  <a:srgbClr val="000000"/>
                </a:solidFill>
                <a:latin typeface="Courier New"/>
                <a:ea typeface="+mn-lt"/>
                <a:cs typeface="Arial"/>
              </a:rPr>
              <a:t> 
        </a:t>
            </a:r>
            <a:r>
              <a:rPr lang="vi-VN" sz="1200" b="1" err="1">
                <a:solidFill>
                  <a:srgbClr val="800000"/>
                </a:solidFill>
                <a:latin typeface="Courier New"/>
                <a:ea typeface="+mn-lt"/>
                <a:cs typeface="Arial"/>
              </a:rPr>
              <a:t>if</a:t>
            </a:r>
            <a:r>
              <a:rPr lang="vi-VN" sz="1200" b="1">
                <a:solidFill>
                  <a:srgbClr val="000000"/>
                </a:solidFill>
                <a:latin typeface="Courier New"/>
                <a:ea typeface="+mn-lt"/>
                <a:cs typeface="Arial"/>
              </a:rPr>
              <a:t> </a:t>
            </a:r>
            <a:r>
              <a:rPr lang="vi-VN" sz="1200" b="1">
                <a:solidFill>
                  <a:srgbClr val="808030"/>
                </a:solidFill>
                <a:latin typeface="Courier New"/>
                <a:ea typeface="+mn-lt"/>
                <a:cs typeface="Arial"/>
              </a:rPr>
              <a:t>(</a:t>
            </a:r>
            <a:r>
              <a:rPr lang="vi-VN" sz="1200" b="1">
                <a:solidFill>
                  <a:srgbClr val="000000"/>
                </a:solidFill>
                <a:latin typeface="Courier New"/>
                <a:ea typeface="+mn-lt"/>
                <a:cs typeface="Arial"/>
              </a:rPr>
              <a:t>s</a:t>
            </a:r>
            <a:r>
              <a:rPr lang="vi-VN" sz="1200" b="1">
                <a:solidFill>
                  <a:srgbClr val="808030"/>
                </a:solidFill>
                <a:latin typeface="Courier New"/>
                <a:ea typeface="+mn-lt"/>
                <a:cs typeface="Arial"/>
              </a:rPr>
              <a:t>)</a:t>
            </a:r>
            <a:r>
              <a:rPr lang="vi-VN" sz="1200" b="1">
                <a:solidFill>
                  <a:srgbClr val="000000"/>
                </a:solidFill>
                <a:latin typeface="Courier New"/>
                <a:ea typeface="+mn-lt"/>
                <a:cs typeface="Arial"/>
              </a:rPr>
              <a:t> 
            </a:t>
            </a:r>
            <a:r>
              <a:rPr lang="vi-VN" sz="1200" b="1" err="1">
                <a:solidFill>
                  <a:srgbClr val="603000"/>
                </a:solidFill>
                <a:latin typeface="Courier New"/>
                <a:ea typeface="+mn-lt"/>
                <a:cs typeface="Arial"/>
              </a:rPr>
              <a:t>cout</a:t>
            </a:r>
            <a:r>
              <a:rPr lang="vi-VN" sz="1200" b="1">
                <a:solidFill>
                  <a:srgbClr val="000000"/>
                </a:solidFill>
                <a:latin typeface="Courier New"/>
                <a:ea typeface="+mn-lt"/>
                <a:cs typeface="Arial"/>
              </a:rPr>
              <a:t> </a:t>
            </a:r>
            <a:r>
              <a:rPr lang="vi-VN" sz="1200" b="1">
                <a:solidFill>
                  <a:srgbClr val="808030"/>
                </a:solidFill>
                <a:latin typeface="Courier New"/>
                <a:ea typeface="+mn-lt"/>
                <a:cs typeface="Arial"/>
              </a:rPr>
              <a:t>&lt;&lt;</a:t>
            </a:r>
            <a:r>
              <a:rPr lang="vi-VN" sz="1200" b="1">
                <a:solidFill>
                  <a:srgbClr val="000000"/>
                </a:solidFill>
                <a:latin typeface="Courier New"/>
                <a:ea typeface="+mn-lt"/>
                <a:cs typeface="Arial"/>
              </a:rPr>
              <a:t> </a:t>
            </a:r>
            <a:r>
              <a:rPr lang="vi-VN" sz="1200" b="1">
                <a:solidFill>
                  <a:srgbClr val="800000"/>
                </a:solidFill>
                <a:latin typeface="Courier New"/>
                <a:ea typeface="+mn-lt"/>
                <a:cs typeface="Arial"/>
              </a:rPr>
              <a:t>"</a:t>
            </a:r>
            <a:r>
              <a:rPr lang="vi-VN" sz="1200" b="1">
                <a:solidFill>
                  <a:srgbClr val="0000E6"/>
                </a:solidFill>
                <a:latin typeface="Courier New"/>
                <a:ea typeface="+mn-lt"/>
                <a:cs typeface="Arial"/>
              </a:rPr>
              <a:t>Tim thay: MSSV </a:t>
            </a:r>
            <a:r>
              <a:rPr lang="vi-VN" sz="1200" b="1">
                <a:solidFill>
                  <a:srgbClr val="800000"/>
                </a:solidFill>
                <a:latin typeface="Courier New"/>
                <a:ea typeface="+mn-lt"/>
                <a:cs typeface="Arial"/>
              </a:rPr>
              <a:t>"</a:t>
            </a:r>
            <a:r>
              <a:rPr lang="vi-VN" sz="1200" b="1">
                <a:solidFill>
                  <a:srgbClr val="000000"/>
                </a:solidFill>
                <a:latin typeface="Courier New"/>
                <a:ea typeface="+mn-lt"/>
                <a:cs typeface="Arial"/>
              </a:rPr>
              <a:t> </a:t>
            </a:r>
            <a:r>
              <a:rPr lang="vi-VN" sz="1200" b="1">
                <a:solidFill>
                  <a:srgbClr val="808030"/>
                </a:solidFill>
                <a:latin typeface="Courier New"/>
                <a:ea typeface="+mn-lt"/>
                <a:cs typeface="Arial"/>
              </a:rPr>
              <a:t>&lt;&lt;</a:t>
            </a:r>
            <a:r>
              <a:rPr lang="vi-VN" sz="1200" b="1">
                <a:solidFill>
                  <a:srgbClr val="000000"/>
                </a:solidFill>
                <a:latin typeface="Courier New"/>
                <a:ea typeface="+mn-lt"/>
                <a:cs typeface="Arial"/>
              </a:rPr>
              <a:t> s</a:t>
            </a:r>
            <a:r>
              <a:rPr lang="vi-VN" sz="1200" b="1">
                <a:solidFill>
                  <a:srgbClr val="808030"/>
                </a:solidFill>
                <a:latin typeface="Courier New"/>
                <a:ea typeface="+mn-lt"/>
                <a:cs typeface="Arial"/>
              </a:rPr>
              <a:t>-&gt;</a:t>
            </a:r>
            <a:r>
              <a:rPr lang="vi-VN" sz="1200" b="1">
                <a:solidFill>
                  <a:srgbClr val="000000"/>
                </a:solidFill>
                <a:latin typeface="Courier New"/>
                <a:ea typeface="+mn-lt"/>
                <a:cs typeface="Arial"/>
              </a:rPr>
              <a:t>MSSV </a:t>
            </a:r>
            <a:r>
              <a:rPr lang="vi-VN" sz="1200" b="1">
                <a:solidFill>
                  <a:srgbClr val="808030"/>
                </a:solidFill>
                <a:latin typeface="Courier New"/>
                <a:ea typeface="+mn-lt"/>
                <a:cs typeface="Arial"/>
              </a:rPr>
              <a:t>&lt;&lt;</a:t>
            </a:r>
            <a:r>
              <a:rPr lang="vi-VN" sz="1200" b="1">
                <a:solidFill>
                  <a:srgbClr val="000000"/>
                </a:solidFill>
                <a:latin typeface="Courier New"/>
                <a:ea typeface="+mn-lt"/>
                <a:cs typeface="Arial"/>
              </a:rPr>
              <a:t> </a:t>
            </a:r>
            <a:r>
              <a:rPr lang="vi-VN" sz="1200" b="1">
                <a:solidFill>
                  <a:srgbClr val="800000"/>
                </a:solidFill>
                <a:latin typeface="Courier New"/>
                <a:ea typeface="+mn-lt"/>
                <a:cs typeface="Arial"/>
              </a:rPr>
              <a:t>"</a:t>
            </a:r>
            <a:r>
              <a:rPr lang="vi-VN" sz="1200" b="1">
                <a:solidFill>
                  <a:srgbClr val="0000E6"/>
                </a:solidFill>
                <a:latin typeface="Courier New"/>
                <a:ea typeface="+mn-lt"/>
                <a:cs typeface="Arial"/>
              </a:rPr>
              <a:t> - </a:t>
            </a:r>
            <a:r>
              <a:rPr lang="vi-VN" sz="1200" b="1" err="1">
                <a:solidFill>
                  <a:srgbClr val="0000E6"/>
                </a:solidFill>
                <a:latin typeface="Courier New"/>
                <a:ea typeface="+mn-lt"/>
                <a:cs typeface="Arial"/>
              </a:rPr>
              <a:t>Lop</a:t>
            </a:r>
            <a:r>
              <a:rPr lang="vi-VN" sz="1200" b="1">
                <a:solidFill>
                  <a:srgbClr val="0000E6"/>
                </a:solidFill>
                <a:latin typeface="Courier New"/>
                <a:ea typeface="+mn-lt"/>
                <a:cs typeface="Arial"/>
              </a:rPr>
              <a:t>: </a:t>
            </a:r>
            <a:r>
              <a:rPr lang="vi-VN" sz="1200" b="1">
                <a:solidFill>
                  <a:srgbClr val="800000"/>
                </a:solidFill>
                <a:latin typeface="Courier New"/>
                <a:ea typeface="+mn-lt"/>
                <a:cs typeface="Arial"/>
              </a:rPr>
              <a:t>"</a:t>
            </a:r>
            <a:r>
              <a:rPr lang="vi-VN" sz="1200" b="1">
                <a:solidFill>
                  <a:srgbClr val="000000"/>
                </a:solidFill>
                <a:latin typeface="Courier New"/>
                <a:ea typeface="+mn-lt"/>
                <a:cs typeface="Arial"/>
              </a:rPr>
              <a:t> </a:t>
            </a:r>
            <a:r>
              <a:rPr lang="vi-VN" sz="1200" b="1">
                <a:solidFill>
                  <a:srgbClr val="808030"/>
                </a:solidFill>
                <a:latin typeface="Courier New"/>
                <a:ea typeface="+mn-lt"/>
                <a:cs typeface="Arial"/>
              </a:rPr>
              <a:t>&lt;&lt;</a:t>
            </a:r>
            <a:r>
              <a:rPr lang="vi-VN" sz="1200" b="1">
                <a:solidFill>
                  <a:srgbClr val="000000"/>
                </a:solidFill>
                <a:latin typeface="Courier New"/>
                <a:ea typeface="+mn-lt"/>
                <a:cs typeface="Arial"/>
              </a:rPr>
              <a:t> s</a:t>
            </a:r>
            <a:r>
              <a:rPr lang="vi-VN" sz="1200" b="1">
                <a:solidFill>
                  <a:srgbClr val="808030"/>
                </a:solidFill>
                <a:latin typeface="Courier New"/>
                <a:ea typeface="+mn-lt"/>
                <a:cs typeface="Arial"/>
              </a:rPr>
              <a:t>-&gt;</a:t>
            </a:r>
            <a:r>
              <a:rPr lang="vi-VN" sz="1200" b="1" err="1">
                <a:solidFill>
                  <a:srgbClr val="000000"/>
                </a:solidFill>
                <a:latin typeface="Courier New"/>
                <a:ea typeface="+mn-lt"/>
                <a:cs typeface="Arial"/>
              </a:rPr>
              <a:t>lop</a:t>
            </a:r>
            <a:r>
              <a:rPr lang="vi-VN" sz="1200" b="1">
                <a:solidFill>
                  <a:srgbClr val="000000"/>
                </a:solidFill>
                <a:latin typeface="Courier New"/>
                <a:ea typeface="+mn-lt"/>
                <a:cs typeface="Arial"/>
              </a:rPr>
              <a:t> </a:t>
            </a:r>
            <a:r>
              <a:rPr lang="vi-VN" sz="1200" b="1">
                <a:solidFill>
                  <a:srgbClr val="808030"/>
                </a:solidFill>
                <a:latin typeface="Courier New"/>
                <a:ea typeface="+mn-lt"/>
                <a:cs typeface="Arial"/>
              </a:rPr>
              <a:t>&lt;&lt;</a:t>
            </a:r>
            <a:r>
              <a:rPr lang="vi-VN" sz="1200" b="1" err="1">
                <a:solidFill>
                  <a:srgbClr val="603000"/>
                </a:solidFill>
                <a:latin typeface="Courier New"/>
                <a:ea typeface="+mn-lt"/>
                <a:cs typeface="Arial"/>
              </a:rPr>
              <a:t>endl</a:t>
            </a:r>
            <a:r>
              <a:rPr lang="vi-VN" sz="1200" b="1">
                <a:solidFill>
                  <a:srgbClr val="800080"/>
                </a:solidFill>
                <a:latin typeface="Courier New"/>
                <a:ea typeface="+mn-lt"/>
                <a:cs typeface="Arial"/>
              </a:rPr>
              <a:t>;</a:t>
            </a:r>
            <a:r>
              <a:rPr lang="vi-VN" sz="1200" b="1">
                <a:solidFill>
                  <a:srgbClr val="000000"/>
                </a:solidFill>
                <a:latin typeface="Courier New"/>
                <a:ea typeface="+mn-lt"/>
                <a:cs typeface="Arial"/>
              </a:rPr>
              <a:t> 
        </a:t>
            </a:r>
            <a:r>
              <a:rPr lang="vi-VN" sz="1200" b="1" err="1">
                <a:solidFill>
                  <a:srgbClr val="800000"/>
                </a:solidFill>
                <a:latin typeface="Courier New"/>
                <a:ea typeface="+mn-lt"/>
                <a:cs typeface="Arial"/>
              </a:rPr>
              <a:t>else</a:t>
            </a:r>
            <a:r>
              <a:rPr lang="vi-VN" sz="1200" b="1">
                <a:solidFill>
                  <a:srgbClr val="000000"/>
                </a:solidFill>
                <a:latin typeface="Courier New"/>
                <a:ea typeface="+mn-lt"/>
                <a:cs typeface="Arial"/>
              </a:rPr>
              <a:t> 
            </a:t>
            </a:r>
            <a:r>
              <a:rPr lang="vi-VN" sz="1200" b="1" err="1">
                <a:solidFill>
                  <a:srgbClr val="603000"/>
                </a:solidFill>
                <a:latin typeface="Courier New"/>
                <a:ea typeface="+mn-lt"/>
                <a:cs typeface="Arial"/>
              </a:rPr>
              <a:t>cout</a:t>
            </a:r>
            <a:r>
              <a:rPr lang="vi-VN" sz="1200" b="1">
                <a:solidFill>
                  <a:srgbClr val="000000"/>
                </a:solidFill>
                <a:latin typeface="Courier New"/>
                <a:ea typeface="+mn-lt"/>
                <a:cs typeface="Arial"/>
              </a:rPr>
              <a:t> </a:t>
            </a:r>
            <a:r>
              <a:rPr lang="vi-VN" sz="1200" b="1">
                <a:solidFill>
                  <a:srgbClr val="808030"/>
                </a:solidFill>
                <a:latin typeface="Courier New"/>
                <a:ea typeface="+mn-lt"/>
                <a:cs typeface="Arial"/>
              </a:rPr>
              <a:t>&lt;&lt;</a:t>
            </a:r>
            <a:r>
              <a:rPr lang="vi-VN" sz="1200" b="1">
                <a:solidFill>
                  <a:srgbClr val="000000"/>
                </a:solidFill>
                <a:latin typeface="Courier New"/>
                <a:ea typeface="+mn-lt"/>
                <a:cs typeface="Arial"/>
              </a:rPr>
              <a:t> </a:t>
            </a:r>
            <a:r>
              <a:rPr lang="vi-VN" sz="1200" b="1">
                <a:solidFill>
                  <a:srgbClr val="800000"/>
                </a:solidFill>
                <a:latin typeface="Courier New"/>
                <a:ea typeface="+mn-lt"/>
                <a:cs typeface="Arial"/>
              </a:rPr>
              <a:t>"</a:t>
            </a:r>
            <a:r>
              <a:rPr lang="vi-VN" sz="1200" b="1" err="1">
                <a:solidFill>
                  <a:srgbClr val="0000E6"/>
                </a:solidFill>
                <a:latin typeface="Courier New"/>
                <a:ea typeface="+mn-lt"/>
                <a:cs typeface="Arial"/>
              </a:rPr>
              <a:t>Khong</a:t>
            </a:r>
            <a:r>
              <a:rPr lang="vi-VN" sz="1200" b="1">
                <a:solidFill>
                  <a:srgbClr val="0000E6"/>
                </a:solidFill>
                <a:latin typeface="Courier New"/>
                <a:ea typeface="+mn-lt"/>
                <a:cs typeface="Arial"/>
              </a:rPr>
              <a:t> tim thay!</a:t>
            </a:r>
            <a:r>
              <a:rPr lang="vi-VN" sz="1200" b="1">
                <a:solidFill>
                  <a:srgbClr val="0F69FF"/>
                </a:solidFill>
                <a:latin typeface="Courier New"/>
                <a:ea typeface="+mn-lt"/>
                <a:cs typeface="Arial"/>
              </a:rPr>
              <a:t>\n</a:t>
            </a:r>
            <a:r>
              <a:rPr lang="vi-VN" sz="1200" b="1">
                <a:solidFill>
                  <a:srgbClr val="800000"/>
                </a:solidFill>
                <a:latin typeface="Courier New"/>
                <a:ea typeface="+mn-lt"/>
                <a:cs typeface="Arial"/>
              </a:rPr>
              <a:t>"</a:t>
            </a:r>
            <a:r>
              <a:rPr lang="vi-VN" sz="1200" b="1">
                <a:solidFill>
                  <a:srgbClr val="800080"/>
                </a:solidFill>
                <a:latin typeface="Courier New"/>
                <a:ea typeface="+mn-lt"/>
                <a:cs typeface="Arial"/>
              </a:rPr>
              <a:t>;</a:t>
            </a:r>
            <a:r>
              <a:rPr lang="vi-VN" sz="1200" b="1">
                <a:solidFill>
                  <a:srgbClr val="000000"/>
                </a:solidFill>
                <a:latin typeface="Courier New"/>
                <a:ea typeface="+mn-lt"/>
                <a:cs typeface="Arial"/>
              </a:rPr>
              <a:t> 
    </a:t>
            </a:r>
            <a:r>
              <a:rPr lang="vi-VN" sz="1200" b="1">
                <a:solidFill>
                  <a:srgbClr val="800080"/>
                </a:solidFill>
                <a:latin typeface="Courier New"/>
                <a:ea typeface="+mn-lt"/>
                <a:cs typeface="Arial"/>
              </a:rPr>
              <a:t>}</a:t>
            </a:r>
            <a:r>
              <a:rPr lang="vi-VN" sz="1200" b="1">
                <a:solidFill>
                  <a:srgbClr val="000000"/>
                </a:solidFill>
                <a:latin typeface="Courier New"/>
                <a:ea typeface="+mn-lt"/>
                <a:cs typeface="Arial"/>
              </a:rPr>
              <a:t> </a:t>
            </a:r>
            <a:r>
              <a:rPr lang="vi-VN" sz="1200" b="1" err="1">
                <a:solidFill>
                  <a:srgbClr val="800000"/>
                </a:solidFill>
                <a:latin typeface="Courier New"/>
                <a:ea typeface="+mn-lt"/>
                <a:cs typeface="Arial"/>
              </a:rPr>
              <a:t>else</a:t>
            </a:r>
            <a:r>
              <a:rPr lang="vi-VN" sz="1200" b="1">
                <a:solidFill>
                  <a:srgbClr val="000000"/>
                </a:solidFill>
                <a:latin typeface="Courier New"/>
                <a:ea typeface="+mn-lt"/>
                <a:cs typeface="Arial"/>
              </a:rPr>
              <a:t> </a:t>
            </a:r>
            <a:r>
              <a:rPr lang="vi-VN" sz="1200" b="1">
                <a:solidFill>
                  <a:srgbClr val="800080"/>
                </a:solidFill>
                <a:latin typeface="Courier New"/>
                <a:ea typeface="+mn-lt"/>
                <a:cs typeface="Arial"/>
              </a:rPr>
              <a:t>{</a:t>
            </a:r>
            <a:r>
              <a:rPr lang="vi-VN" sz="1200" b="1">
                <a:solidFill>
                  <a:srgbClr val="000000"/>
                </a:solidFill>
                <a:latin typeface="Courier New"/>
                <a:ea typeface="+mn-lt"/>
                <a:cs typeface="Arial"/>
              </a:rPr>
              <a:t> 
        </a:t>
            </a:r>
            <a:r>
              <a:rPr lang="vi-VN" sz="1200" b="1" err="1">
                <a:solidFill>
                  <a:srgbClr val="603000"/>
                </a:solidFill>
                <a:latin typeface="Courier New"/>
                <a:ea typeface="+mn-lt"/>
                <a:cs typeface="Arial"/>
              </a:rPr>
              <a:t>cout</a:t>
            </a:r>
            <a:r>
              <a:rPr lang="vi-VN" sz="1200" b="1">
                <a:solidFill>
                  <a:srgbClr val="000000"/>
                </a:solidFill>
                <a:latin typeface="Courier New"/>
                <a:ea typeface="+mn-lt"/>
                <a:cs typeface="Arial"/>
              </a:rPr>
              <a:t> </a:t>
            </a:r>
            <a:r>
              <a:rPr lang="vi-VN" sz="1200" b="1">
                <a:solidFill>
                  <a:srgbClr val="808030"/>
                </a:solidFill>
                <a:latin typeface="Courier New"/>
                <a:ea typeface="+mn-lt"/>
                <a:cs typeface="Arial"/>
              </a:rPr>
              <a:t>&lt;&lt;</a:t>
            </a:r>
            <a:r>
              <a:rPr lang="vi-VN" sz="1200" b="1">
                <a:solidFill>
                  <a:srgbClr val="000000"/>
                </a:solidFill>
                <a:latin typeface="Courier New"/>
                <a:ea typeface="+mn-lt"/>
                <a:cs typeface="Arial"/>
              </a:rPr>
              <a:t> </a:t>
            </a:r>
            <a:r>
              <a:rPr lang="vi-VN" sz="1200" b="1">
                <a:solidFill>
                  <a:srgbClr val="800000"/>
                </a:solidFill>
                <a:latin typeface="Courier New"/>
                <a:ea typeface="+mn-lt"/>
                <a:cs typeface="Arial"/>
              </a:rPr>
              <a:t>"</a:t>
            </a:r>
            <a:r>
              <a:rPr lang="vi-VN" sz="1200" b="1">
                <a:solidFill>
                  <a:srgbClr val="0000E6"/>
                </a:solidFill>
                <a:latin typeface="Courier New"/>
                <a:ea typeface="+mn-lt"/>
                <a:cs typeface="Arial"/>
              </a:rPr>
              <a:t>Lua chon </a:t>
            </a:r>
            <a:r>
              <a:rPr lang="vi-VN" sz="1200" b="1" err="1">
                <a:solidFill>
                  <a:srgbClr val="0000E6"/>
                </a:solidFill>
                <a:latin typeface="Courier New"/>
                <a:ea typeface="+mn-lt"/>
                <a:cs typeface="Arial"/>
              </a:rPr>
              <a:t>khong</a:t>
            </a:r>
            <a:r>
              <a:rPr lang="vi-VN" sz="1200" b="1">
                <a:solidFill>
                  <a:srgbClr val="0000E6"/>
                </a:solidFill>
                <a:latin typeface="Courier New"/>
                <a:ea typeface="+mn-lt"/>
                <a:cs typeface="Arial"/>
              </a:rPr>
              <a:t> </a:t>
            </a:r>
            <a:r>
              <a:rPr lang="vi-VN" sz="1200" b="1" err="1">
                <a:solidFill>
                  <a:srgbClr val="0000E6"/>
                </a:solidFill>
                <a:latin typeface="Courier New"/>
                <a:ea typeface="+mn-lt"/>
                <a:cs typeface="Arial"/>
              </a:rPr>
              <a:t>hop</a:t>
            </a:r>
            <a:r>
              <a:rPr lang="vi-VN" sz="1200" b="1">
                <a:solidFill>
                  <a:srgbClr val="0000E6"/>
                </a:solidFill>
                <a:latin typeface="Courier New"/>
                <a:ea typeface="+mn-lt"/>
                <a:cs typeface="Arial"/>
              </a:rPr>
              <a:t> le!</a:t>
            </a:r>
            <a:r>
              <a:rPr lang="vi-VN" sz="1200" b="1">
                <a:solidFill>
                  <a:srgbClr val="0F69FF"/>
                </a:solidFill>
                <a:latin typeface="Courier New"/>
                <a:ea typeface="+mn-lt"/>
                <a:cs typeface="Arial"/>
              </a:rPr>
              <a:t>\n</a:t>
            </a:r>
            <a:r>
              <a:rPr lang="vi-VN" sz="1200" b="1">
                <a:solidFill>
                  <a:srgbClr val="800000"/>
                </a:solidFill>
                <a:latin typeface="Courier New"/>
                <a:ea typeface="+mn-lt"/>
                <a:cs typeface="Arial"/>
              </a:rPr>
              <a:t>"</a:t>
            </a:r>
            <a:r>
              <a:rPr lang="vi-VN" sz="1200" b="1">
                <a:solidFill>
                  <a:srgbClr val="800080"/>
                </a:solidFill>
                <a:latin typeface="Courier New"/>
                <a:ea typeface="+mn-lt"/>
                <a:cs typeface="Arial"/>
              </a:rPr>
              <a:t>;</a:t>
            </a:r>
            <a:r>
              <a:rPr lang="vi-VN" sz="1200" b="1">
                <a:solidFill>
                  <a:srgbClr val="000000"/>
                </a:solidFill>
                <a:latin typeface="Courier New"/>
                <a:ea typeface="+mn-lt"/>
                <a:cs typeface="Arial"/>
              </a:rPr>
              <a:t> 
    </a:t>
            </a:r>
            <a:r>
              <a:rPr lang="vi-VN" sz="1200" b="1">
                <a:solidFill>
                  <a:srgbClr val="800080"/>
                </a:solidFill>
                <a:latin typeface="Courier New"/>
                <a:ea typeface="+mn-lt"/>
                <a:cs typeface="Arial"/>
              </a:rPr>
              <a:t>}</a:t>
            </a:r>
            <a:r>
              <a:rPr lang="vi-VN" sz="1200" b="1">
                <a:solidFill>
                  <a:srgbClr val="000000"/>
                </a:solidFill>
                <a:latin typeface="Courier New"/>
                <a:ea typeface="+mn-lt"/>
                <a:cs typeface="Arial"/>
              </a:rPr>
              <a:t> 
</a:t>
            </a:r>
            <a:r>
              <a:rPr lang="vi-VN" sz="1200" b="1">
                <a:solidFill>
                  <a:srgbClr val="800080"/>
                </a:solidFill>
                <a:latin typeface="Courier New"/>
                <a:ea typeface="+mn-lt"/>
                <a:cs typeface="Arial"/>
              </a:rPr>
              <a:t>}</a:t>
            </a:r>
            <a:r>
              <a:rPr lang="vi-VN" sz="1200" b="1">
                <a:solidFill>
                  <a:srgbClr val="000000"/>
                </a:solidFill>
                <a:latin typeface="Courier New"/>
                <a:ea typeface="+mn-lt"/>
                <a:cs typeface="Arial"/>
              </a:rPr>
              <a:t> 
</a:t>
            </a:r>
            <a:br>
              <a:rPr lang="vi-VN" sz="1200" b="1">
                <a:latin typeface="Courier New"/>
                <a:ea typeface="+mn-lt"/>
                <a:cs typeface="Arial"/>
              </a:rPr>
            </a:br>
            <a:endParaRPr lang="vi-VN" sz="1200" b="1">
              <a:solidFill>
                <a:srgbClr val="000000"/>
              </a:solidFill>
              <a:latin typeface="Courier New"/>
              <a:ea typeface="+mn-lt"/>
              <a:cs typeface="Arial"/>
            </a:endParaRPr>
          </a:p>
        </p:txBody>
      </p:sp>
    </p:spTree>
    <p:extLst>
      <p:ext uri="{BB962C8B-B14F-4D97-AF65-F5344CB8AC3E}">
        <p14:creationId xmlns:p14="http://schemas.microsoft.com/office/powerpoint/2010/main" val="34760658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a:extLst>
            <a:ext uri="{FF2B5EF4-FFF2-40B4-BE49-F238E27FC236}">
              <a16:creationId xmlns:a16="http://schemas.microsoft.com/office/drawing/2014/main" id="{2F3398E8-8786-370D-F577-9FA0958ABCF9}"/>
            </a:ext>
          </a:extLst>
        </p:cNvPr>
        <p:cNvGrpSpPr/>
        <p:nvPr/>
      </p:nvGrpSpPr>
      <p:grpSpPr>
        <a:xfrm>
          <a:off x="0" y="0"/>
          <a:ext cx="0" cy="0"/>
          <a:chOff x="0" y="0"/>
          <a:chExt cx="0" cy="0"/>
        </a:xfrm>
      </p:grpSpPr>
      <p:sp>
        <p:nvSpPr>
          <p:cNvPr id="2" name="Tiêu đề 1">
            <a:extLst>
              <a:ext uri="{FF2B5EF4-FFF2-40B4-BE49-F238E27FC236}">
                <a16:creationId xmlns:a16="http://schemas.microsoft.com/office/drawing/2014/main" id="{45D161AD-A2A5-2C18-18D1-5681C8C10CC2}"/>
              </a:ext>
            </a:extLst>
          </p:cNvPr>
          <p:cNvSpPr>
            <a:spLocks noGrp="1"/>
          </p:cNvSpPr>
          <p:nvPr>
            <p:ph type="title"/>
          </p:nvPr>
        </p:nvSpPr>
        <p:spPr>
          <a:xfrm>
            <a:off x="1542691" y="316012"/>
            <a:ext cx="9113520" cy="898843"/>
          </a:xfrm>
        </p:spPr>
        <p:txBody>
          <a:bodyPr>
            <a:normAutofit/>
          </a:bodyPr>
          <a:lstStyle/>
          <a:p>
            <a:pPr algn="ctr"/>
            <a:r>
              <a:rPr lang="vi-VN" b="1">
                <a:solidFill>
                  <a:srgbClr val="FFC000"/>
                </a:solidFill>
                <a:latin typeface="Segoe UI"/>
                <a:ea typeface="Open Sans"/>
                <a:cs typeface="Open Sans"/>
              </a:rPr>
              <a:t>HÀM XÓA SINH VIÊN </a:t>
            </a:r>
            <a:endParaRPr lang="vi-VN" b="1">
              <a:solidFill>
                <a:srgbClr val="FFC000"/>
              </a:solidFill>
              <a:latin typeface="Segoe UI"/>
              <a:cs typeface="Segoe UI"/>
            </a:endParaRPr>
          </a:p>
        </p:txBody>
      </p:sp>
      <p:sp>
        <p:nvSpPr>
          <p:cNvPr id="3" name="Chỗ dành sẵn cho Nội dung 2">
            <a:extLst>
              <a:ext uri="{FF2B5EF4-FFF2-40B4-BE49-F238E27FC236}">
                <a16:creationId xmlns:a16="http://schemas.microsoft.com/office/drawing/2014/main" id="{EC32BC3D-39AF-15BC-A1D4-2E1A44FD7259}"/>
              </a:ext>
            </a:extLst>
          </p:cNvPr>
          <p:cNvSpPr>
            <a:spLocks noGrp="1"/>
          </p:cNvSpPr>
          <p:nvPr>
            <p:ph idx="1"/>
          </p:nvPr>
        </p:nvSpPr>
        <p:spPr>
          <a:xfrm>
            <a:off x="6096666" y="1196136"/>
            <a:ext cx="6101749" cy="5643368"/>
          </a:xfrm>
          <a:solidFill>
            <a:srgbClr val="E0E0E2"/>
          </a:solidFill>
        </p:spPr>
        <p:txBody>
          <a:bodyPr vert="horz" lIns="91440" tIns="45720" rIns="91440" bIns="45720" rtlCol="0" anchor="ctr">
            <a:normAutofit/>
          </a:bodyPr>
          <a:lstStyle/>
          <a:p>
            <a:r>
              <a:rPr lang="vi-VN" sz="2000" b="1">
                <a:latin typeface="Open Sans"/>
                <a:ea typeface="+mn-lt"/>
                <a:cs typeface="Arial"/>
              </a:rPr>
              <a:t>Mục đích:</a:t>
            </a:r>
            <a:r>
              <a:rPr lang="vi-VN" sz="2000">
                <a:latin typeface="Open Sans"/>
                <a:ea typeface="+mn-lt"/>
                <a:cs typeface="Arial"/>
              </a:rPr>
              <a:t> Xóa sinh viên trong danh sách.</a:t>
            </a:r>
          </a:p>
          <a:p>
            <a:pPr marL="0" indent="0">
              <a:buNone/>
            </a:pPr>
            <a:endParaRPr lang="vi-VN" sz="2000">
              <a:latin typeface="Open Sans"/>
              <a:ea typeface="+mn-lt"/>
              <a:cs typeface="Arial"/>
            </a:endParaRPr>
          </a:p>
          <a:p>
            <a:r>
              <a:rPr lang="vi" sz="2000" b="1">
                <a:latin typeface="Open Sans"/>
                <a:ea typeface="+mn-lt"/>
                <a:cs typeface="Arial"/>
              </a:rPr>
              <a:t>Chức năng:</a:t>
            </a:r>
            <a:r>
              <a:rPr lang="vi" sz="2000">
                <a:latin typeface="Open Sans"/>
                <a:ea typeface="+mn-lt"/>
                <a:cs typeface="Arial"/>
              </a:rPr>
              <a:t> Xóa một sinh viên khỏi danh sách liên kết đơn dựa trên mã số sinh viên (MSSV) mà người dùng nhập vào.</a:t>
            </a:r>
            <a:endParaRPr lang="vi-VN" sz="2000">
              <a:latin typeface="Open Sans"/>
              <a:ea typeface="+mn-lt"/>
              <a:cs typeface="Arial"/>
            </a:endParaRPr>
          </a:p>
          <a:p>
            <a:endParaRPr lang="vi-VN" sz="2000">
              <a:latin typeface="Open Sans"/>
              <a:ea typeface="+mn-lt"/>
              <a:cs typeface="Arial"/>
            </a:endParaRPr>
          </a:p>
          <a:p>
            <a:r>
              <a:rPr lang="vi-VN" sz="2000" b="1">
                <a:latin typeface="Open Sans"/>
                <a:ea typeface="+mn-lt"/>
                <a:cs typeface="Arial"/>
              </a:rPr>
              <a:t>Cách hoạt động:</a:t>
            </a:r>
            <a:endParaRPr lang="vi-VN" sz="2000">
              <a:latin typeface="Arial"/>
              <a:ea typeface="Open Sans"/>
              <a:cs typeface="Arial"/>
            </a:endParaRPr>
          </a:p>
          <a:p>
            <a:pPr marL="457200" lvl="1" indent="0">
              <a:buNone/>
            </a:pPr>
            <a:r>
              <a:rPr lang="vi-VN" sz="2000">
                <a:latin typeface="Open Sans"/>
                <a:ea typeface="+mn-lt"/>
                <a:cs typeface="Arial"/>
              </a:rPr>
              <a:t>-Nhập MSSV cần xóa</a:t>
            </a:r>
          </a:p>
          <a:p>
            <a:pPr marL="457200" lvl="1" indent="0">
              <a:buNone/>
            </a:pPr>
            <a:r>
              <a:rPr lang="vi-VN" sz="2000">
                <a:latin typeface="Open Sans"/>
                <a:ea typeface="+mn-lt"/>
                <a:cs typeface="Arial"/>
              </a:rPr>
              <a:t>-Duyệt danh sách tìm sinh viên trùng khớp</a:t>
            </a:r>
            <a:endParaRPr lang="vi-VN" sz="2000">
              <a:latin typeface="Arial"/>
              <a:ea typeface="Open Sans"/>
              <a:cs typeface="Arial"/>
            </a:endParaRPr>
          </a:p>
          <a:p>
            <a:pPr marL="457200" lvl="1" indent="0">
              <a:buNone/>
            </a:pPr>
            <a:r>
              <a:rPr lang="vi-VN" sz="2000">
                <a:latin typeface="Open Sans"/>
                <a:ea typeface="+mn-lt"/>
                <a:cs typeface="Arial"/>
              </a:rPr>
              <a:t>-Nếu tìm thấy → cập nhật liên kết &amp; xóa node</a:t>
            </a:r>
            <a:br>
              <a:rPr lang="vi-VN" sz="2000">
                <a:latin typeface="Open Sans"/>
                <a:ea typeface="+mn-lt"/>
                <a:cs typeface="Arial"/>
              </a:rPr>
            </a:br>
            <a:r>
              <a:rPr lang="vi-VN" sz="2000">
                <a:latin typeface="Open Sans"/>
                <a:ea typeface="+mn-lt"/>
                <a:cs typeface="Arial"/>
              </a:rPr>
              <a:t>  Nếu không → thông báo </a:t>
            </a:r>
            <a:endParaRPr lang="vi-VN" sz="2000">
              <a:latin typeface="Arial"/>
              <a:ea typeface="Open Sans"/>
              <a:cs typeface="Arial"/>
            </a:endParaRPr>
          </a:p>
          <a:p>
            <a:pPr marL="457200" lvl="1" indent="0">
              <a:buNone/>
            </a:pPr>
            <a:r>
              <a:rPr lang="vi-VN" sz="2000">
                <a:latin typeface="Open Sans"/>
                <a:ea typeface="+mn-lt"/>
                <a:cs typeface="Arial"/>
              </a:rPr>
              <a:t>“Không tìm thấy sinh viên”</a:t>
            </a:r>
            <a:endParaRPr lang="vi-VN" sz="2000">
              <a:latin typeface="Arial"/>
              <a:ea typeface="Open Sans"/>
              <a:cs typeface="Arial"/>
            </a:endParaRPr>
          </a:p>
        </p:txBody>
      </p:sp>
      <p:sp>
        <p:nvSpPr>
          <p:cNvPr id="5" name="Hình chữ nhật 4">
            <a:extLst>
              <a:ext uri="{FF2B5EF4-FFF2-40B4-BE49-F238E27FC236}">
                <a16:creationId xmlns:a16="http://schemas.microsoft.com/office/drawing/2014/main" id="{C243B29E-B878-B2CD-9F71-91494742E52F}"/>
              </a:ext>
            </a:extLst>
          </p:cNvPr>
          <p:cNvSpPr/>
          <p:nvPr/>
        </p:nvSpPr>
        <p:spPr>
          <a:xfrm>
            <a:off x="-1746" y="1197563"/>
            <a:ext cx="6117743" cy="5640723"/>
          </a:xfrm>
          <a:prstGeom prst="rect">
            <a:avLst/>
          </a:prstGeom>
          <a:solidFill>
            <a:srgbClr val="E0E0E2"/>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vi-VN" sz="1400" b="1">
                <a:solidFill>
                  <a:srgbClr val="800000"/>
                </a:solidFill>
                <a:latin typeface="Consolas"/>
                <a:ea typeface="+mn-lt"/>
                <a:cs typeface="Arial"/>
              </a:rPr>
              <a:t>void</a:t>
            </a:r>
            <a:r>
              <a:rPr lang="vi-VN" sz="1400">
                <a:solidFill>
                  <a:srgbClr val="000000"/>
                </a:solidFill>
                <a:latin typeface="Consolas"/>
                <a:ea typeface="+mn-lt"/>
                <a:cs typeface="Arial"/>
              </a:rPr>
              <a:t> QuanLySinhVien</a:t>
            </a:r>
            <a:r>
              <a:rPr lang="vi-VN" sz="1400">
                <a:solidFill>
                  <a:srgbClr val="800080"/>
                </a:solidFill>
                <a:latin typeface="Consolas"/>
                <a:ea typeface="+mn-lt"/>
                <a:cs typeface="Arial"/>
              </a:rPr>
              <a:t>::</a:t>
            </a:r>
            <a:r>
              <a:rPr lang="vi-VN" sz="1400">
                <a:solidFill>
                  <a:srgbClr val="000000"/>
                </a:solidFill>
                <a:latin typeface="Consolas"/>
                <a:ea typeface="+mn-lt"/>
                <a:cs typeface="Arial"/>
              </a:rPr>
              <a:t>xoaSinhVien</a:t>
            </a:r>
            <a:r>
              <a:rPr lang="vi-VN" sz="1400">
                <a:solidFill>
                  <a:srgbClr val="808030"/>
                </a:solidFill>
                <a:latin typeface="Consolas"/>
                <a:ea typeface="+mn-lt"/>
                <a:cs typeface="Arial"/>
              </a:rPr>
              <a:t>()</a:t>
            </a:r>
            <a:r>
              <a:rPr lang="vi-VN" sz="1400">
                <a:solidFill>
                  <a:srgbClr val="000000"/>
                </a:solidFill>
                <a:latin typeface="Consolas"/>
                <a:ea typeface="+mn-lt"/>
                <a:cs typeface="Arial"/>
              </a:rPr>
              <a:t> </a:t>
            </a:r>
            <a:r>
              <a:rPr lang="vi-VN" sz="1400">
                <a:solidFill>
                  <a:srgbClr val="800080"/>
                </a:solidFill>
                <a:latin typeface="Consolas"/>
                <a:ea typeface="+mn-lt"/>
                <a:cs typeface="Arial"/>
              </a:rPr>
              <a:t>{</a:t>
            </a:r>
            <a:r>
              <a:rPr lang="vi-VN" sz="1400">
                <a:solidFill>
                  <a:srgbClr val="000000"/>
                </a:solidFill>
                <a:latin typeface="Consolas"/>
                <a:ea typeface="+mn-lt"/>
                <a:cs typeface="Arial"/>
              </a:rPr>
              <a:t>
    </a:t>
            </a:r>
            <a:r>
              <a:rPr lang="vi-VN" sz="1400" b="1">
                <a:solidFill>
                  <a:srgbClr val="800000"/>
                </a:solidFill>
                <a:latin typeface="Consolas"/>
                <a:ea typeface="+mn-lt"/>
                <a:cs typeface="Arial"/>
              </a:rPr>
              <a:t>if</a:t>
            </a:r>
            <a:r>
              <a:rPr lang="vi-VN" sz="1400">
                <a:solidFill>
                  <a:srgbClr val="000000"/>
                </a:solidFill>
                <a:latin typeface="Consolas"/>
                <a:ea typeface="+mn-lt"/>
                <a:cs typeface="Arial"/>
              </a:rPr>
              <a:t> </a:t>
            </a:r>
            <a:r>
              <a:rPr lang="vi-VN" sz="1400">
                <a:solidFill>
                  <a:srgbClr val="808030"/>
                </a:solidFill>
                <a:latin typeface="Consolas"/>
                <a:ea typeface="+mn-lt"/>
                <a:cs typeface="Arial"/>
              </a:rPr>
              <a:t>(</a:t>
            </a:r>
            <a:r>
              <a:rPr lang="vi-VN" sz="1400">
                <a:solidFill>
                  <a:srgbClr val="000000"/>
                </a:solidFill>
                <a:latin typeface="Consolas"/>
                <a:ea typeface="+mn-lt"/>
                <a:cs typeface="Arial"/>
              </a:rPr>
              <a:t>head </a:t>
            </a:r>
            <a:r>
              <a:rPr lang="vi-VN" sz="1400">
                <a:solidFill>
                  <a:srgbClr val="808030"/>
                </a:solidFill>
                <a:latin typeface="Consolas"/>
                <a:ea typeface="+mn-lt"/>
                <a:cs typeface="Arial"/>
              </a:rPr>
              <a:t>==</a:t>
            </a:r>
            <a:r>
              <a:rPr lang="vi-VN" sz="1400">
                <a:solidFill>
                  <a:srgbClr val="000000"/>
                </a:solidFill>
                <a:latin typeface="Consolas"/>
                <a:ea typeface="+mn-lt"/>
                <a:cs typeface="Arial"/>
              </a:rPr>
              <a:t> </a:t>
            </a:r>
            <a:r>
              <a:rPr lang="vi-VN" sz="1400">
                <a:solidFill>
                  <a:srgbClr val="7D0045"/>
                </a:solidFill>
                <a:latin typeface="Consolas"/>
                <a:ea typeface="+mn-lt"/>
                <a:cs typeface="Arial"/>
              </a:rPr>
              <a:t>NULL</a:t>
            </a:r>
            <a:r>
              <a:rPr lang="vi-VN" sz="1400">
                <a:solidFill>
                  <a:srgbClr val="808030"/>
                </a:solidFill>
                <a:latin typeface="Consolas"/>
                <a:ea typeface="+mn-lt"/>
                <a:cs typeface="Arial"/>
              </a:rPr>
              <a:t>)</a:t>
            </a:r>
            <a:r>
              <a:rPr lang="vi-VN" sz="1400">
                <a:solidFill>
                  <a:srgbClr val="000000"/>
                </a:solidFill>
                <a:latin typeface="Consolas"/>
                <a:ea typeface="+mn-lt"/>
                <a:cs typeface="Arial"/>
              </a:rPr>
              <a:t> </a:t>
            </a:r>
            <a:r>
              <a:rPr lang="vi-VN" sz="1400">
                <a:solidFill>
                  <a:srgbClr val="800080"/>
                </a:solidFill>
                <a:latin typeface="Consolas"/>
                <a:ea typeface="+mn-lt"/>
                <a:cs typeface="Arial"/>
              </a:rPr>
              <a:t>{</a:t>
            </a:r>
            <a:r>
              <a:rPr lang="vi-VN" sz="1400">
                <a:solidFill>
                  <a:srgbClr val="000000"/>
                </a:solidFill>
                <a:latin typeface="Consolas"/>
                <a:ea typeface="+mn-lt"/>
                <a:cs typeface="Arial"/>
              </a:rPr>
              <a:t>
        </a:t>
            </a:r>
            <a:r>
              <a:rPr lang="vi-VN" sz="1400">
                <a:solidFill>
                  <a:srgbClr val="603000"/>
                </a:solidFill>
                <a:latin typeface="Consolas"/>
                <a:ea typeface="+mn-lt"/>
                <a:cs typeface="Arial"/>
              </a:rPr>
              <a:t>cout</a:t>
            </a:r>
            <a:r>
              <a:rPr lang="vi-VN" sz="1400">
                <a:solidFill>
                  <a:srgbClr val="000000"/>
                </a:solidFill>
                <a:latin typeface="Consolas"/>
                <a:ea typeface="+mn-lt"/>
                <a:cs typeface="Arial"/>
              </a:rPr>
              <a:t> </a:t>
            </a:r>
            <a:r>
              <a:rPr lang="vi-VN" sz="1400">
                <a:solidFill>
                  <a:srgbClr val="808030"/>
                </a:solidFill>
                <a:latin typeface="Consolas"/>
                <a:ea typeface="+mn-lt"/>
                <a:cs typeface="Arial"/>
              </a:rPr>
              <a:t>&lt;&lt;</a:t>
            </a:r>
            <a:r>
              <a:rPr lang="vi-VN" sz="1400">
                <a:solidFill>
                  <a:srgbClr val="000000"/>
                </a:solidFill>
                <a:latin typeface="Consolas"/>
                <a:ea typeface="+mn-lt"/>
                <a:cs typeface="Arial"/>
              </a:rPr>
              <a:t> </a:t>
            </a:r>
            <a:r>
              <a:rPr lang="vi-VN" sz="1400">
                <a:solidFill>
                  <a:srgbClr val="800000"/>
                </a:solidFill>
                <a:latin typeface="Consolas"/>
                <a:ea typeface="+mn-lt"/>
                <a:cs typeface="Arial"/>
              </a:rPr>
              <a:t>"</a:t>
            </a:r>
            <a:r>
              <a:rPr lang="vi-VN" sz="1400">
                <a:solidFill>
                  <a:srgbClr val="0000E6"/>
                </a:solidFill>
                <a:latin typeface="Consolas"/>
                <a:ea typeface="+mn-lt"/>
                <a:cs typeface="Arial"/>
              </a:rPr>
              <a:t>Danh sach sinh vien rong!</a:t>
            </a:r>
            <a:r>
              <a:rPr lang="vi-VN" sz="1400">
                <a:solidFill>
                  <a:srgbClr val="0F69FF"/>
                </a:solidFill>
                <a:latin typeface="Consolas"/>
                <a:ea typeface="+mn-lt"/>
                <a:cs typeface="Arial"/>
              </a:rPr>
              <a:t>\n</a:t>
            </a:r>
            <a:r>
              <a:rPr lang="vi-VN" sz="1400">
                <a:solidFill>
                  <a:srgbClr val="800000"/>
                </a:solidFill>
                <a:latin typeface="Consolas"/>
                <a:ea typeface="+mn-lt"/>
                <a:cs typeface="Arial"/>
              </a:rPr>
              <a:t>"</a:t>
            </a:r>
            <a:r>
              <a:rPr lang="vi-VN" sz="1400">
                <a:solidFill>
                  <a:srgbClr val="800080"/>
                </a:solidFill>
                <a:latin typeface="Consolas"/>
                <a:ea typeface="+mn-lt"/>
                <a:cs typeface="Arial"/>
              </a:rPr>
              <a:t>;</a:t>
            </a:r>
            <a:r>
              <a:rPr lang="vi-VN" sz="1400">
                <a:solidFill>
                  <a:srgbClr val="000000"/>
                </a:solidFill>
                <a:latin typeface="Consolas"/>
                <a:ea typeface="+mn-lt"/>
                <a:cs typeface="Arial"/>
              </a:rPr>
              <a:t>
        </a:t>
            </a:r>
            <a:r>
              <a:rPr lang="vi-VN" sz="1400" b="1">
                <a:solidFill>
                  <a:srgbClr val="800000"/>
                </a:solidFill>
                <a:latin typeface="Consolas"/>
                <a:ea typeface="+mn-lt"/>
                <a:cs typeface="Arial"/>
              </a:rPr>
              <a:t>return</a:t>
            </a:r>
            <a:r>
              <a:rPr lang="vi-VN" sz="1400">
                <a:solidFill>
                  <a:srgbClr val="800080"/>
                </a:solidFill>
                <a:latin typeface="Consolas"/>
                <a:ea typeface="+mn-lt"/>
                <a:cs typeface="Arial"/>
              </a:rPr>
              <a:t>;</a:t>
            </a:r>
            <a:r>
              <a:rPr lang="vi-VN" sz="1400">
                <a:solidFill>
                  <a:srgbClr val="000000"/>
                </a:solidFill>
                <a:latin typeface="Consolas"/>
                <a:ea typeface="+mn-lt"/>
                <a:cs typeface="Arial"/>
              </a:rPr>
              <a:t>
    </a:t>
            </a:r>
            <a:r>
              <a:rPr lang="vi-VN" sz="1400">
                <a:solidFill>
                  <a:srgbClr val="800080"/>
                </a:solidFill>
                <a:latin typeface="Consolas"/>
                <a:ea typeface="+mn-lt"/>
                <a:cs typeface="Arial"/>
              </a:rPr>
              <a:t>}</a:t>
            </a:r>
            <a:r>
              <a:rPr lang="vi-VN" sz="1400">
                <a:solidFill>
                  <a:srgbClr val="000000"/>
                </a:solidFill>
                <a:latin typeface="Consolas"/>
                <a:ea typeface="+mn-lt"/>
                <a:cs typeface="Arial"/>
              </a:rPr>
              <a:t>
    </a:t>
            </a:r>
            <a:r>
              <a:rPr lang="vi-VN" sz="1400" b="1">
                <a:solidFill>
                  <a:srgbClr val="800000"/>
                </a:solidFill>
                <a:latin typeface="Consolas"/>
                <a:ea typeface="+mn-lt"/>
                <a:cs typeface="Arial"/>
              </a:rPr>
              <a:t>int</a:t>
            </a:r>
            <a:r>
              <a:rPr lang="vi-VN" sz="1400">
                <a:solidFill>
                  <a:srgbClr val="000000"/>
                </a:solidFill>
                <a:latin typeface="Consolas"/>
                <a:ea typeface="+mn-lt"/>
                <a:cs typeface="Arial"/>
              </a:rPr>
              <a:t> mssv</a:t>
            </a:r>
            <a:r>
              <a:rPr lang="vi-VN" sz="1400">
                <a:solidFill>
                  <a:srgbClr val="800080"/>
                </a:solidFill>
                <a:latin typeface="Consolas"/>
                <a:ea typeface="+mn-lt"/>
                <a:cs typeface="Arial"/>
              </a:rPr>
              <a:t>;</a:t>
            </a:r>
            <a:r>
              <a:rPr lang="vi-VN" sz="1400">
                <a:solidFill>
                  <a:srgbClr val="000000"/>
                </a:solidFill>
                <a:latin typeface="Consolas"/>
                <a:ea typeface="+mn-lt"/>
                <a:cs typeface="Arial"/>
              </a:rPr>
              <a:t>
    </a:t>
            </a:r>
            <a:r>
              <a:rPr lang="vi-VN" sz="1400">
                <a:solidFill>
                  <a:srgbClr val="603000"/>
                </a:solidFill>
                <a:latin typeface="Consolas"/>
                <a:ea typeface="+mn-lt"/>
                <a:cs typeface="Arial"/>
              </a:rPr>
              <a:t>cout</a:t>
            </a:r>
            <a:r>
              <a:rPr lang="vi-VN" sz="1400">
                <a:solidFill>
                  <a:srgbClr val="000000"/>
                </a:solidFill>
                <a:latin typeface="Consolas"/>
                <a:ea typeface="+mn-lt"/>
                <a:cs typeface="Arial"/>
              </a:rPr>
              <a:t> </a:t>
            </a:r>
            <a:r>
              <a:rPr lang="vi-VN" sz="1400">
                <a:solidFill>
                  <a:srgbClr val="808030"/>
                </a:solidFill>
                <a:latin typeface="Consolas"/>
                <a:ea typeface="+mn-lt"/>
                <a:cs typeface="Arial"/>
              </a:rPr>
              <a:t>&lt;&lt;</a:t>
            </a:r>
            <a:r>
              <a:rPr lang="vi-VN" sz="1400">
                <a:solidFill>
                  <a:srgbClr val="000000"/>
                </a:solidFill>
                <a:latin typeface="Consolas"/>
                <a:ea typeface="+mn-lt"/>
                <a:cs typeface="Arial"/>
              </a:rPr>
              <a:t> </a:t>
            </a:r>
            <a:r>
              <a:rPr lang="vi-VN" sz="1400">
                <a:solidFill>
                  <a:srgbClr val="800000"/>
                </a:solidFill>
                <a:latin typeface="Consolas"/>
                <a:ea typeface="+mn-lt"/>
                <a:cs typeface="Arial"/>
              </a:rPr>
              <a:t>"</a:t>
            </a:r>
            <a:r>
              <a:rPr lang="vi-VN" sz="1400">
                <a:solidFill>
                  <a:srgbClr val="0000E6"/>
                </a:solidFill>
                <a:latin typeface="Consolas"/>
                <a:ea typeface="+mn-lt"/>
                <a:cs typeface="Arial"/>
              </a:rPr>
              <a:t>Nhap MSSV can xoa: </a:t>
            </a:r>
            <a:r>
              <a:rPr lang="vi-VN" sz="1400">
                <a:solidFill>
                  <a:srgbClr val="800000"/>
                </a:solidFill>
                <a:latin typeface="Consolas"/>
                <a:ea typeface="+mn-lt"/>
                <a:cs typeface="Arial"/>
              </a:rPr>
              <a:t>"</a:t>
            </a:r>
            <a:r>
              <a:rPr lang="vi-VN" sz="1400">
                <a:solidFill>
                  <a:srgbClr val="800080"/>
                </a:solidFill>
                <a:latin typeface="Consolas"/>
                <a:ea typeface="+mn-lt"/>
                <a:cs typeface="Arial"/>
              </a:rPr>
              <a:t>;</a:t>
            </a:r>
            <a:r>
              <a:rPr lang="vi-VN" sz="1400">
                <a:solidFill>
                  <a:srgbClr val="000000"/>
                </a:solidFill>
                <a:latin typeface="Consolas"/>
                <a:ea typeface="+mn-lt"/>
                <a:cs typeface="Arial"/>
              </a:rPr>
              <a:t>
    </a:t>
            </a:r>
            <a:r>
              <a:rPr lang="vi-VN" sz="1400">
                <a:solidFill>
                  <a:srgbClr val="603000"/>
                </a:solidFill>
                <a:latin typeface="Consolas"/>
                <a:ea typeface="+mn-lt"/>
                <a:cs typeface="Arial"/>
              </a:rPr>
              <a:t>cin</a:t>
            </a:r>
            <a:r>
              <a:rPr lang="vi-VN" sz="1400">
                <a:solidFill>
                  <a:srgbClr val="000000"/>
                </a:solidFill>
                <a:latin typeface="Consolas"/>
                <a:ea typeface="+mn-lt"/>
                <a:cs typeface="Arial"/>
              </a:rPr>
              <a:t> </a:t>
            </a:r>
            <a:r>
              <a:rPr lang="vi-VN" sz="1400">
                <a:solidFill>
                  <a:srgbClr val="808030"/>
                </a:solidFill>
                <a:latin typeface="Consolas"/>
                <a:ea typeface="+mn-lt"/>
                <a:cs typeface="Arial"/>
              </a:rPr>
              <a:t>&gt;&gt;</a:t>
            </a:r>
            <a:r>
              <a:rPr lang="vi-VN" sz="1400">
                <a:solidFill>
                  <a:srgbClr val="000000"/>
                </a:solidFill>
                <a:latin typeface="Consolas"/>
                <a:ea typeface="+mn-lt"/>
                <a:cs typeface="Arial"/>
              </a:rPr>
              <a:t> mssv</a:t>
            </a:r>
            <a:r>
              <a:rPr lang="vi-VN" sz="1400">
                <a:solidFill>
                  <a:srgbClr val="800080"/>
                </a:solidFill>
                <a:latin typeface="Consolas"/>
                <a:ea typeface="+mn-lt"/>
                <a:cs typeface="Arial"/>
              </a:rPr>
              <a:t>;</a:t>
            </a:r>
            <a:r>
              <a:rPr lang="vi-VN" sz="1400">
                <a:solidFill>
                  <a:srgbClr val="000000"/>
                </a:solidFill>
                <a:latin typeface="Consolas"/>
                <a:ea typeface="+mn-lt"/>
                <a:cs typeface="Arial"/>
              </a:rPr>
              <a:t>
    SinhVien</a:t>
            </a:r>
            <a:r>
              <a:rPr lang="vi-VN" sz="1400">
                <a:solidFill>
                  <a:srgbClr val="808030"/>
                </a:solidFill>
                <a:latin typeface="Consolas"/>
                <a:ea typeface="+mn-lt"/>
                <a:cs typeface="Arial"/>
              </a:rPr>
              <a:t>*</a:t>
            </a:r>
            <a:r>
              <a:rPr lang="vi-VN" sz="1400">
                <a:solidFill>
                  <a:srgbClr val="000000"/>
                </a:solidFill>
                <a:latin typeface="Consolas"/>
                <a:ea typeface="+mn-lt"/>
                <a:cs typeface="Arial"/>
              </a:rPr>
              <a:t> p </a:t>
            </a:r>
            <a:r>
              <a:rPr lang="vi-VN" sz="1400">
                <a:solidFill>
                  <a:srgbClr val="808030"/>
                </a:solidFill>
                <a:latin typeface="Consolas"/>
                <a:ea typeface="+mn-lt"/>
                <a:cs typeface="Arial"/>
              </a:rPr>
              <a:t>=</a:t>
            </a:r>
            <a:r>
              <a:rPr lang="vi-VN" sz="1400">
                <a:solidFill>
                  <a:srgbClr val="000000"/>
                </a:solidFill>
                <a:latin typeface="Consolas"/>
                <a:ea typeface="+mn-lt"/>
                <a:cs typeface="Arial"/>
              </a:rPr>
              <a:t> head</a:t>
            </a:r>
            <a:r>
              <a:rPr lang="vi-VN" sz="1400">
                <a:solidFill>
                  <a:srgbClr val="800080"/>
                </a:solidFill>
                <a:latin typeface="Consolas"/>
                <a:ea typeface="+mn-lt"/>
                <a:cs typeface="Arial"/>
              </a:rPr>
              <a:t>;</a:t>
            </a:r>
            <a:r>
              <a:rPr lang="vi-VN" sz="1400">
                <a:solidFill>
                  <a:srgbClr val="000000"/>
                </a:solidFill>
                <a:latin typeface="Consolas"/>
                <a:ea typeface="+mn-lt"/>
                <a:cs typeface="Arial"/>
              </a:rPr>
              <a:t>
    SinhVien</a:t>
            </a:r>
            <a:r>
              <a:rPr lang="vi-VN" sz="1400">
                <a:solidFill>
                  <a:srgbClr val="808030"/>
                </a:solidFill>
                <a:latin typeface="Consolas"/>
                <a:ea typeface="+mn-lt"/>
                <a:cs typeface="Arial"/>
              </a:rPr>
              <a:t>*</a:t>
            </a:r>
            <a:r>
              <a:rPr lang="vi-VN" sz="1400">
                <a:solidFill>
                  <a:srgbClr val="000000"/>
                </a:solidFill>
                <a:latin typeface="Consolas"/>
                <a:ea typeface="+mn-lt"/>
                <a:cs typeface="Arial"/>
              </a:rPr>
              <a:t> truoc </a:t>
            </a:r>
            <a:r>
              <a:rPr lang="vi-VN" sz="1400">
                <a:solidFill>
                  <a:srgbClr val="808030"/>
                </a:solidFill>
                <a:latin typeface="Consolas"/>
                <a:ea typeface="+mn-lt"/>
                <a:cs typeface="Arial"/>
              </a:rPr>
              <a:t>=</a:t>
            </a:r>
            <a:r>
              <a:rPr lang="vi-VN" sz="1400">
                <a:solidFill>
                  <a:srgbClr val="000000"/>
                </a:solidFill>
                <a:latin typeface="Consolas"/>
                <a:ea typeface="+mn-lt"/>
                <a:cs typeface="Arial"/>
              </a:rPr>
              <a:t> </a:t>
            </a:r>
            <a:r>
              <a:rPr lang="vi-VN" sz="1400">
                <a:solidFill>
                  <a:srgbClr val="7D0045"/>
                </a:solidFill>
                <a:latin typeface="Consolas"/>
                <a:ea typeface="+mn-lt"/>
                <a:cs typeface="Arial"/>
              </a:rPr>
              <a:t>NULL;</a:t>
            </a:r>
            <a:r>
              <a:rPr lang="vi-VN" sz="1400">
                <a:solidFill>
                  <a:srgbClr val="000000"/>
                </a:solidFill>
                <a:latin typeface="Consolas"/>
                <a:ea typeface="+mn-lt"/>
                <a:cs typeface="Arial"/>
              </a:rPr>
              <a:t>
    </a:t>
            </a:r>
            <a:r>
              <a:rPr lang="vi-VN" sz="1400" b="1">
                <a:solidFill>
                  <a:srgbClr val="800000"/>
                </a:solidFill>
                <a:latin typeface="Consolas"/>
                <a:ea typeface="+mn-lt"/>
                <a:cs typeface="Arial"/>
              </a:rPr>
              <a:t>while</a:t>
            </a:r>
            <a:r>
              <a:rPr lang="vi-VN" sz="1400">
                <a:solidFill>
                  <a:srgbClr val="000000"/>
                </a:solidFill>
                <a:latin typeface="Consolas"/>
                <a:ea typeface="+mn-lt"/>
                <a:cs typeface="Arial"/>
              </a:rPr>
              <a:t> </a:t>
            </a:r>
            <a:r>
              <a:rPr lang="vi-VN" sz="1400">
                <a:solidFill>
                  <a:srgbClr val="808030"/>
                </a:solidFill>
                <a:latin typeface="Consolas"/>
                <a:ea typeface="+mn-lt"/>
                <a:cs typeface="Arial"/>
              </a:rPr>
              <a:t>(</a:t>
            </a:r>
            <a:r>
              <a:rPr lang="vi-VN" sz="1400">
                <a:solidFill>
                  <a:srgbClr val="000000"/>
                </a:solidFill>
                <a:latin typeface="Consolas"/>
                <a:ea typeface="+mn-lt"/>
                <a:cs typeface="Arial"/>
              </a:rPr>
              <a:t>p </a:t>
            </a:r>
            <a:r>
              <a:rPr lang="vi-VN" sz="1400">
                <a:solidFill>
                  <a:srgbClr val="808030"/>
                </a:solidFill>
                <a:latin typeface="Consolas"/>
                <a:ea typeface="+mn-lt"/>
                <a:cs typeface="Arial"/>
              </a:rPr>
              <a:t>!=</a:t>
            </a:r>
            <a:r>
              <a:rPr lang="vi-VN" sz="1400">
                <a:solidFill>
                  <a:srgbClr val="000000"/>
                </a:solidFill>
                <a:latin typeface="Consolas"/>
                <a:ea typeface="+mn-lt"/>
                <a:cs typeface="Arial"/>
              </a:rPr>
              <a:t> </a:t>
            </a:r>
            <a:r>
              <a:rPr lang="vi-VN" sz="1400">
                <a:solidFill>
                  <a:srgbClr val="7D0045"/>
                </a:solidFill>
                <a:latin typeface="Consolas"/>
                <a:ea typeface="+mn-lt"/>
                <a:cs typeface="Arial"/>
              </a:rPr>
              <a:t>NULL</a:t>
            </a:r>
            <a:r>
              <a:rPr lang="vi-VN" sz="1400">
                <a:solidFill>
                  <a:srgbClr val="000000"/>
                </a:solidFill>
                <a:latin typeface="Consolas"/>
                <a:ea typeface="+mn-lt"/>
                <a:cs typeface="Arial"/>
              </a:rPr>
              <a:t> </a:t>
            </a:r>
            <a:r>
              <a:rPr lang="vi-VN" sz="1400">
                <a:solidFill>
                  <a:srgbClr val="808030"/>
                </a:solidFill>
                <a:latin typeface="Consolas"/>
                <a:ea typeface="+mn-lt"/>
                <a:cs typeface="Arial"/>
              </a:rPr>
              <a:t>&amp;&amp;</a:t>
            </a:r>
            <a:r>
              <a:rPr lang="vi-VN" sz="1400">
                <a:solidFill>
                  <a:srgbClr val="000000"/>
                </a:solidFill>
                <a:latin typeface="Consolas"/>
                <a:ea typeface="+mn-lt"/>
                <a:cs typeface="Arial"/>
              </a:rPr>
              <a:t> p</a:t>
            </a:r>
            <a:r>
              <a:rPr lang="vi-VN" sz="1400">
                <a:solidFill>
                  <a:srgbClr val="808030"/>
                </a:solidFill>
                <a:latin typeface="Consolas"/>
                <a:ea typeface="+mn-lt"/>
                <a:cs typeface="Arial"/>
              </a:rPr>
              <a:t>-&gt;</a:t>
            </a:r>
            <a:r>
              <a:rPr lang="vi-VN" sz="1400">
                <a:solidFill>
                  <a:srgbClr val="000000"/>
                </a:solidFill>
                <a:latin typeface="Consolas"/>
                <a:ea typeface="+mn-lt"/>
                <a:cs typeface="Arial"/>
              </a:rPr>
              <a:t>MSSV </a:t>
            </a:r>
            <a:r>
              <a:rPr lang="vi-VN" sz="1400">
                <a:solidFill>
                  <a:srgbClr val="808030"/>
                </a:solidFill>
                <a:latin typeface="Consolas"/>
                <a:ea typeface="+mn-lt"/>
                <a:cs typeface="Arial"/>
              </a:rPr>
              <a:t>!=</a:t>
            </a:r>
            <a:r>
              <a:rPr lang="vi-VN" sz="1400">
                <a:solidFill>
                  <a:srgbClr val="000000"/>
                </a:solidFill>
                <a:latin typeface="Consolas"/>
                <a:ea typeface="+mn-lt"/>
                <a:cs typeface="Arial"/>
              </a:rPr>
              <a:t> mssv</a:t>
            </a:r>
            <a:r>
              <a:rPr lang="vi-VN" sz="1400">
                <a:solidFill>
                  <a:srgbClr val="808030"/>
                </a:solidFill>
                <a:latin typeface="Consolas"/>
                <a:ea typeface="+mn-lt"/>
                <a:cs typeface="Arial"/>
              </a:rPr>
              <a:t>)</a:t>
            </a:r>
            <a:r>
              <a:rPr lang="vi-VN" sz="1400">
                <a:solidFill>
                  <a:srgbClr val="000000"/>
                </a:solidFill>
                <a:latin typeface="Consolas"/>
                <a:ea typeface="+mn-lt"/>
                <a:cs typeface="Arial"/>
              </a:rPr>
              <a:t> </a:t>
            </a:r>
            <a:r>
              <a:rPr lang="vi-VN" sz="1400">
                <a:solidFill>
                  <a:srgbClr val="800080"/>
                </a:solidFill>
                <a:latin typeface="Consolas"/>
                <a:ea typeface="+mn-lt"/>
                <a:cs typeface="Arial"/>
              </a:rPr>
              <a:t>{</a:t>
            </a:r>
            <a:r>
              <a:rPr lang="vi-VN" sz="1400">
                <a:solidFill>
                  <a:srgbClr val="000000"/>
                </a:solidFill>
                <a:latin typeface="Consolas"/>
                <a:ea typeface="+mn-lt"/>
                <a:cs typeface="Arial"/>
              </a:rPr>
              <a:t>
        truoc </a:t>
            </a:r>
            <a:r>
              <a:rPr lang="vi-VN" sz="1400">
                <a:solidFill>
                  <a:srgbClr val="808030"/>
                </a:solidFill>
                <a:latin typeface="Consolas"/>
                <a:ea typeface="+mn-lt"/>
                <a:cs typeface="Arial"/>
              </a:rPr>
              <a:t>=</a:t>
            </a:r>
            <a:r>
              <a:rPr lang="vi-VN" sz="1400">
                <a:solidFill>
                  <a:srgbClr val="000000"/>
                </a:solidFill>
                <a:latin typeface="Consolas"/>
                <a:ea typeface="+mn-lt"/>
                <a:cs typeface="Arial"/>
              </a:rPr>
              <a:t> p</a:t>
            </a:r>
            <a:r>
              <a:rPr lang="vi-VN" sz="1400">
                <a:solidFill>
                  <a:srgbClr val="800080"/>
                </a:solidFill>
                <a:latin typeface="Consolas"/>
                <a:ea typeface="+mn-lt"/>
                <a:cs typeface="Arial"/>
              </a:rPr>
              <a:t>;</a:t>
            </a:r>
            <a:r>
              <a:rPr lang="vi-VN" sz="1400">
                <a:solidFill>
                  <a:srgbClr val="000000"/>
                </a:solidFill>
                <a:latin typeface="Consolas"/>
                <a:ea typeface="+mn-lt"/>
                <a:cs typeface="Arial"/>
              </a:rPr>
              <a:t>
        p </a:t>
            </a:r>
            <a:r>
              <a:rPr lang="vi-VN" sz="1400">
                <a:solidFill>
                  <a:srgbClr val="808030"/>
                </a:solidFill>
                <a:latin typeface="Consolas"/>
                <a:ea typeface="+mn-lt"/>
                <a:cs typeface="Arial"/>
              </a:rPr>
              <a:t>=</a:t>
            </a:r>
            <a:r>
              <a:rPr lang="vi-VN" sz="1400">
                <a:solidFill>
                  <a:srgbClr val="000000"/>
                </a:solidFill>
                <a:latin typeface="Consolas"/>
                <a:ea typeface="+mn-lt"/>
                <a:cs typeface="Arial"/>
              </a:rPr>
              <a:t> p</a:t>
            </a:r>
            <a:r>
              <a:rPr lang="vi-VN" sz="1400">
                <a:solidFill>
                  <a:srgbClr val="808030"/>
                </a:solidFill>
                <a:latin typeface="Consolas"/>
                <a:ea typeface="+mn-lt"/>
                <a:cs typeface="Arial"/>
              </a:rPr>
              <a:t>-&gt;</a:t>
            </a:r>
            <a:r>
              <a:rPr lang="vi-VN" sz="1400">
                <a:solidFill>
                  <a:srgbClr val="000000"/>
                </a:solidFill>
                <a:latin typeface="Consolas"/>
                <a:ea typeface="+mn-lt"/>
                <a:cs typeface="Arial"/>
              </a:rPr>
              <a:t>next</a:t>
            </a:r>
            <a:r>
              <a:rPr lang="vi-VN" sz="1400">
                <a:solidFill>
                  <a:srgbClr val="800080"/>
                </a:solidFill>
                <a:latin typeface="Consolas"/>
                <a:ea typeface="+mn-lt"/>
                <a:cs typeface="Arial"/>
              </a:rPr>
              <a:t>;</a:t>
            </a:r>
            <a:r>
              <a:rPr lang="vi-VN" sz="1400">
                <a:solidFill>
                  <a:srgbClr val="000000"/>
                </a:solidFill>
                <a:latin typeface="Consolas"/>
                <a:ea typeface="+mn-lt"/>
                <a:cs typeface="Arial"/>
              </a:rPr>
              <a:t>
    </a:t>
            </a:r>
            <a:r>
              <a:rPr lang="vi-VN" sz="1400">
                <a:solidFill>
                  <a:srgbClr val="800080"/>
                </a:solidFill>
                <a:latin typeface="Consolas"/>
                <a:ea typeface="+mn-lt"/>
                <a:cs typeface="Arial"/>
              </a:rPr>
              <a:t>}</a:t>
            </a:r>
            <a:r>
              <a:rPr lang="vi-VN" sz="1400">
                <a:solidFill>
                  <a:srgbClr val="000000"/>
                </a:solidFill>
                <a:latin typeface="Consolas"/>
                <a:ea typeface="+mn-lt"/>
                <a:cs typeface="Arial"/>
              </a:rPr>
              <a:t>
    </a:t>
            </a:r>
            <a:r>
              <a:rPr lang="vi-VN" sz="1400" b="1">
                <a:solidFill>
                  <a:srgbClr val="800000"/>
                </a:solidFill>
                <a:latin typeface="Consolas"/>
                <a:ea typeface="+mn-lt"/>
                <a:cs typeface="Arial"/>
              </a:rPr>
              <a:t>if</a:t>
            </a:r>
            <a:r>
              <a:rPr lang="vi-VN" sz="1400">
                <a:solidFill>
                  <a:srgbClr val="000000"/>
                </a:solidFill>
                <a:latin typeface="Consolas"/>
                <a:ea typeface="+mn-lt"/>
                <a:cs typeface="Arial"/>
              </a:rPr>
              <a:t> </a:t>
            </a:r>
            <a:r>
              <a:rPr lang="vi-VN" sz="1400">
                <a:solidFill>
                  <a:srgbClr val="808030"/>
                </a:solidFill>
                <a:latin typeface="Consolas"/>
                <a:ea typeface="+mn-lt"/>
                <a:cs typeface="Arial"/>
              </a:rPr>
              <a:t>(</a:t>
            </a:r>
            <a:r>
              <a:rPr lang="vi-VN" sz="1400">
                <a:solidFill>
                  <a:srgbClr val="000000"/>
                </a:solidFill>
                <a:latin typeface="Consolas"/>
                <a:ea typeface="+mn-lt"/>
                <a:cs typeface="Arial"/>
              </a:rPr>
              <a:t>p </a:t>
            </a:r>
            <a:r>
              <a:rPr lang="vi-VN" sz="1400">
                <a:solidFill>
                  <a:srgbClr val="808030"/>
                </a:solidFill>
                <a:latin typeface="Consolas"/>
                <a:ea typeface="+mn-lt"/>
                <a:cs typeface="Arial"/>
              </a:rPr>
              <a:t>==</a:t>
            </a:r>
            <a:r>
              <a:rPr lang="vi-VN" sz="1400">
                <a:solidFill>
                  <a:srgbClr val="000000"/>
                </a:solidFill>
                <a:latin typeface="Consolas"/>
                <a:ea typeface="+mn-lt"/>
                <a:cs typeface="Arial"/>
              </a:rPr>
              <a:t> </a:t>
            </a:r>
            <a:r>
              <a:rPr lang="vi-VN" sz="1400">
                <a:solidFill>
                  <a:srgbClr val="7D0045"/>
                </a:solidFill>
                <a:latin typeface="Consolas"/>
                <a:ea typeface="+mn-lt"/>
                <a:cs typeface="Arial"/>
              </a:rPr>
              <a:t>NULL</a:t>
            </a:r>
            <a:r>
              <a:rPr lang="vi-VN" sz="1400">
                <a:solidFill>
                  <a:srgbClr val="808030"/>
                </a:solidFill>
                <a:latin typeface="Consolas"/>
                <a:ea typeface="+mn-lt"/>
                <a:cs typeface="Arial"/>
              </a:rPr>
              <a:t>)</a:t>
            </a:r>
            <a:r>
              <a:rPr lang="vi-VN" sz="1400">
                <a:solidFill>
                  <a:srgbClr val="000000"/>
                </a:solidFill>
                <a:latin typeface="Consolas"/>
                <a:ea typeface="+mn-lt"/>
                <a:cs typeface="Arial"/>
              </a:rPr>
              <a:t> </a:t>
            </a:r>
            <a:r>
              <a:rPr lang="vi-VN" sz="1400">
                <a:solidFill>
                  <a:srgbClr val="800080"/>
                </a:solidFill>
                <a:latin typeface="Consolas"/>
                <a:ea typeface="+mn-lt"/>
                <a:cs typeface="Arial"/>
              </a:rPr>
              <a:t>{</a:t>
            </a:r>
            <a:r>
              <a:rPr lang="vi-VN" sz="1400">
                <a:solidFill>
                  <a:srgbClr val="000000"/>
                </a:solidFill>
                <a:latin typeface="Consolas"/>
                <a:ea typeface="+mn-lt"/>
                <a:cs typeface="Arial"/>
              </a:rPr>
              <a:t>
        </a:t>
            </a:r>
            <a:r>
              <a:rPr lang="vi-VN" sz="1400">
                <a:solidFill>
                  <a:srgbClr val="603000"/>
                </a:solidFill>
                <a:latin typeface="Consolas"/>
                <a:ea typeface="+mn-lt"/>
                <a:cs typeface="Arial"/>
              </a:rPr>
              <a:t>cout</a:t>
            </a:r>
            <a:r>
              <a:rPr lang="vi-VN" sz="1400">
                <a:solidFill>
                  <a:srgbClr val="000000"/>
                </a:solidFill>
                <a:latin typeface="Consolas"/>
                <a:ea typeface="+mn-lt"/>
                <a:cs typeface="Arial"/>
              </a:rPr>
              <a:t> </a:t>
            </a:r>
            <a:r>
              <a:rPr lang="vi-VN" sz="1400">
                <a:solidFill>
                  <a:srgbClr val="808030"/>
                </a:solidFill>
                <a:latin typeface="Consolas"/>
                <a:ea typeface="+mn-lt"/>
                <a:cs typeface="Arial"/>
              </a:rPr>
              <a:t>&lt;&lt;</a:t>
            </a:r>
            <a:r>
              <a:rPr lang="vi-VN" sz="1400">
                <a:solidFill>
                  <a:srgbClr val="000000"/>
                </a:solidFill>
                <a:latin typeface="Consolas"/>
                <a:ea typeface="+mn-lt"/>
                <a:cs typeface="Arial"/>
              </a:rPr>
              <a:t> </a:t>
            </a:r>
            <a:r>
              <a:rPr lang="vi-VN" sz="1400">
                <a:solidFill>
                  <a:srgbClr val="800000"/>
                </a:solidFill>
                <a:latin typeface="Consolas"/>
                <a:ea typeface="+mn-lt"/>
                <a:cs typeface="Arial"/>
              </a:rPr>
              <a:t>"</a:t>
            </a:r>
            <a:r>
              <a:rPr lang="vi-VN" sz="1400">
                <a:solidFill>
                  <a:srgbClr val="0000E6"/>
                </a:solidFill>
                <a:latin typeface="Consolas"/>
                <a:ea typeface="+mn-lt"/>
                <a:cs typeface="Arial"/>
              </a:rPr>
              <a:t>Khong tim thay sinh vien!</a:t>
            </a:r>
            <a:r>
              <a:rPr lang="vi-VN" sz="1400">
                <a:solidFill>
                  <a:srgbClr val="0F69FF"/>
                </a:solidFill>
                <a:latin typeface="Consolas"/>
                <a:ea typeface="+mn-lt"/>
                <a:cs typeface="Arial"/>
              </a:rPr>
              <a:t>\n</a:t>
            </a:r>
            <a:r>
              <a:rPr lang="vi-VN" sz="1400">
                <a:solidFill>
                  <a:srgbClr val="800000"/>
                </a:solidFill>
                <a:latin typeface="Consolas"/>
                <a:ea typeface="+mn-lt"/>
                <a:cs typeface="Arial"/>
              </a:rPr>
              <a:t>"</a:t>
            </a:r>
            <a:r>
              <a:rPr lang="vi-VN" sz="1400">
                <a:solidFill>
                  <a:srgbClr val="800080"/>
                </a:solidFill>
                <a:latin typeface="Consolas"/>
                <a:ea typeface="+mn-lt"/>
                <a:cs typeface="Arial"/>
              </a:rPr>
              <a:t>;</a:t>
            </a:r>
            <a:r>
              <a:rPr lang="vi-VN" sz="1400">
                <a:solidFill>
                  <a:srgbClr val="000000"/>
                </a:solidFill>
                <a:latin typeface="Consolas"/>
                <a:ea typeface="+mn-lt"/>
                <a:cs typeface="Arial"/>
              </a:rPr>
              <a:t>
        </a:t>
            </a:r>
            <a:r>
              <a:rPr lang="vi-VN" sz="1400" b="1">
                <a:solidFill>
                  <a:srgbClr val="800000"/>
                </a:solidFill>
                <a:latin typeface="Consolas"/>
                <a:ea typeface="+mn-lt"/>
                <a:cs typeface="Arial"/>
              </a:rPr>
              <a:t>return</a:t>
            </a:r>
            <a:r>
              <a:rPr lang="vi-VN" sz="1400">
                <a:solidFill>
                  <a:srgbClr val="800080"/>
                </a:solidFill>
                <a:latin typeface="Consolas"/>
                <a:ea typeface="+mn-lt"/>
                <a:cs typeface="Arial"/>
              </a:rPr>
              <a:t>;</a:t>
            </a:r>
            <a:r>
              <a:rPr lang="vi-VN" sz="1400">
                <a:solidFill>
                  <a:srgbClr val="000000"/>
                </a:solidFill>
                <a:latin typeface="Consolas"/>
                <a:ea typeface="+mn-lt"/>
                <a:cs typeface="Arial"/>
              </a:rPr>
              <a:t>
    </a:t>
            </a:r>
            <a:r>
              <a:rPr lang="vi-VN" sz="1400">
                <a:solidFill>
                  <a:srgbClr val="800080"/>
                </a:solidFill>
                <a:latin typeface="Consolas"/>
                <a:ea typeface="+mn-lt"/>
                <a:cs typeface="Arial"/>
              </a:rPr>
              <a:t>}</a:t>
            </a:r>
            <a:r>
              <a:rPr lang="vi-VN" sz="1400">
                <a:solidFill>
                  <a:srgbClr val="000000"/>
                </a:solidFill>
                <a:latin typeface="Consolas"/>
                <a:ea typeface="+mn-lt"/>
                <a:cs typeface="Arial"/>
              </a:rPr>
              <a:t>
    </a:t>
            </a:r>
            <a:r>
              <a:rPr lang="vi-VN" sz="1400" b="1">
                <a:solidFill>
                  <a:srgbClr val="800000"/>
                </a:solidFill>
                <a:latin typeface="Consolas"/>
                <a:ea typeface="+mn-lt"/>
                <a:cs typeface="Arial"/>
              </a:rPr>
              <a:t>if</a:t>
            </a:r>
            <a:r>
              <a:rPr lang="vi-VN" sz="1400">
                <a:solidFill>
                  <a:srgbClr val="000000"/>
                </a:solidFill>
                <a:latin typeface="Consolas"/>
                <a:ea typeface="+mn-lt"/>
                <a:cs typeface="Arial"/>
              </a:rPr>
              <a:t> </a:t>
            </a:r>
            <a:r>
              <a:rPr lang="vi-VN" sz="1400">
                <a:solidFill>
                  <a:srgbClr val="808030"/>
                </a:solidFill>
                <a:latin typeface="Consolas"/>
                <a:ea typeface="+mn-lt"/>
                <a:cs typeface="Arial"/>
              </a:rPr>
              <a:t>(</a:t>
            </a:r>
            <a:r>
              <a:rPr lang="vi-VN" sz="1400">
                <a:solidFill>
                  <a:srgbClr val="000000"/>
                </a:solidFill>
                <a:latin typeface="Consolas"/>
                <a:ea typeface="+mn-lt"/>
                <a:cs typeface="Arial"/>
              </a:rPr>
              <a:t>truoc </a:t>
            </a:r>
            <a:r>
              <a:rPr lang="vi-VN" sz="1400">
                <a:solidFill>
                  <a:srgbClr val="808030"/>
                </a:solidFill>
                <a:latin typeface="Consolas"/>
                <a:ea typeface="+mn-lt"/>
                <a:cs typeface="Arial"/>
              </a:rPr>
              <a:t>==</a:t>
            </a:r>
            <a:r>
              <a:rPr lang="vi-VN" sz="1400">
                <a:solidFill>
                  <a:srgbClr val="000000"/>
                </a:solidFill>
                <a:latin typeface="Consolas"/>
                <a:ea typeface="+mn-lt"/>
                <a:cs typeface="Arial"/>
              </a:rPr>
              <a:t> </a:t>
            </a:r>
            <a:r>
              <a:rPr lang="vi-VN" sz="1400">
                <a:solidFill>
                  <a:srgbClr val="7D0045"/>
                </a:solidFill>
                <a:latin typeface="Consolas"/>
                <a:ea typeface="+mn-lt"/>
                <a:cs typeface="Arial"/>
              </a:rPr>
              <a:t>NULL</a:t>
            </a:r>
            <a:r>
              <a:rPr lang="vi-VN" sz="1400">
                <a:solidFill>
                  <a:srgbClr val="808030"/>
                </a:solidFill>
                <a:latin typeface="Consolas"/>
                <a:ea typeface="+mn-lt"/>
                <a:cs typeface="Arial"/>
              </a:rPr>
              <a:t>)</a:t>
            </a:r>
            <a:r>
              <a:rPr lang="vi-VN" sz="1400">
                <a:solidFill>
                  <a:srgbClr val="000000"/>
                </a:solidFill>
                <a:latin typeface="Consolas"/>
                <a:ea typeface="+mn-lt"/>
                <a:cs typeface="Arial"/>
              </a:rPr>
              <a:t> </a:t>
            </a:r>
            <a:r>
              <a:rPr lang="vi-VN" sz="1400">
                <a:solidFill>
                  <a:srgbClr val="800080"/>
                </a:solidFill>
                <a:latin typeface="Consolas"/>
                <a:ea typeface="+mn-lt"/>
                <a:cs typeface="Arial"/>
              </a:rPr>
              <a:t>{</a:t>
            </a:r>
            <a:r>
              <a:rPr lang="vi-VN" sz="1400">
                <a:solidFill>
                  <a:srgbClr val="000000"/>
                </a:solidFill>
                <a:latin typeface="Consolas"/>
                <a:ea typeface="+mn-lt"/>
                <a:cs typeface="Arial"/>
              </a:rPr>
              <a:t>
        head </a:t>
            </a:r>
            <a:r>
              <a:rPr lang="vi-VN" sz="1400">
                <a:solidFill>
                  <a:srgbClr val="808030"/>
                </a:solidFill>
                <a:latin typeface="Consolas"/>
                <a:ea typeface="+mn-lt"/>
                <a:cs typeface="Arial"/>
              </a:rPr>
              <a:t>=</a:t>
            </a:r>
            <a:r>
              <a:rPr lang="vi-VN" sz="1400">
                <a:solidFill>
                  <a:srgbClr val="000000"/>
                </a:solidFill>
                <a:latin typeface="Consolas"/>
                <a:ea typeface="+mn-lt"/>
                <a:cs typeface="Arial"/>
              </a:rPr>
              <a:t> p</a:t>
            </a:r>
            <a:r>
              <a:rPr lang="vi-VN" sz="1400">
                <a:solidFill>
                  <a:srgbClr val="808030"/>
                </a:solidFill>
                <a:latin typeface="Consolas"/>
                <a:ea typeface="+mn-lt"/>
                <a:cs typeface="Arial"/>
              </a:rPr>
              <a:t>-&gt;</a:t>
            </a:r>
            <a:r>
              <a:rPr lang="vi-VN" sz="1400">
                <a:solidFill>
                  <a:srgbClr val="000000"/>
                </a:solidFill>
                <a:latin typeface="Consolas"/>
                <a:ea typeface="+mn-lt"/>
                <a:cs typeface="Arial"/>
              </a:rPr>
              <a:t>next</a:t>
            </a:r>
            <a:r>
              <a:rPr lang="vi-VN" sz="1400">
                <a:solidFill>
                  <a:srgbClr val="800080"/>
                </a:solidFill>
                <a:latin typeface="Consolas"/>
                <a:ea typeface="+mn-lt"/>
                <a:cs typeface="Arial"/>
              </a:rPr>
              <a:t>;</a:t>
            </a:r>
            <a:r>
              <a:rPr lang="vi-VN" sz="1400">
                <a:solidFill>
                  <a:srgbClr val="000000"/>
                </a:solidFill>
                <a:latin typeface="Consolas"/>
                <a:ea typeface="+mn-lt"/>
                <a:cs typeface="Arial"/>
              </a:rPr>
              <a:t>
    </a:t>
            </a:r>
            <a:r>
              <a:rPr lang="vi-VN" sz="1400">
                <a:solidFill>
                  <a:srgbClr val="800080"/>
                </a:solidFill>
                <a:latin typeface="Consolas"/>
                <a:ea typeface="+mn-lt"/>
                <a:cs typeface="Arial"/>
              </a:rPr>
              <a:t>}</a:t>
            </a:r>
            <a:r>
              <a:rPr lang="vi-VN" sz="1400">
                <a:solidFill>
                  <a:srgbClr val="000000"/>
                </a:solidFill>
                <a:latin typeface="Consolas"/>
                <a:ea typeface="+mn-lt"/>
                <a:cs typeface="Arial"/>
              </a:rPr>
              <a:t> </a:t>
            </a:r>
            <a:r>
              <a:rPr lang="vi-VN" sz="1400" b="1">
                <a:solidFill>
                  <a:srgbClr val="800000"/>
                </a:solidFill>
                <a:latin typeface="Consolas"/>
                <a:ea typeface="+mn-lt"/>
                <a:cs typeface="Arial"/>
              </a:rPr>
              <a:t>else</a:t>
            </a:r>
            <a:r>
              <a:rPr lang="vi-VN" sz="1400">
                <a:solidFill>
                  <a:srgbClr val="000000"/>
                </a:solidFill>
                <a:latin typeface="Consolas"/>
                <a:ea typeface="+mn-lt"/>
                <a:cs typeface="Arial"/>
              </a:rPr>
              <a:t> </a:t>
            </a:r>
            <a:r>
              <a:rPr lang="vi-VN" sz="1400">
                <a:solidFill>
                  <a:srgbClr val="800080"/>
                </a:solidFill>
                <a:latin typeface="Consolas"/>
                <a:ea typeface="+mn-lt"/>
                <a:cs typeface="Arial"/>
              </a:rPr>
              <a:t>{</a:t>
            </a:r>
            <a:r>
              <a:rPr lang="vi-VN" sz="1400">
                <a:solidFill>
                  <a:srgbClr val="000000"/>
                </a:solidFill>
                <a:latin typeface="Consolas"/>
                <a:ea typeface="+mn-lt"/>
                <a:cs typeface="Arial"/>
              </a:rPr>
              <a:t>
        truoc</a:t>
            </a:r>
            <a:r>
              <a:rPr lang="vi-VN" sz="1400">
                <a:solidFill>
                  <a:srgbClr val="808030"/>
                </a:solidFill>
                <a:latin typeface="Consolas"/>
                <a:ea typeface="+mn-lt"/>
                <a:cs typeface="Arial"/>
              </a:rPr>
              <a:t>-&gt;</a:t>
            </a:r>
            <a:r>
              <a:rPr lang="vi-VN" sz="1400">
                <a:solidFill>
                  <a:srgbClr val="000000"/>
                </a:solidFill>
                <a:latin typeface="Consolas"/>
                <a:ea typeface="+mn-lt"/>
                <a:cs typeface="Arial"/>
              </a:rPr>
              <a:t>next </a:t>
            </a:r>
            <a:r>
              <a:rPr lang="vi-VN" sz="1400">
                <a:solidFill>
                  <a:srgbClr val="808030"/>
                </a:solidFill>
                <a:latin typeface="Consolas"/>
                <a:ea typeface="+mn-lt"/>
                <a:cs typeface="Arial"/>
              </a:rPr>
              <a:t>=</a:t>
            </a:r>
            <a:r>
              <a:rPr lang="vi-VN" sz="1400">
                <a:solidFill>
                  <a:srgbClr val="000000"/>
                </a:solidFill>
                <a:latin typeface="Consolas"/>
                <a:ea typeface="+mn-lt"/>
                <a:cs typeface="Arial"/>
              </a:rPr>
              <a:t> p</a:t>
            </a:r>
            <a:r>
              <a:rPr lang="vi-VN" sz="1400">
                <a:solidFill>
                  <a:srgbClr val="808030"/>
                </a:solidFill>
                <a:latin typeface="Consolas"/>
                <a:ea typeface="+mn-lt"/>
                <a:cs typeface="Arial"/>
              </a:rPr>
              <a:t>-&gt;</a:t>
            </a:r>
            <a:r>
              <a:rPr lang="vi-VN" sz="1400">
                <a:solidFill>
                  <a:srgbClr val="000000"/>
                </a:solidFill>
                <a:latin typeface="Consolas"/>
                <a:ea typeface="+mn-lt"/>
                <a:cs typeface="Arial"/>
              </a:rPr>
              <a:t>next</a:t>
            </a:r>
            <a:r>
              <a:rPr lang="vi-VN" sz="1400">
                <a:solidFill>
                  <a:srgbClr val="800080"/>
                </a:solidFill>
                <a:latin typeface="Consolas"/>
                <a:ea typeface="+mn-lt"/>
                <a:cs typeface="Arial"/>
              </a:rPr>
              <a:t>;</a:t>
            </a:r>
            <a:r>
              <a:rPr lang="vi-VN" sz="1400">
                <a:solidFill>
                  <a:srgbClr val="000000"/>
                </a:solidFill>
                <a:latin typeface="Consolas"/>
                <a:ea typeface="+mn-lt"/>
                <a:cs typeface="Arial"/>
              </a:rPr>
              <a:t>
    </a:t>
            </a:r>
            <a:r>
              <a:rPr lang="vi-VN" sz="1400">
                <a:solidFill>
                  <a:srgbClr val="800080"/>
                </a:solidFill>
                <a:latin typeface="Consolas"/>
                <a:ea typeface="+mn-lt"/>
                <a:cs typeface="Arial"/>
              </a:rPr>
              <a:t>}</a:t>
            </a:r>
            <a:r>
              <a:rPr lang="vi-VN" sz="1400">
                <a:solidFill>
                  <a:srgbClr val="000000"/>
                </a:solidFill>
                <a:latin typeface="Consolas"/>
                <a:ea typeface="+mn-lt"/>
                <a:cs typeface="Arial"/>
              </a:rPr>
              <a:t>
    </a:t>
            </a:r>
            <a:r>
              <a:rPr lang="vi-VN" sz="1400" b="1">
                <a:solidFill>
                  <a:srgbClr val="800000"/>
                </a:solidFill>
                <a:latin typeface="Consolas"/>
                <a:ea typeface="+mn-lt"/>
                <a:cs typeface="Arial"/>
              </a:rPr>
              <a:t>delete</a:t>
            </a:r>
            <a:r>
              <a:rPr lang="vi-VN" sz="1400">
                <a:solidFill>
                  <a:srgbClr val="000000"/>
                </a:solidFill>
                <a:latin typeface="Consolas"/>
                <a:ea typeface="+mn-lt"/>
                <a:cs typeface="Arial"/>
              </a:rPr>
              <a:t> p</a:t>
            </a:r>
            <a:r>
              <a:rPr lang="vi-VN" sz="1400">
                <a:solidFill>
                  <a:srgbClr val="800080"/>
                </a:solidFill>
                <a:latin typeface="Consolas"/>
                <a:ea typeface="+mn-lt"/>
                <a:cs typeface="Arial"/>
              </a:rPr>
              <a:t>;</a:t>
            </a:r>
            <a:r>
              <a:rPr lang="vi-VN" sz="1400">
                <a:solidFill>
                  <a:srgbClr val="000000"/>
                </a:solidFill>
                <a:latin typeface="Consolas"/>
                <a:ea typeface="+mn-lt"/>
                <a:cs typeface="Arial"/>
              </a:rPr>
              <a:t>
    </a:t>
            </a:r>
            <a:r>
              <a:rPr lang="vi-VN" sz="1400">
                <a:solidFill>
                  <a:srgbClr val="603000"/>
                </a:solidFill>
                <a:latin typeface="Consolas"/>
                <a:ea typeface="+mn-lt"/>
                <a:cs typeface="Arial"/>
              </a:rPr>
              <a:t>cout</a:t>
            </a:r>
            <a:r>
              <a:rPr lang="vi-VN" sz="1400">
                <a:solidFill>
                  <a:srgbClr val="000000"/>
                </a:solidFill>
                <a:latin typeface="Consolas"/>
                <a:ea typeface="+mn-lt"/>
                <a:cs typeface="Arial"/>
              </a:rPr>
              <a:t> </a:t>
            </a:r>
            <a:r>
              <a:rPr lang="vi-VN" sz="1400">
                <a:solidFill>
                  <a:srgbClr val="808030"/>
                </a:solidFill>
                <a:latin typeface="Consolas"/>
                <a:ea typeface="+mn-lt"/>
                <a:cs typeface="Arial"/>
              </a:rPr>
              <a:t>&lt;&lt;</a:t>
            </a:r>
            <a:r>
              <a:rPr lang="vi-VN" sz="1400">
                <a:solidFill>
                  <a:srgbClr val="000000"/>
                </a:solidFill>
                <a:latin typeface="Consolas"/>
                <a:ea typeface="+mn-lt"/>
                <a:cs typeface="Arial"/>
              </a:rPr>
              <a:t> </a:t>
            </a:r>
            <a:r>
              <a:rPr lang="vi-VN" sz="1400">
                <a:solidFill>
                  <a:srgbClr val="800000"/>
                </a:solidFill>
                <a:latin typeface="Consolas"/>
                <a:ea typeface="+mn-lt"/>
                <a:cs typeface="Arial"/>
              </a:rPr>
              <a:t>"</a:t>
            </a:r>
            <a:r>
              <a:rPr lang="vi-VN" sz="1400">
                <a:solidFill>
                  <a:srgbClr val="0000E6"/>
                </a:solidFill>
                <a:latin typeface="Consolas"/>
                <a:ea typeface="+mn-lt"/>
                <a:cs typeface="Arial"/>
              </a:rPr>
              <a:t>Da xoa sinh vien thanh cong!</a:t>
            </a:r>
            <a:r>
              <a:rPr lang="vi-VN" sz="1400">
                <a:solidFill>
                  <a:srgbClr val="0F69FF"/>
                </a:solidFill>
                <a:latin typeface="Consolas"/>
                <a:ea typeface="+mn-lt"/>
                <a:cs typeface="Arial"/>
              </a:rPr>
              <a:t>\n</a:t>
            </a:r>
            <a:r>
              <a:rPr lang="vi-VN" sz="1400">
                <a:solidFill>
                  <a:srgbClr val="800000"/>
                </a:solidFill>
                <a:latin typeface="Consolas"/>
                <a:ea typeface="+mn-lt"/>
                <a:cs typeface="Arial"/>
              </a:rPr>
              <a:t>"</a:t>
            </a:r>
            <a:r>
              <a:rPr lang="vi-VN" sz="1400">
                <a:solidFill>
                  <a:srgbClr val="800080"/>
                </a:solidFill>
                <a:latin typeface="Consolas"/>
                <a:ea typeface="+mn-lt"/>
                <a:cs typeface="Arial"/>
              </a:rPr>
              <a:t>;</a:t>
            </a:r>
            <a:r>
              <a:rPr lang="vi-VN" sz="1400">
                <a:solidFill>
                  <a:srgbClr val="000000"/>
                </a:solidFill>
                <a:latin typeface="Consolas"/>
                <a:ea typeface="+mn-lt"/>
                <a:cs typeface="Arial"/>
              </a:rPr>
              <a:t>
</a:t>
            </a:r>
            <a:r>
              <a:rPr lang="vi-VN" sz="1400">
                <a:solidFill>
                  <a:srgbClr val="800080"/>
                </a:solidFill>
                <a:latin typeface="Consolas"/>
                <a:ea typeface="+mn-lt"/>
                <a:cs typeface="Arial"/>
              </a:rPr>
              <a:t>}</a:t>
            </a:r>
            <a:r>
              <a:rPr lang="vi-VN" sz="1400">
                <a:solidFill>
                  <a:srgbClr val="000000"/>
                </a:solidFill>
                <a:latin typeface="Consolas"/>
                <a:ea typeface="+mn-lt"/>
                <a:cs typeface="Arial"/>
              </a:rPr>
              <a:t>
</a:t>
            </a:r>
            <a:br>
              <a:rPr lang="vi-VN" sz="1400">
                <a:latin typeface="Consolas"/>
                <a:ea typeface="+mn-lt"/>
                <a:cs typeface="+mn-lt"/>
              </a:rPr>
            </a:br>
            <a:endParaRPr lang="vi-VN" sz="1400">
              <a:solidFill>
                <a:srgbClr val="000000"/>
              </a:solidFill>
              <a:latin typeface="Consolas"/>
            </a:endParaRPr>
          </a:p>
        </p:txBody>
      </p:sp>
    </p:spTree>
    <p:extLst>
      <p:ext uri="{BB962C8B-B14F-4D97-AF65-F5344CB8AC3E}">
        <p14:creationId xmlns:p14="http://schemas.microsoft.com/office/powerpoint/2010/main" val="6720633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9BE7A774-4FD6-9313-BFFC-4310C93569C0}"/>
              </a:ext>
            </a:extLst>
          </p:cNvPr>
          <p:cNvSpPr>
            <a:spLocks noGrp="1"/>
          </p:cNvSpPr>
          <p:nvPr>
            <p:ph type="title"/>
          </p:nvPr>
        </p:nvSpPr>
        <p:spPr>
          <a:xfrm>
            <a:off x="705107" y="313366"/>
            <a:ext cx="9130240" cy="918067"/>
          </a:xfrm>
        </p:spPr>
        <p:txBody>
          <a:bodyPr>
            <a:normAutofit/>
          </a:bodyPr>
          <a:lstStyle/>
          <a:p>
            <a:r>
              <a:rPr lang="vi-VN" b="1">
                <a:solidFill>
                  <a:srgbClr val="FFC000"/>
                </a:solidFill>
                <a:latin typeface="Segoe UI"/>
                <a:cs typeface="Times New Roman"/>
              </a:rPr>
              <a:t>               HÀM LẬP PHIẾU MƯỢN</a:t>
            </a:r>
            <a:endParaRPr lang="vi-VN" b="1">
              <a:solidFill>
                <a:srgbClr val="FFC000"/>
              </a:solidFill>
              <a:latin typeface="Segoe UI"/>
              <a:cs typeface="Segoe UI"/>
            </a:endParaRPr>
          </a:p>
        </p:txBody>
      </p:sp>
      <p:sp>
        <p:nvSpPr>
          <p:cNvPr id="5" name="Hình chữ nhật 4">
            <a:extLst>
              <a:ext uri="{FF2B5EF4-FFF2-40B4-BE49-F238E27FC236}">
                <a16:creationId xmlns:a16="http://schemas.microsoft.com/office/drawing/2014/main" id="{77A602BD-10F3-F34A-F39C-0ACC19E748DA}"/>
              </a:ext>
            </a:extLst>
          </p:cNvPr>
          <p:cNvSpPr/>
          <p:nvPr/>
        </p:nvSpPr>
        <p:spPr>
          <a:xfrm>
            <a:off x="-2875" y="1074603"/>
            <a:ext cx="6512839" cy="6010144"/>
          </a:xfrm>
          <a:prstGeom prst="rect">
            <a:avLst/>
          </a:prstGeom>
          <a:solidFill>
            <a:srgbClr val="E0E0E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vi-VN" sz="1400" b="1">
                <a:solidFill>
                  <a:srgbClr val="800000"/>
                </a:solidFill>
                <a:latin typeface="Courier New"/>
                <a:cs typeface="Arial"/>
              </a:rPr>
              <a:t>void</a:t>
            </a:r>
            <a:r>
              <a:rPr lang="vi-VN" sz="1400" b="1">
                <a:solidFill>
                  <a:srgbClr val="000000"/>
                </a:solidFill>
                <a:latin typeface="Courier New"/>
                <a:cs typeface="Arial"/>
              </a:rPr>
              <a:t> QuanLyMuonTra</a:t>
            </a:r>
            <a:r>
              <a:rPr lang="vi-VN" sz="1400" b="1">
                <a:solidFill>
                  <a:srgbClr val="800080"/>
                </a:solidFill>
                <a:latin typeface="Courier New"/>
                <a:cs typeface="Arial"/>
              </a:rPr>
              <a:t>::</a:t>
            </a:r>
            <a:r>
              <a:rPr lang="vi-VN" sz="1400" b="1">
                <a:solidFill>
                  <a:srgbClr val="000000"/>
                </a:solidFill>
                <a:latin typeface="Courier New"/>
                <a:cs typeface="Arial"/>
              </a:rPr>
              <a:t>lapPhieuMuon</a:t>
            </a:r>
            <a:r>
              <a:rPr lang="vi-VN" sz="1400" b="1">
                <a:solidFill>
                  <a:srgbClr val="808030"/>
                </a:solidFill>
                <a:latin typeface="Courier New"/>
                <a:cs typeface="Arial"/>
              </a:rPr>
              <a:t>()</a:t>
            </a:r>
            <a:r>
              <a:rPr lang="vi-VN" sz="1400" b="1">
                <a:solidFill>
                  <a:srgbClr val="000000"/>
                </a:solidFill>
                <a:latin typeface="Courier New"/>
                <a:cs typeface="Arial"/>
              </a:rPr>
              <a:t> </a:t>
            </a:r>
            <a:r>
              <a:rPr lang="vi-VN" sz="1400" b="1">
                <a:solidFill>
                  <a:srgbClr val="800080"/>
                </a:solidFill>
                <a:latin typeface="Courier New"/>
                <a:cs typeface="Arial"/>
              </a:rPr>
              <a:t>{</a:t>
            </a:r>
            <a:r>
              <a:rPr lang="vi-VN" sz="1400" b="1">
                <a:solidFill>
                  <a:srgbClr val="000000"/>
                </a:solidFill>
                <a:latin typeface="Courier New"/>
                <a:cs typeface="Arial"/>
              </a:rPr>
              <a:t>
    PhieuMuon</a:t>
            </a:r>
            <a:r>
              <a:rPr lang="vi-VN" sz="1400" b="1">
                <a:solidFill>
                  <a:srgbClr val="808030"/>
                </a:solidFill>
                <a:latin typeface="Courier New"/>
                <a:cs typeface="Arial"/>
              </a:rPr>
              <a:t>*</a:t>
            </a:r>
            <a:r>
              <a:rPr lang="vi-VN" sz="1400" b="1">
                <a:solidFill>
                  <a:srgbClr val="000000"/>
                </a:solidFill>
                <a:latin typeface="Courier New"/>
                <a:cs typeface="Arial"/>
              </a:rPr>
              <a:t> pm </a:t>
            </a:r>
            <a:r>
              <a:rPr lang="vi-VN" sz="1400" b="1">
                <a:solidFill>
                  <a:srgbClr val="808030"/>
                </a:solidFill>
                <a:latin typeface="Courier New"/>
                <a:cs typeface="Arial"/>
              </a:rPr>
              <a:t>=</a:t>
            </a:r>
            <a:r>
              <a:rPr lang="vi-VN" sz="1400" b="1">
                <a:solidFill>
                  <a:srgbClr val="000000"/>
                </a:solidFill>
                <a:latin typeface="Courier New"/>
                <a:cs typeface="Arial"/>
              </a:rPr>
              <a:t> </a:t>
            </a:r>
            <a:r>
              <a:rPr lang="vi-VN" sz="1400" b="1">
                <a:solidFill>
                  <a:srgbClr val="800000"/>
                </a:solidFill>
                <a:latin typeface="Courier New"/>
                <a:cs typeface="Arial"/>
              </a:rPr>
              <a:t>new</a:t>
            </a:r>
            <a:r>
              <a:rPr lang="vi-VN" sz="1400" b="1">
                <a:solidFill>
                  <a:srgbClr val="000000"/>
                </a:solidFill>
                <a:latin typeface="Courier New"/>
                <a:cs typeface="Arial"/>
              </a:rPr>
              <a:t> PhieuMuon</a:t>
            </a:r>
            <a:r>
              <a:rPr lang="vi-VN" sz="1400" b="1">
                <a:solidFill>
                  <a:srgbClr val="800080"/>
                </a:solidFill>
                <a:latin typeface="Courier New"/>
                <a:cs typeface="Arial"/>
              </a:rPr>
              <a:t>;</a:t>
            </a:r>
            <a:r>
              <a:rPr lang="vi-VN" sz="1400" b="1">
                <a:solidFill>
                  <a:srgbClr val="000000"/>
                </a:solidFill>
                <a:latin typeface="Courier New"/>
                <a:cs typeface="Arial"/>
              </a:rPr>
              <a:t>
    </a:t>
            </a:r>
            <a:r>
              <a:rPr lang="vi-VN" sz="1400" b="1">
                <a:solidFill>
                  <a:srgbClr val="603000"/>
                </a:solidFill>
                <a:latin typeface="Courier New"/>
                <a:cs typeface="Arial"/>
              </a:rPr>
              <a:t>cout</a:t>
            </a:r>
            <a:r>
              <a:rPr lang="vi-VN" sz="1400" b="1">
                <a:solidFill>
                  <a:srgbClr val="000000"/>
                </a:solidFill>
                <a:latin typeface="Courier New"/>
                <a:cs typeface="Arial"/>
              </a:rPr>
              <a:t> </a:t>
            </a:r>
            <a:r>
              <a:rPr lang="vi-VN" sz="1400" b="1">
                <a:solidFill>
                  <a:srgbClr val="808030"/>
                </a:solidFill>
                <a:latin typeface="Courier New"/>
                <a:cs typeface="Arial"/>
              </a:rPr>
              <a:t>&lt;&lt;</a:t>
            </a:r>
            <a:r>
              <a:rPr lang="vi-VN" sz="1400" b="1">
                <a:solidFill>
                  <a:srgbClr val="000000"/>
                </a:solidFill>
                <a:latin typeface="Courier New"/>
                <a:cs typeface="Arial"/>
              </a:rPr>
              <a:t> </a:t>
            </a:r>
            <a:r>
              <a:rPr lang="vi-VN" sz="1400" b="1">
                <a:solidFill>
                  <a:srgbClr val="800000"/>
                </a:solidFill>
                <a:latin typeface="Courier New"/>
                <a:cs typeface="Arial"/>
              </a:rPr>
              <a:t>"</a:t>
            </a:r>
            <a:r>
              <a:rPr lang="vi-VN" sz="1400" b="1">
                <a:solidFill>
                  <a:srgbClr val="0000E6"/>
                </a:solidFill>
                <a:latin typeface="Courier New"/>
                <a:cs typeface="Arial"/>
              </a:rPr>
              <a:t>Nhap ma phieu: </a:t>
            </a:r>
            <a:r>
              <a:rPr lang="vi-VN" sz="1400" b="1">
                <a:solidFill>
                  <a:srgbClr val="800000"/>
                </a:solidFill>
                <a:latin typeface="Courier New"/>
                <a:cs typeface="Arial"/>
              </a:rPr>
              <a:t>"</a:t>
            </a:r>
            <a:r>
              <a:rPr lang="vi-VN" sz="1400" b="1">
                <a:solidFill>
                  <a:srgbClr val="800080"/>
                </a:solidFill>
                <a:latin typeface="Courier New"/>
                <a:cs typeface="Arial"/>
              </a:rPr>
              <a:t>;</a:t>
            </a:r>
            <a:r>
              <a:rPr lang="vi-VN" sz="1400" b="1">
                <a:solidFill>
                  <a:srgbClr val="000000"/>
                </a:solidFill>
                <a:latin typeface="Courier New"/>
                <a:cs typeface="Arial"/>
              </a:rPr>
              <a:t> </a:t>
            </a:r>
            <a:r>
              <a:rPr lang="vi-VN" sz="1400" b="1">
                <a:solidFill>
                  <a:srgbClr val="603000"/>
                </a:solidFill>
                <a:latin typeface="Courier New"/>
                <a:cs typeface="Arial"/>
              </a:rPr>
              <a:t>cin</a:t>
            </a:r>
            <a:r>
              <a:rPr lang="vi-VN" sz="1400" b="1">
                <a:solidFill>
                  <a:srgbClr val="000000"/>
                </a:solidFill>
                <a:latin typeface="Courier New"/>
                <a:cs typeface="Arial"/>
              </a:rPr>
              <a:t> </a:t>
            </a:r>
            <a:r>
              <a:rPr lang="vi-VN" sz="1400" b="1">
                <a:solidFill>
                  <a:srgbClr val="808030"/>
                </a:solidFill>
                <a:latin typeface="Courier New"/>
                <a:cs typeface="Arial"/>
              </a:rPr>
              <a:t>&gt;&gt;</a:t>
            </a:r>
            <a:r>
              <a:rPr lang="vi-VN" sz="1400" b="1">
                <a:solidFill>
                  <a:srgbClr val="000000"/>
                </a:solidFill>
                <a:latin typeface="Courier New"/>
                <a:cs typeface="Arial"/>
              </a:rPr>
              <a:t> pm</a:t>
            </a:r>
            <a:r>
              <a:rPr lang="vi-VN" sz="1400" b="1">
                <a:solidFill>
                  <a:srgbClr val="808030"/>
                </a:solidFill>
                <a:latin typeface="Courier New"/>
                <a:cs typeface="Arial"/>
              </a:rPr>
              <a:t>-&gt;</a:t>
            </a:r>
            <a:r>
              <a:rPr lang="vi-VN" sz="1400" b="1">
                <a:solidFill>
                  <a:srgbClr val="000000"/>
                </a:solidFill>
                <a:latin typeface="Courier New"/>
                <a:cs typeface="Arial"/>
              </a:rPr>
              <a:t>maPhieu</a:t>
            </a:r>
            <a:r>
              <a:rPr lang="vi-VN" sz="1400" b="1">
                <a:solidFill>
                  <a:srgbClr val="800080"/>
                </a:solidFill>
                <a:latin typeface="Courier New"/>
                <a:cs typeface="Arial"/>
              </a:rPr>
              <a:t>;</a:t>
            </a:r>
            <a:r>
              <a:rPr lang="vi-VN" sz="1400" b="1">
                <a:solidFill>
                  <a:srgbClr val="000000"/>
                </a:solidFill>
                <a:latin typeface="Courier New"/>
                <a:cs typeface="Arial"/>
              </a:rPr>
              <a:t>
    </a:t>
            </a:r>
            <a:r>
              <a:rPr lang="vi-VN" sz="1400" b="1">
                <a:solidFill>
                  <a:srgbClr val="603000"/>
                </a:solidFill>
                <a:latin typeface="Courier New"/>
                <a:cs typeface="Arial"/>
              </a:rPr>
              <a:t>cout</a:t>
            </a:r>
            <a:r>
              <a:rPr lang="vi-VN" sz="1400" b="1">
                <a:solidFill>
                  <a:srgbClr val="000000"/>
                </a:solidFill>
                <a:latin typeface="Courier New"/>
                <a:cs typeface="Arial"/>
              </a:rPr>
              <a:t> </a:t>
            </a:r>
            <a:r>
              <a:rPr lang="vi-VN" sz="1400" b="1">
                <a:solidFill>
                  <a:srgbClr val="808030"/>
                </a:solidFill>
                <a:latin typeface="Courier New"/>
                <a:cs typeface="Arial"/>
              </a:rPr>
              <a:t>&lt;&lt;</a:t>
            </a:r>
            <a:r>
              <a:rPr lang="vi-VN" sz="1400" b="1">
                <a:solidFill>
                  <a:srgbClr val="000000"/>
                </a:solidFill>
                <a:latin typeface="Courier New"/>
                <a:cs typeface="Arial"/>
              </a:rPr>
              <a:t> </a:t>
            </a:r>
            <a:r>
              <a:rPr lang="vi-VN" sz="1400" b="1">
                <a:solidFill>
                  <a:srgbClr val="800000"/>
                </a:solidFill>
                <a:latin typeface="Courier New"/>
                <a:cs typeface="Arial"/>
              </a:rPr>
              <a:t>"</a:t>
            </a:r>
            <a:r>
              <a:rPr lang="vi-VN" sz="1400" b="1">
                <a:solidFill>
                  <a:srgbClr val="0000E6"/>
                </a:solidFill>
                <a:latin typeface="Courier New"/>
                <a:cs typeface="Arial"/>
              </a:rPr>
              <a:t>Nhap MSSV: </a:t>
            </a:r>
            <a:r>
              <a:rPr lang="vi-VN" sz="1400" b="1">
                <a:solidFill>
                  <a:srgbClr val="800000"/>
                </a:solidFill>
                <a:latin typeface="Courier New"/>
                <a:cs typeface="Arial"/>
              </a:rPr>
              <a:t>"</a:t>
            </a:r>
            <a:r>
              <a:rPr lang="vi-VN" sz="1400" b="1">
                <a:solidFill>
                  <a:srgbClr val="800080"/>
                </a:solidFill>
                <a:latin typeface="Courier New"/>
                <a:cs typeface="Arial"/>
              </a:rPr>
              <a:t>;</a:t>
            </a:r>
            <a:r>
              <a:rPr lang="vi-VN" sz="1400" b="1">
                <a:solidFill>
                  <a:srgbClr val="000000"/>
                </a:solidFill>
                <a:latin typeface="Courier New"/>
                <a:cs typeface="Arial"/>
              </a:rPr>
              <a:t> </a:t>
            </a:r>
            <a:r>
              <a:rPr lang="vi-VN" sz="1400" b="1">
                <a:solidFill>
                  <a:srgbClr val="603000"/>
                </a:solidFill>
                <a:latin typeface="Courier New"/>
                <a:cs typeface="Arial"/>
              </a:rPr>
              <a:t>cin</a:t>
            </a:r>
            <a:r>
              <a:rPr lang="vi-VN" sz="1400" b="1">
                <a:solidFill>
                  <a:srgbClr val="000000"/>
                </a:solidFill>
                <a:latin typeface="Courier New"/>
                <a:cs typeface="Arial"/>
              </a:rPr>
              <a:t> </a:t>
            </a:r>
            <a:r>
              <a:rPr lang="vi-VN" sz="1400" b="1">
                <a:solidFill>
                  <a:srgbClr val="808030"/>
                </a:solidFill>
                <a:latin typeface="Courier New"/>
                <a:cs typeface="Arial"/>
              </a:rPr>
              <a:t>&gt;&gt;</a:t>
            </a:r>
            <a:r>
              <a:rPr lang="vi-VN" sz="1400" b="1">
                <a:solidFill>
                  <a:srgbClr val="000000"/>
                </a:solidFill>
                <a:latin typeface="Courier New"/>
                <a:cs typeface="Arial"/>
              </a:rPr>
              <a:t> pm</a:t>
            </a:r>
            <a:r>
              <a:rPr lang="vi-VN" sz="1400" b="1">
                <a:solidFill>
                  <a:srgbClr val="808030"/>
                </a:solidFill>
                <a:latin typeface="Courier New"/>
                <a:cs typeface="Arial"/>
              </a:rPr>
              <a:t>-&gt;</a:t>
            </a:r>
            <a:r>
              <a:rPr lang="vi-VN" sz="1400" b="1">
                <a:solidFill>
                  <a:srgbClr val="000000"/>
                </a:solidFill>
                <a:latin typeface="Courier New"/>
                <a:cs typeface="Arial"/>
              </a:rPr>
              <a:t>MSSV</a:t>
            </a:r>
            <a:r>
              <a:rPr lang="vi-VN" sz="1400" b="1">
                <a:solidFill>
                  <a:srgbClr val="800080"/>
                </a:solidFill>
                <a:latin typeface="Courier New"/>
                <a:cs typeface="Arial"/>
              </a:rPr>
              <a:t>;</a:t>
            </a:r>
            <a:r>
              <a:rPr lang="vi-VN" sz="1400" b="1">
                <a:solidFill>
                  <a:srgbClr val="000000"/>
                </a:solidFill>
                <a:latin typeface="Courier New"/>
                <a:cs typeface="Arial"/>
              </a:rPr>
              <a:t>
    </a:t>
            </a:r>
            <a:r>
              <a:rPr lang="vi-VN" sz="1400" b="1">
                <a:solidFill>
                  <a:srgbClr val="603000"/>
                </a:solidFill>
                <a:latin typeface="Courier New"/>
                <a:cs typeface="Arial"/>
              </a:rPr>
              <a:t>cout</a:t>
            </a:r>
            <a:r>
              <a:rPr lang="vi-VN" sz="1400" b="1">
                <a:solidFill>
                  <a:srgbClr val="000000"/>
                </a:solidFill>
                <a:latin typeface="Courier New"/>
                <a:cs typeface="Arial"/>
              </a:rPr>
              <a:t> </a:t>
            </a:r>
            <a:r>
              <a:rPr lang="vi-VN" sz="1400" b="1">
                <a:solidFill>
                  <a:srgbClr val="808030"/>
                </a:solidFill>
                <a:latin typeface="Courier New"/>
                <a:cs typeface="Arial"/>
              </a:rPr>
              <a:t>&lt;&lt;</a:t>
            </a:r>
            <a:r>
              <a:rPr lang="vi-VN" sz="1400" b="1">
                <a:solidFill>
                  <a:srgbClr val="000000"/>
                </a:solidFill>
                <a:latin typeface="Courier New"/>
                <a:cs typeface="Arial"/>
              </a:rPr>
              <a:t> </a:t>
            </a:r>
            <a:r>
              <a:rPr lang="vi-VN" sz="1400" b="1">
                <a:solidFill>
                  <a:srgbClr val="800000"/>
                </a:solidFill>
                <a:latin typeface="Courier New"/>
                <a:cs typeface="Arial"/>
              </a:rPr>
              <a:t>"</a:t>
            </a:r>
            <a:r>
              <a:rPr lang="vi-VN" sz="1400" b="1">
                <a:solidFill>
                  <a:srgbClr val="0000E6"/>
                </a:solidFill>
                <a:latin typeface="Courier New"/>
                <a:cs typeface="Arial"/>
              </a:rPr>
              <a:t>Nhap ma sach: </a:t>
            </a:r>
            <a:r>
              <a:rPr lang="vi-VN" sz="1400" b="1">
                <a:solidFill>
                  <a:srgbClr val="800000"/>
                </a:solidFill>
                <a:latin typeface="Courier New"/>
                <a:cs typeface="Arial"/>
              </a:rPr>
              <a:t>"</a:t>
            </a:r>
            <a:r>
              <a:rPr lang="vi-VN" sz="1400" b="1">
                <a:solidFill>
                  <a:srgbClr val="800080"/>
                </a:solidFill>
                <a:latin typeface="Courier New"/>
                <a:cs typeface="Arial"/>
              </a:rPr>
              <a:t>;</a:t>
            </a:r>
            <a:r>
              <a:rPr lang="vi-VN" sz="1400" b="1">
                <a:solidFill>
                  <a:srgbClr val="000000"/>
                </a:solidFill>
                <a:latin typeface="Courier New"/>
                <a:cs typeface="Arial"/>
              </a:rPr>
              <a:t> </a:t>
            </a:r>
            <a:r>
              <a:rPr lang="vi-VN" sz="1400" b="1">
                <a:solidFill>
                  <a:srgbClr val="603000"/>
                </a:solidFill>
                <a:latin typeface="Courier New"/>
                <a:cs typeface="Arial"/>
              </a:rPr>
              <a:t>cin</a:t>
            </a:r>
            <a:r>
              <a:rPr lang="vi-VN" sz="1400" b="1">
                <a:solidFill>
                  <a:srgbClr val="000000"/>
                </a:solidFill>
                <a:latin typeface="Courier New"/>
                <a:cs typeface="Arial"/>
              </a:rPr>
              <a:t> </a:t>
            </a:r>
            <a:r>
              <a:rPr lang="vi-VN" sz="1400" b="1">
                <a:solidFill>
                  <a:srgbClr val="808030"/>
                </a:solidFill>
                <a:latin typeface="Courier New"/>
                <a:cs typeface="Arial"/>
              </a:rPr>
              <a:t>&gt;&gt;</a:t>
            </a:r>
            <a:r>
              <a:rPr lang="vi-VN" sz="1400" b="1">
                <a:solidFill>
                  <a:srgbClr val="000000"/>
                </a:solidFill>
                <a:latin typeface="Courier New"/>
                <a:cs typeface="Arial"/>
              </a:rPr>
              <a:t> pm</a:t>
            </a:r>
            <a:r>
              <a:rPr lang="vi-VN" sz="1400" b="1">
                <a:solidFill>
                  <a:srgbClr val="808030"/>
                </a:solidFill>
                <a:latin typeface="Courier New"/>
                <a:cs typeface="Arial"/>
              </a:rPr>
              <a:t>-&gt;</a:t>
            </a:r>
            <a:r>
              <a:rPr lang="vi-VN" sz="1400" b="1">
                <a:solidFill>
                  <a:srgbClr val="000000"/>
                </a:solidFill>
                <a:latin typeface="Courier New"/>
                <a:cs typeface="Arial"/>
              </a:rPr>
              <a:t>maSach</a:t>
            </a:r>
            <a:r>
              <a:rPr lang="vi-VN" sz="1400" b="1">
                <a:solidFill>
                  <a:srgbClr val="800080"/>
                </a:solidFill>
                <a:latin typeface="Courier New"/>
                <a:cs typeface="Arial"/>
              </a:rPr>
              <a:t>;</a:t>
            </a:r>
            <a:r>
              <a:rPr lang="vi-VN" sz="1400" b="1">
                <a:solidFill>
                  <a:srgbClr val="000000"/>
                </a:solidFill>
                <a:latin typeface="Courier New"/>
                <a:cs typeface="Arial"/>
              </a:rPr>
              <a:t>
    </a:t>
            </a:r>
            <a:r>
              <a:rPr lang="vi-VN" sz="1400" b="1">
                <a:solidFill>
                  <a:srgbClr val="603000"/>
                </a:solidFill>
                <a:latin typeface="Courier New"/>
                <a:cs typeface="Arial"/>
              </a:rPr>
              <a:t>cin</a:t>
            </a:r>
            <a:r>
              <a:rPr lang="vi-VN" sz="1400" b="1">
                <a:solidFill>
                  <a:srgbClr val="808030"/>
                </a:solidFill>
                <a:latin typeface="Courier New"/>
                <a:cs typeface="Arial"/>
              </a:rPr>
              <a:t>.</a:t>
            </a:r>
            <a:r>
              <a:rPr lang="vi-VN" sz="1400" b="1">
                <a:solidFill>
                  <a:srgbClr val="000000"/>
                </a:solidFill>
                <a:latin typeface="Courier New"/>
                <a:cs typeface="Arial"/>
              </a:rPr>
              <a:t>ignore</a:t>
            </a:r>
            <a:r>
              <a:rPr lang="vi-VN" sz="1400" b="1">
                <a:solidFill>
                  <a:srgbClr val="808030"/>
                </a:solidFill>
                <a:latin typeface="Courier New"/>
                <a:cs typeface="Arial"/>
              </a:rPr>
              <a:t>()</a:t>
            </a:r>
            <a:r>
              <a:rPr lang="vi-VN" sz="1400" b="1">
                <a:solidFill>
                  <a:srgbClr val="800080"/>
                </a:solidFill>
                <a:latin typeface="Courier New"/>
                <a:cs typeface="Arial"/>
              </a:rPr>
              <a:t>;</a:t>
            </a:r>
            <a:r>
              <a:rPr lang="vi-VN" sz="1400" b="1">
                <a:solidFill>
                  <a:srgbClr val="000000"/>
                </a:solidFill>
                <a:latin typeface="Courier New"/>
                <a:cs typeface="Arial"/>
              </a:rPr>
              <a:t>
    </a:t>
            </a:r>
            <a:r>
              <a:rPr lang="vi-VN" sz="1400" b="1">
                <a:solidFill>
                  <a:srgbClr val="603000"/>
                </a:solidFill>
                <a:latin typeface="Courier New"/>
                <a:cs typeface="Arial"/>
              </a:rPr>
              <a:t>cout</a:t>
            </a:r>
            <a:r>
              <a:rPr lang="vi-VN" sz="1400" b="1">
                <a:solidFill>
                  <a:srgbClr val="000000"/>
                </a:solidFill>
                <a:latin typeface="Courier New"/>
                <a:cs typeface="Arial"/>
              </a:rPr>
              <a:t> </a:t>
            </a:r>
            <a:r>
              <a:rPr lang="vi-VN" sz="1400" b="1">
                <a:solidFill>
                  <a:srgbClr val="808030"/>
                </a:solidFill>
                <a:latin typeface="Courier New"/>
                <a:cs typeface="Arial"/>
              </a:rPr>
              <a:t>&lt;&lt;</a:t>
            </a:r>
            <a:r>
              <a:rPr lang="vi-VN" sz="1400" b="1">
                <a:solidFill>
                  <a:srgbClr val="000000"/>
                </a:solidFill>
                <a:latin typeface="Courier New"/>
                <a:cs typeface="Arial"/>
              </a:rPr>
              <a:t> </a:t>
            </a:r>
            <a:r>
              <a:rPr lang="vi-VN" sz="1400" b="1">
                <a:solidFill>
                  <a:srgbClr val="800000"/>
                </a:solidFill>
                <a:latin typeface="Courier New"/>
                <a:cs typeface="Arial"/>
              </a:rPr>
              <a:t>"</a:t>
            </a:r>
            <a:r>
              <a:rPr lang="vi-VN" sz="1400" b="1">
                <a:solidFill>
                  <a:srgbClr val="0000E6"/>
                </a:solidFill>
                <a:latin typeface="Courier New"/>
                <a:cs typeface="Arial"/>
              </a:rPr>
              <a:t>Nhap ngay muon: </a:t>
            </a:r>
            <a:r>
              <a:rPr lang="vi-VN" sz="1400" b="1">
                <a:solidFill>
                  <a:srgbClr val="800000"/>
                </a:solidFill>
                <a:latin typeface="Courier New"/>
                <a:cs typeface="Arial"/>
              </a:rPr>
              <a:t>"</a:t>
            </a:r>
            <a:r>
              <a:rPr lang="vi-VN" sz="1400" b="1">
                <a:solidFill>
                  <a:srgbClr val="800080"/>
                </a:solidFill>
                <a:latin typeface="Courier New"/>
                <a:cs typeface="Arial"/>
              </a:rPr>
              <a:t>;</a:t>
            </a:r>
            <a:r>
              <a:rPr lang="vi-VN" sz="1400" b="1">
                <a:solidFill>
                  <a:srgbClr val="000000"/>
                </a:solidFill>
                <a:latin typeface="Courier New"/>
                <a:cs typeface="Arial"/>
              </a:rPr>
              <a:t> getline</a:t>
            </a:r>
            <a:r>
              <a:rPr lang="vi-VN" sz="1400" b="1">
                <a:solidFill>
                  <a:srgbClr val="808030"/>
                </a:solidFill>
                <a:latin typeface="Courier New"/>
                <a:cs typeface="Arial"/>
              </a:rPr>
              <a:t>(</a:t>
            </a:r>
            <a:r>
              <a:rPr lang="vi-VN" sz="1400" b="1">
                <a:solidFill>
                  <a:srgbClr val="603000"/>
                </a:solidFill>
                <a:latin typeface="Courier New"/>
                <a:cs typeface="Arial"/>
              </a:rPr>
              <a:t>cin</a:t>
            </a:r>
            <a:r>
              <a:rPr lang="vi-VN" sz="1400" b="1">
                <a:solidFill>
                  <a:srgbClr val="808030"/>
                </a:solidFill>
                <a:latin typeface="Courier New"/>
                <a:cs typeface="Arial"/>
              </a:rPr>
              <a:t>,</a:t>
            </a:r>
            <a:r>
              <a:rPr lang="vi-VN" sz="1400" b="1">
                <a:solidFill>
                  <a:srgbClr val="000000"/>
                </a:solidFill>
                <a:latin typeface="Courier New"/>
                <a:cs typeface="Arial"/>
              </a:rPr>
              <a:t> pm</a:t>
            </a:r>
            <a:r>
              <a:rPr lang="vi-VN" sz="1400" b="1">
                <a:solidFill>
                  <a:srgbClr val="808030"/>
                </a:solidFill>
                <a:latin typeface="Courier New"/>
                <a:cs typeface="Arial"/>
              </a:rPr>
              <a:t>-&gt;</a:t>
            </a:r>
            <a:r>
              <a:rPr lang="vi-VN" sz="1400" b="1">
                <a:solidFill>
                  <a:srgbClr val="000000"/>
                </a:solidFill>
                <a:latin typeface="Courier New"/>
                <a:cs typeface="Arial"/>
              </a:rPr>
              <a:t>ngayMuon</a:t>
            </a:r>
            <a:r>
              <a:rPr lang="vi-VN" sz="1400" b="1">
                <a:solidFill>
                  <a:srgbClr val="808030"/>
                </a:solidFill>
                <a:latin typeface="Courier New"/>
                <a:cs typeface="Arial"/>
              </a:rPr>
              <a:t>)</a:t>
            </a:r>
            <a:r>
              <a:rPr lang="vi-VN" sz="1400" b="1">
                <a:solidFill>
                  <a:srgbClr val="800080"/>
                </a:solidFill>
                <a:latin typeface="Courier New"/>
                <a:cs typeface="Arial"/>
              </a:rPr>
              <a:t>;</a:t>
            </a:r>
            <a:r>
              <a:rPr lang="vi-VN" sz="1400" b="1">
                <a:solidFill>
                  <a:srgbClr val="000000"/>
                </a:solidFill>
                <a:latin typeface="Courier New"/>
                <a:cs typeface="Arial"/>
              </a:rPr>
              <a:t>
    pm</a:t>
            </a:r>
            <a:r>
              <a:rPr lang="vi-VN" sz="1400" b="1">
                <a:solidFill>
                  <a:srgbClr val="808030"/>
                </a:solidFill>
                <a:latin typeface="Courier New"/>
                <a:cs typeface="Arial"/>
              </a:rPr>
              <a:t>-&gt;</a:t>
            </a:r>
            <a:r>
              <a:rPr lang="vi-VN" sz="1400" b="1">
                <a:solidFill>
                  <a:srgbClr val="000000"/>
                </a:solidFill>
                <a:latin typeface="Courier New"/>
                <a:cs typeface="Arial"/>
              </a:rPr>
              <a:t>daTra </a:t>
            </a:r>
            <a:r>
              <a:rPr lang="vi-VN" sz="1400" b="1">
                <a:solidFill>
                  <a:srgbClr val="808030"/>
                </a:solidFill>
                <a:latin typeface="Courier New"/>
                <a:cs typeface="Arial"/>
              </a:rPr>
              <a:t>=</a:t>
            </a:r>
            <a:r>
              <a:rPr lang="vi-VN" sz="1400" b="1">
                <a:solidFill>
                  <a:srgbClr val="000000"/>
                </a:solidFill>
                <a:latin typeface="Courier New"/>
                <a:cs typeface="Arial"/>
              </a:rPr>
              <a:t> </a:t>
            </a:r>
            <a:r>
              <a:rPr lang="vi-VN" sz="1400" b="1">
                <a:solidFill>
                  <a:srgbClr val="800000"/>
                </a:solidFill>
                <a:latin typeface="Courier New"/>
                <a:cs typeface="Arial"/>
              </a:rPr>
              <a:t>false</a:t>
            </a:r>
            <a:r>
              <a:rPr lang="vi-VN" sz="1400" b="1">
                <a:solidFill>
                  <a:srgbClr val="800080"/>
                </a:solidFill>
                <a:latin typeface="Courier New"/>
                <a:cs typeface="Arial"/>
              </a:rPr>
              <a:t>;</a:t>
            </a:r>
            <a:r>
              <a:rPr lang="vi-VN" sz="1400" b="1">
                <a:solidFill>
                  <a:srgbClr val="000000"/>
                </a:solidFill>
                <a:latin typeface="Courier New"/>
                <a:cs typeface="Arial"/>
              </a:rPr>
              <a:t>
    pm</a:t>
            </a:r>
            <a:r>
              <a:rPr lang="vi-VN" sz="1400" b="1">
                <a:solidFill>
                  <a:srgbClr val="808030"/>
                </a:solidFill>
                <a:latin typeface="Courier New"/>
                <a:cs typeface="Arial"/>
              </a:rPr>
              <a:t>-&gt;</a:t>
            </a:r>
            <a:r>
              <a:rPr lang="vi-VN" sz="1400" b="1">
                <a:solidFill>
                  <a:srgbClr val="000000"/>
                </a:solidFill>
                <a:latin typeface="Courier New"/>
                <a:cs typeface="Arial"/>
              </a:rPr>
              <a:t>next </a:t>
            </a:r>
            <a:r>
              <a:rPr lang="vi-VN" sz="1400" b="1">
                <a:solidFill>
                  <a:srgbClr val="808030"/>
                </a:solidFill>
                <a:latin typeface="Courier New"/>
                <a:cs typeface="Arial"/>
              </a:rPr>
              <a:t>=</a:t>
            </a:r>
            <a:r>
              <a:rPr lang="vi-VN" sz="1400" b="1">
                <a:solidFill>
                  <a:srgbClr val="000000"/>
                </a:solidFill>
                <a:latin typeface="Courier New"/>
                <a:cs typeface="Arial"/>
              </a:rPr>
              <a:t> </a:t>
            </a:r>
            <a:r>
              <a:rPr lang="vi-VN" sz="1400" b="1">
                <a:solidFill>
                  <a:srgbClr val="7D0045"/>
                </a:solidFill>
                <a:latin typeface="Courier New"/>
                <a:cs typeface="Arial"/>
              </a:rPr>
              <a:t>NULL;</a:t>
            </a:r>
            <a:r>
              <a:rPr lang="vi-VN" sz="1400" b="1">
                <a:solidFill>
                  <a:srgbClr val="000000"/>
                </a:solidFill>
                <a:latin typeface="Courier New"/>
                <a:cs typeface="Arial"/>
              </a:rPr>
              <a:t>
    </a:t>
            </a:r>
            <a:r>
              <a:rPr lang="vi-VN" sz="1400" b="1">
                <a:solidFill>
                  <a:srgbClr val="800000"/>
                </a:solidFill>
                <a:latin typeface="Courier New"/>
                <a:cs typeface="Arial"/>
              </a:rPr>
              <a:t>if</a:t>
            </a:r>
            <a:r>
              <a:rPr lang="vi-VN" sz="1400" b="1">
                <a:solidFill>
                  <a:srgbClr val="000000"/>
                </a:solidFill>
                <a:latin typeface="Courier New"/>
                <a:cs typeface="Arial"/>
              </a:rPr>
              <a:t> </a:t>
            </a:r>
            <a:r>
              <a:rPr lang="vi-VN" sz="1400" b="1">
                <a:solidFill>
                  <a:srgbClr val="808030"/>
                </a:solidFill>
                <a:latin typeface="Courier New"/>
                <a:cs typeface="Arial"/>
              </a:rPr>
              <a:t>(</a:t>
            </a:r>
            <a:r>
              <a:rPr lang="vi-VN" sz="1400" b="1">
                <a:solidFill>
                  <a:srgbClr val="000000"/>
                </a:solidFill>
                <a:latin typeface="Courier New"/>
                <a:cs typeface="Arial"/>
              </a:rPr>
              <a:t>qls</a:t>
            </a:r>
            <a:r>
              <a:rPr lang="vi-VN" sz="1400" b="1">
                <a:solidFill>
                  <a:srgbClr val="808030"/>
                </a:solidFill>
                <a:latin typeface="Courier New"/>
                <a:cs typeface="Arial"/>
              </a:rPr>
              <a:t>-&gt;</a:t>
            </a:r>
            <a:r>
              <a:rPr lang="vi-VN" sz="1400" b="1">
                <a:solidFill>
                  <a:srgbClr val="000000"/>
                </a:solidFill>
                <a:latin typeface="Courier New"/>
                <a:cs typeface="Arial"/>
              </a:rPr>
              <a:t>timSachTheoMa</a:t>
            </a:r>
            <a:r>
              <a:rPr lang="vi-VN" sz="1400" b="1">
                <a:solidFill>
                  <a:srgbClr val="808030"/>
                </a:solidFill>
                <a:latin typeface="Courier New"/>
                <a:cs typeface="Arial"/>
              </a:rPr>
              <a:t>(</a:t>
            </a:r>
            <a:r>
              <a:rPr lang="vi-VN" sz="1400" b="1">
                <a:solidFill>
                  <a:srgbClr val="000000"/>
                </a:solidFill>
                <a:latin typeface="Courier New"/>
                <a:cs typeface="Arial"/>
              </a:rPr>
              <a:t>pm</a:t>
            </a:r>
            <a:r>
              <a:rPr lang="vi-VN" sz="1400" b="1">
                <a:solidFill>
                  <a:srgbClr val="808030"/>
                </a:solidFill>
                <a:latin typeface="Courier New"/>
                <a:cs typeface="Arial"/>
              </a:rPr>
              <a:t>-&gt;</a:t>
            </a:r>
            <a:r>
              <a:rPr lang="vi-VN" sz="1400" b="1">
                <a:solidFill>
                  <a:srgbClr val="000000"/>
                </a:solidFill>
                <a:latin typeface="Courier New"/>
                <a:cs typeface="Arial"/>
              </a:rPr>
              <a:t>maSach</a:t>
            </a:r>
            <a:r>
              <a:rPr lang="vi-VN" sz="1400" b="1">
                <a:solidFill>
                  <a:srgbClr val="808030"/>
                </a:solidFill>
                <a:latin typeface="Courier New"/>
                <a:cs typeface="Arial"/>
              </a:rPr>
              <a:t>)</a:t>
            </a:r>
            <a:r>
              <a:rPr lang="vi-VN" sz="1400" b="1">
                <a:solidFill>
                  <a:srgbClr val="000000"/>
                </a:solidFill>
                <a:latin typeface="Courier New"/>
                <a:cs typeface="Arial"/>
              </a:rPr>
              <a:t> </a:t>
            </a:r>
            <a:r>
              <a:rPr lang="vi-VN" sz="1400" b="1">
                <a:solidFill>
                  <a:srgbClr val="808030"/>
                </a:solidFill>
                <a:latin typeface="Courier New"/>
                <a:cs typeface="Arial"/>
              </a:rPr>
              <a:t>==</a:t>
            </a:r>
            <a:r>
              <a:rPr lang="vi-VN" sz="1400" b="1">
                <a:solidFill>
                  <a:srgbClr val="000000"/>
                </a:solidFill>
                <a:latin typeface="Courier New"/>
                <a:cs typeface="Arial"/>
              </a:rPr>
              <a:t> </a:t>
            </a:r>
            <a:r>
              <a:rPr lang="vi-VN" sz="1400" b="1">
                <a:solidFill>
                  <a:srgbClr val="7D0045"/>
                </a:solidFill>
                <a:latin typeface="Courier New"/>
                <a:cs typeface="Arial"/>
              </a:rPr>
              <a:t>NULL</a:t>
            </a:r>
            <a:r>
              <a:rPr lang="vi-VN" sz="1400" b="1">
                <a:solidFill>
                  <a:srgbClr val="808030"/>
                </a:solidFill>
                <a:latin typeface="Courier New"/>
                <a:cs typeface="Arial"/>
              </a:rPr>
              <a:t>)</a:t>
            </a:r>
            <a:r>
              <a:rPr lang="vi-VN" sz="1400" b="1">
                <a:solidFill>
                  <a:srgbClr val="000000"/>
                </a:solidFill>
                <a:latin typeface="Courier New"/>
                <a:cs typeface="Arial"/>
              </a:rPr>
              <a:t> </a:t>
            </a:r>
            <a:r>
              <a:rPr lang="vi-VN" sz="1400" b="1">
                <a:solidFill>
                  <a:srgbClr val="800080"/>
                </a:solidFill>
                <a:latin typeface="Courier New"/>
                <a:cs typeface="Arial"/>
              </a:rPr>
              <a:t>{</a:t>
            </a:r>
            <a:r>
              <a:rPr lang="vi-VN" sz="1400" b="1">
                <a:solidFill>
                  <a:srgbClr val="000000"/>
                </a:solidFill>
                <a:latin typeface="Courier New"/>
                <a:cs typeface="Arial"/>
              </a:rPr>
              <a:t>
        </a:t>
            </a:r>
            <a:r>
              <a:rPr lang="vi-VN" sz="1400" b="1">
                <a:solidFill>
                  <a:srgbClr val="603000"/>
                </a:solidFill>
                <a:latin typeface="Courier New"/>
                <a:cs typeface="Arial"/>
              </a:rPr>
              <a:t>cout</a:t>
            </a:r>
            <a:r>
              <a:rPr lang="vi-VN" sz="1400" b="1">
                <a:solidFill>
                  <a:srgbClr val="000000"/>
                </a:solidFill>
                <a:latin typeface="Courier New"/>
                <a:cs typeface="Arial"/>
              </a:rPr>
              <a:t> </a:t>
            </a:r>
            <a:r>
              <a:rPr lang="vi-VN" sz="1400" b="1">
                <a:solidFill>
                  <a:srgbClr val="808030"/>
                </a:solidFill>
                <a:latin typeface="Courier New"/>
                <a:cs typeface="Arial"/>
              </a:rPr>
              <a:t>&lt;&lt;</a:t>
            </a:r>
            <a:r>
              <a:rPr lang="vi-VN" sz="1400" b="1">
                <a:solidFill>
                  <a:srgbClr val="000000"/>
                </a:solidFill>
                <a:latin typeface="Courier New"/>
                <a:cs typeface="Arial"/>
              </a:rPr>
              <a:t> </a:t>
            </a:r>
            <a:r>
              <a:rPr lang="vi-VN" sz="1400" b="1">
                <a:solidFill>
                  <a:srgbClr val="800000"/>
                </a:solidFill>
                <a:latin typeface="Courier New"/>
                <a:cs typeface="Arial"/>
              </a:rPr>
              <a:t>"</a:t>
            </a:r>
            <a:r>
              <a:rPr lang="vi-VN" sz="1400" b="1">
                <a:solidFill>
                  <a:srgbClr val="0000E6"/>
                </a:solidFill>
                <a:latin typeface="Courier New"/>
                <a:cs typeface="Arial"/>
              </a:rPr>
              <a:t>Khong tim thay ma sach!</a:t>
            </a:r>
            <a:r>
              <a:rPr lang="vi-VN" sz="1400" b="1">
                <a:solidFill>
                  <a:srgbClr val="0F69FF"/>
                </a:solidFill>
                <a:latin typeface="Courier New"/>
                <a:cs typeface="Arial"/>
              </a:rPr>
              <a:t>\n</a:t>
            </a:r>
            <a:r>
              <a:rPr lang="vi-VN" sz="1400" b="1">
                <a:solidFill>
                  <a:srgbClr val="800000"/>
                </a:solidFill>
                <a:latin typeface="Courier New"/>
                <a:cs typeface="Arial"/>
              </a:rPr>
              <a:t>"</a:t>
            </a:r>
            <a:r>
              <a:rPr lang="vi-VN" sz="1400" b="1">
                <a:solidFill>
                  <a:srgbClr val="800080"/>
                </a:solidFill>
                <a:latin typeface="Courier New"/>
                <a:cs typeface="Arial"/>
              </a:rPr>
              <a:t>;</a:t>
            </a:r>
            <a:r>
              <a:rPr lang="vi-VN" sz="1400" b="1">
                <a:solidFill>
                  <a:srgbClr val="000000"/>
                </a:solidFill>
                <a:latin typeface="Courier New"/>
                <a:cs typeface="Arial"/>
              </a:rPr>
              <a:t>
        </a:t>
            </a:r>
            <a:r>
              <a:rPr lang="vi-VN" sz="1400" b="1">
                <a:solidFill>
                  <a:srgbClr val="800000"/>
                </a:solidFill>
                <a:latin typeface="Courier New"/>
                <a:cs typeface="Arial"/>
              </a:rPr>
              <a:t>delete</a:t>
            </a:r>
            <a:r>
              <a:rPr lang="vi-VN" sz="1400" b="1">
                <a:solidFill>
                  <a:srgbClr val="000000"/>
                </a:solidFill>
                <a:latin typeface="Courier New"/>
                <a:cs typeface="Arial"/>
              </a:rPr>
              <a:t> pm</a:t>
            </a:r>
            <a:r>
              <a:rPr lang="vi-VN" sz="1400" b="1">
                <a:solidFill>
                  <a:srgbClr val="800080"/>
                </a:solidFill>
                <a:latin typeface="Courier New"/>
                <a:cs typeface="Arial"/>
              </a:rPr>
              <a:t>;</a:t>
            </a:r>
            <a:r>
              <a:rPr lang="vi-VN" sz="1400" b="1">
                <a:solidFill>
                  <a:srgbClr val="000000"/>
                </a:solidFill>
                <a:latin typeface="Courier New"/>
                <a:cs typeface="Arial"/>
              </a:rPr>
              <a:t>
        </a:t>
            </a:r>
            <a:r>
              <a:rPr lang="vi-VN" sz="1400" b="1">
                <a:solidFill>
                  <a:srgbClr val="800000"/>
                </a:solidFill>
                <a:latin typeface="Courier New"/>
                <a:cs typeface="Arial"/>
              </a:rPr>
              <a:t>return</a:t>
            </a:r>
            <a:r>
              <a:rPr lang="vi-VN" sz="1400" b="1">
                <a:solidFill>
                  <a:srgbClr val="800080"/>
                </a:solidFill>
                <a:latin typeface="Courier New"/>
                <a:cs typeface="Arial"/>
              </a:rPr>
              <a:t>;</a:t>
            </a:r>
            <a:r>
              <a:rPr lang="vi-VN" sz="1400" b="1">
                <a:solidFill>
                  <a:srgbClr val="000000"/>
                </a:solidFill>
                <a:latin typeface="Courier New"/>
                <a:cs typeface="Arial"/>
              </a:rPr>
              <a:t>
    </a:t>
            </a:r>
            <a:r>
              <a:rPr lang="vi-VN" sz="1400" b="1">
                <a:solidFill>
                  <a:srgbClr val="800080"/>
                </a:solidFill>
                <a:latin typeface="Courier New"/>
                <a:cs typeface="Arial"/>
              </a:rPr>
              <a:t>}</a:t>
            </a:r>
            <a:r>
              <a:rPr lang="vi-VN" sz="1400" b="1">
                <a:solidFill>
                  <a:srgbClr val="000000"/>
                </a:solidFill>
                <a:latin typeface="Courier New"/>
                <a:cs typeface="Arial"/>
              </a:rPr>
              <a:t>
    </a:t>
            </a:r>
            <a:r>
              <a:rPr lang="vi-VN" sz="1400" b="1">
                <a:solidFill>
                  <a:srgbClr val="800000"/>
                </a:solidFill>
                <a:latin typeface="Courier New"/>
                <a:cs typeface="Arial"/>
              </a:rPr>
              <a:t>if</a:t>
            </a:r>
            <a:r>
              <a:rPr lang="vi-VN" sz="1400" b="1">
                <a:solidFill>
                  <a:srgbClr val="000000"/>
                </a:solidFill>
                <a:latin typeface="Courier New"/>
                <a:cs typeface="Arial"/>
              </a:rPr>
              <a:t> </a:t>
            </a:r>
            <a:r>
              <a:rPr lang="vi-VN" sz="1400" b="1">
                <a:solidFill>
                  <a:srgbClr val="808030"/>
                </a:solidFill>
                <a:latin typeface="Courier New"/>
                <a:cs typeface="Arial"/>
              </a:rPr>
              <a:t>(</a:t>
            </a:r>
            <a:r>
              <a:rPr lang="vi-VN" sz="1400" b="1">
                <a:solidFill>
                  <a:srgbClr val="000000"/>
                </a:solidFill>
                <a:latin typeface="Courier New"/>
                <a:cs typeface="Arial"/>
              </a:rPr>
              <a:t>qlsv</a:t>
            </a:r>
            <a:r>
              <a:rPr lang="vi-VN" sz="1400" b="1">
                <a:solidFill>
                  <a:srgbClr val="808030"/>
                </a:solidFill>
                <a:latin typeface="Courier New"/>
                <a:cs typeface="Arial"/>
              </a:rPr>
              <a:t>-&gt;</a:t>
            </a:r>
            <a:r>
              <a:rPr lang="vi-VN" sz="1400" b="1">
                <a:solidFill>
                  <a:srgbClr val="000000"/>
                </a:solidFill>
                <a:latin typeface="Courier New"/>
                <a:cs typeface="Arial"/>
              </a:rPr>
              <a:t>timSinhVienTheoMSSV</a:t>
            </a:r>
            <a:r>
              <a:rPr lang="vi-VN" sz="1400" b="1">
                <a:solidFill>
                  <a:srgbClr val="808030"/>
                </a:solidFill>
                <a:latin typeface="Courier New"/>
                <a:cs typeface="Arial"/>
              </a:rPr>
              <a:t>(</a:t>
            </a:r>
            <a:r>
              <a:rPr lang="vi-VN" sz="1400" b="1">
                <a:solidFill>
                  <a:srgbClr val="000000"/>
                </a:solidFill>
                <a:latin typeface="Courier New"/>
                <a:cs typeface="Arial"/>
              </a:rPr>
              <a:t>pm</a:t>
            </a:r>
            <a:r>
              <a:rPr lang="vi-VN" sz="1400" b="1">
                <a:solidFill>
                  <a:srgbClr val="808030"/>
                </a:solidFill>
                <a:latin typeface="Courier New"/>
                <a:cs typeface="Arial"/>
              </a:rPr>
              <a:t>-&gt;</a:t>
            </a:r>
            <a:r>
              <a:rPr lang="vi-VN" sz="1400" b="1">
                <a:solidFill>
                  <a:srgbClr val="000000"/>
                </a:solidFill>
                <a:latin typeface="Courier New"/>
                <a:cs typeface="Arial"/>
              </a:rPr>
              <a:t>MSSV</a:t>
            </a:r>
            <a:r>
              <a:rPr lang="vi-VN" sz="1400" b="1">
                <a:solidFill>
                  <a:srgbClr val="808030"/>
                </a:solidFill>
                <a:latin typeface="Courier New"/>
                <a:cs typeface="Arial"/>
              </a:rPr>
              <a:t>)</a:t>
            </a:r>
            <a:r>
              <a:rPr lang="vi-VN" sz="1400" b="1">
                <a:solidFill>
                  <a:srgbClr val="000000"/>
                </a:solidFill>
                <a:latin typeface="Courier New"/>
                <a:cs typeface="Arial"/>
              </a:rPr>
              <a:t> </a:t>
            </a:r>
            <a:r>
              <a:rPr lang="vi-VN" sz="1400" b="1">
                <a:solidFill>
                  <a:srgbClr val="808030"/>
                </a:solidFill>
                <a:latin typeface="Courier New"/>
                <a:cs typeface="Arial"/>
              </a:rPr>
              <a:t>==</a:t>
            </a:r>
            <a:r>
              <a:rPr lang="vi-VN" sz="1400" b="1">
                <a:solidFill>
                  <a:srgbClr val="000000"/>
                </a:solidFill>
                <a:latin typeface="Courier New"/>
                <a:cs typeface="Arial"/>
              </a:rPr>
              <a:t> </a:t>
            </a:r>
            <a:r>
              <a:rPr lang="vi-VN" sz="1400" b="1">
                <a:solidFill>
                  <a:srgbClr val="7D0045"/>
                </a:solidFill>
                <a:latin typeface="Courier New"/>
                <a:cs typeface="Arial"/>
              </a:rPr>
              <a:t>NULL</a:t>
            </a:r>
            <a:r>
              <a:rPr lang="vi-VN" sz="1400" b="1">
                <a:solidFill>
                  <a:srgbClr val="808030"/>
                </a:solidFill>
                <a:latin typeface="Courier New"/>
                <a:cs typeface="Arial"/>
              </a:rPr>
              <a:t>)</a:t>
            </a:r>
            <a:r>
              <a:rPr lang="vi-VN" sz="1400" b="1">
                <a:solidFill>
                  <a:srgbClr val="000000"/>
                </a:solidFill>
                <a:latin typeface="Courier New"/>
                <a:cs typeface="Arial"/>
              </a:rPr>
              <a:t> </a:t>
            </a:r>
            <a:r>
              <a:rPr lang="vi-VN" sz="1400" b="1">
                <a:solidFill>
                  <a:srgbClr val="800080"/>
                </a:solidFill>
                <a:latin typeface="Courier New"/>
                <a:cs typeface="Arial"/>
              </a:rPr>
              <a:t>{</a:t>
            </a:r>
            <a:r>
              <a:rPr lang="vi-VN" sz="1400" b="1">
                <a:solidFill>
                  <a:srgbClr val="000000"/>
                </a:solidFill>
                <a:latin typeface="Courier New"/>
                <a:cs typeface="Arial"/>
              </a:rPr>
              <a:t>
        </a:t>
            </a:r>
            <a:r>
              <a:rPr lang="vi-VN" sz="1400" b="1">
                <a:solidFill>
                  <a:srgbClr val="603000"/>
                </a:solidFill>
                <a:latin typeface="Courier New"/>
                <a:cs typeface="Arial"/>
              </a:rPr>
              <a:t>cout</a:t>
            </a:r>
            <a:r>
              <a:rPr lang="vi-VN" sz="1400" b="1">
                <a:solidFill>
                  <a:srgbClr val="000000"/>
                </a:solidFill>
                <a:latin typeface="Courier New"/>
                <a:cs typeface="Arial"/>
              </a:rPr>
              <a:t> </a:t>
            </a:r>
            <a:r>
              <a:rPr lang="vi-VN" sz="1400" b="1">
                <a:solidFill>
                  <a:srgbClr val="808030"/>
                </a:solidFill>
                <a:latin typeface="Courier New"/>
                <a:cs typeface="Arial"/>
              </a:rPr>
              <a:t>&lt;&lt;</a:t>
            </a:r>
            <a:r>
              <a:rPr lang="vi-VN" sz="1400" b="1">
                <a:solidFill>
                  <a:srgbClr val="000000"/>
                </a:solidFill>
                <a:latin typeface="Courier New"/>
                <a:cs typeface="Arial"/>
              </a:rPr>
              <a:t> </a:t>
            </a:r>
            <a:r>
              <a:rPr lang="vi-VN" sz="1400" b="1">
                <a:solidFill>
                  <a:srgbClr val="800000"/>
                </a:solidFill>
                <a:latin typeface="Courier New"/>
                <a:cs typeface="Arial"/>
              </a:rPr>
              <a:t>"</a:t>
            </a:r>
            <a:r>
              <a:rPr lang="vi-VN" sz="1400" b="1">
                <a:solidFill>
                  <a:srgbClr val="0000E6"/>
                </a:solidFill>
                <a:latin typeface="Courier New"/>
                <a:cs typeface="Arial"/>
              </a:rPr>
              <a:t>Khong tim thay MSSV!</a:t>
            </a:r>
            <a:r>
              <a:rPr lang="vi-VN" sz="1400" b="1">
                <a:solidFill>
                  <a:srgbClr val="0F69FF"/>
                </a:solidFill>
                <a:latin typeface="Courier New"/>
                <a:cs typeface="Arial"/>
              </a:rPr>
              <a:t>\n</a:t>
            </a:r>
            <a:r>
              <a:rPr lang="vi-VN" sz="1400" b="1">
                <a:solidFill>
                  <a:srgbClr val="800000"/>
                </a:solidFill>
                <a:latin typeface="Courier New"/>
                <a:cs typeface="Arial"/>
              </a:rPr>
              <a:t>"</a:t>
            </a:r>
            <a:r>
              <a:rPr lang="vi-VN" sz="1400" b="1">
                <a:solidFill>
                  <a:srgbClr val="800080"/>
                </a:solidFill>
                <a:latin typeface="Courier New"/>
                <a:cs typeface="Arial"/>
              </a:rPr>
              <a:t>;</a:t>
            </a:r>
            <a:r>
              <a:rPr lang="vi-VN" sz="1400" b="1">
                <a:solidFill>
                  <a:srgbClr val="000000"/>
                </a:solidFill>
                <a:latin typeface="Courier New"/>
                <a:cs typeface="Arial"/>
              </a:rPr>
              <a:t>
        </a:t>
            </a:r>
            <a:r>
              <a:rPr lang="vi-VN" sz="1400" b="1">
                <a:solidFill>
                  <a:srgbClr val="800000"/>
                </a:solidFill>
                <a:latin typeface="Courier New"/>
                <a:cs typeface="Arial"/>
              </a:rPr>
              <a:t>delete</a:t>
            </a:r>
            <a:r>
              <a:rPr lang="vi-VN" sz="1400" b="1">
                <a:solidFill>
                  <a:srgbClr val="000000"/>
                </a:solidFill>
                <a:latin typeface="Courier New"/>
                <a:cs typeface="Arial"/>
              </a:rPr>
              <a:t> pm</a:t>
            </a:r>
            <a:r>
              <a:rPr lang="vi-VN" sz="1400" b="1">
                <a:solidFill>
                  <a:srgbClr val="800080"/>
                </a:solidFill>
                <a:latin typeface="Courier New"/>
                <a:cs typeface="Arial"/>
              </a:rPr>
              <a:t>;</a:t>
            </a:r>
            <a:r>
              <a:rPr lang="vi-VN" sz="1400" b="1">
                <a:solidFill>
                  <a:srgbClr val="000000"/>
                </a:solidFill>
                <a:latin typeface="Courier New"/>
                <a:cs typeface="Arial"/>
              </a:rPr>
              <a:t>
        </a:t>
            </a:r>
            <a:r>
              <a:rPr lang="vi-VN" sz="1400" b="1">
                <a:solidFill>
                  <a:srgbClr val="800000"/>
                </a:solidFill>
                <a:latin typeface="Courier New"/>
                <a:cs typeface="Arial"/>
              </a:rPr>
              <a:t>return</a:t>
            </a:r>
            <a:r>
              <a:rPr lang="vi-VN" sz="1400" b="1">
                <a:solidFill>
                  <a:srgbClr val="800080"/>
                </a:solidFill>
                <a:latin typeface="Courier New"/>
                <a:cs typeface="Arial"/>
              </a:rPr>
              <a:t>;</a:t>
            </a:r>
            <a:r>
              <a:rPr lang="vi-VN" sz="1400" b="1">
                <a:solidFill>
                  <a:srgbClr val="000000"/>
                </a:solidFill>
                <a:latin typeface="Courier New"/>
                <a:cs typeface="Arial"/>
              </a:rPr>
              <a:t>
    </a:t>
            </a:r>
            <a:r>
              <a:rPr lang="vi-VN" sz="1400" b="1">
                <a:solidFill>
                  <a:srgbClr val="800080"/>
                </a:solidFill>
                <a:latin typeface="Courier New"/>
                <a:cs typeface="Arial"/>
              </a:rPr>
              <a:t>}</a:t>
            </a:r>
            <a:r>
              <a:rPr lang="vi-VN" sz="1400" b="1">
                <a:solidFill>
                  <a:srgbClr val="000000"/>
                </a:solidFill>
                <a:latin typeface="Courier New"/>
                <a:cs typeface="Arial"/>
              </a:rPr>
              <a:t>
    </a:t>
            </a:r>
            <a:r>
              <a:rPr lang="vi-VN" sz="1400" b="1">
                <a:solidFill>
                  <a:srgbClr val="800000"/>
                </a:solidFill>
                <a:latin typeface="Courier New"/>
                <a:cs typeface="Arial"/>
              </a:rPr>
              <a:t>if</a:t>
            </a:r>
            <a:r>
              <a:rPr lang="vi-VN" sz="1400" b="1">
                <a:solidFill>
                  <a:srgbClr val="000000"/>
                </a:solidFill>
                <a:latin typeface="Courier New"/>
                <a:cs typeface="Arial"/>
              </a:rPr>
              <a:t> </a:t>
            </a:r>
            <a:r>
              <a:rPr lang="vi-VN" sz="1400" b="1">
                <a:solidFill>
                  <a:srgbClr val="808030"/>
                </a:solidFill>
                <a:latin typeface="Courier New"/>
                <a:cs typeface="Arial"/>
              </a:rPr>
              <a:t>(</a:t>
            </a:r>
            <a:r>
              <a:rPr lang="vi-VN" sz="1400" b="1">
                <a:solidFill>
                  <a:srgbClr val="000000"/>
                </a:solidFill>
                <a:latin typeface="Courier New"/>
                <a:cs typeface="Arial"/>
              </a:rPr>
              <a:t>head </a:t>
            </a:r>
            <a:r>
              <a:rPr lang="vi-VN" sz="1400" b="1">
                <a:solidFill>
                  <a:srgbClr val="808030"/>
                </a:solidFill>
                <a:latin typeface="Courier New"/>
                <a:cs typeface="Arial"/>
              </a:rPr>
              <a:t>==</a:t>
            </a:r>
            <a:r>
              <a:rPr lang="vi-VN" sz="1400" b="1">
                <a:solidFill>
                  <a:srgbClr val="000000"/>
                </a:solidFill>
                <a:latin typeface="Courier New"/>
                <a:cs typeface="Arial"/>
              </a:rPr>
              <a:t> </a:t>
            </a:r>
            <a:r>
              <a:rPr lang="vi-VN" sz="1400" b="1">
                <a:solidFill>
                  <a:srgbClr val="7D0045"/>
                </a:solidFill>
                <a:latin typeface="Courier New"/>
                <a:cs typeface="Arial"/>
              </a:rPr>
              <a:t>NULL</a:t>
            </a:r>
            <a:r>
              <a:rPr lang="vi-VN" sz="1400" b="1">
                <a:solidFill>
                  <a:srgbClr val="808030"/>
                </a:solidFill>
                <a:latin typeface="Courier New"/>
                <a:cs typeface="Arial"/>
              </a:rPr>
              <a:t>)</a:t>
            </a:r>
            <a:r>
              <a:rPr lang="vi-VN" sz="1400" b="1">
                <a:solidFill>
                  <a:srgbClr val="000000"/>
                </a:solidFill>
                <a:latin typeface="Courier New"/>
                <a:cs typeface="Arial"/>
              </a:rPr>
              <a:t> head </a:t>
            </a:r>
            <a:r>
              <a:rPr lang="vi-VN" sz="1400" b="1">
                <a:solidFill>
                  <a:srgbClr val="808030"/>
                </a:solidFill>
                <a:latin typeface="Courier New"/>
                <a:cs typeface="Arial"/>
              </a:rPr>
              <a:t>=</a:t>
            </a:r>
            <a:r>
              <a:rPr lang="vi-VN" sz="1400" b="1">
                <a:solidFill>
                  <a:srgbClr val="000000"/>
                </a:solidFill>
                <a:latin typeface="Courier New"/>
                <a:cs typeface="Arial"/>
              </a:rPr>
              <a:t> pm</a:t>
            </a:r>
            <a:r>
              <a:rPr lang="vi-VN" sz="1400" b="1">
                <a:solidFill>
                  <a:srgbClr val="800080"/>
                </a:solidFill>
                <a:latin typeface="Courier New"/>
                <a:cs typeface="Arial"/>
              </a:rPr>
              <a:t>;</a:t>
            </a:r>
            <a:r>
              <a:rPr lang="vi-VN" sz="1400" b="1">
                <a:solidFill>
                  <a:srgbClr val="000000"/>
                </a:solidFill>
                <a:latin typeface="Courier New"/>
                <a:cs typeface="Arial"/>
              </a:rPr>
              <a:t>
    </a:t>
            </a:r>
            <a:r>
              <a:rPr lang="vi-VN" sz="1400" b="1">
                <a:solidFill>
                  <a:srgbClr val="800000"/>
                </a:solidFill>
                <a:latin typeface="Courier New"/>
                <a:cs typeface="Arial"/>
              </a:rPr>
              <a:t>else</a:t>
            </a:r>
            <a:r>
              <a:rPr lang="vi-VN" sz="1400" b="1">
                <a:solidFill>
                  <a:srgbClr val="000000"/>
                </a:solidFill>
                <a:latin typeface="Courier New"/>
                <a:cs typeface="Arial"/>
              </a:rPr>
              <a:t> </a:t>
            </a:r>
            <a:r>
              <a:rPr lang="vi-VN" sz="1400" b="1">
                <a:solidFill>
                  <a:srgbClr val="800080"/>
                </a:solidFill>
                <a:latin typeface="Courier New"/>
                <a:cs typeface="Arial"/>
              </a:rPr>
              <a:t>{</a:t>
            </a:r>
            <a:r>
              <a:rPr lang="vi-VN" sz="1400" b="1">
                <a:solidFill>
                  <a:srgbClr val="000000"/>
                </a:solidFill>
                <a:latin typeface="Courier New"/>
                <a:cs typeface="Arial"/>
              </a:rPr>
              <a:t>
        PhieuMuon</a:t>
            </a:r>
            <a:r>
              <a:rPr lang="vi-VN" sz="1400" b="1">
                <a:solidFill>
                  <a:srgbClr val="808030"/>
                </a:solidFill>
                <a:latin typeface="Courier New"/>
                <a:cs typeface="Arial"/>
              </a:rPr>
              <a:t>*</a:t>
            </a:r>
            <a:r>
              <a:rPr lang="vi-VN" sz="1400" b="1">
                <a:solidFill>
                  <a:srgbClr val="000000"/>
                </a:solidFill>
                <a:latin typeface="Courier New"/>
                <a:cs typeface="Arial"/>
              </a:rPr>
              <a:t> p </a:t>
            </a:r>
            <a:r>
              <a:rPr lang="vi-VN" sz="1400" b="1">
                <a:solidFill>
                  <a:srgbClr val="808030"/>
                </a:solidFill>
                <a:latin typeface="Courier New"/>
                <a:cs typeface="Arial"/>
              </a:rPr>
              <a:t>=</a:t>
            </a:r>
            <a:r>
              <a:rPr lang="vi-VN" sz="1400" b="1">
                <a:solidFill>
                  <a:srgbClr val="000000"/>
                </a:solidFill>
                <a:latin typeface="Courier New"/>
                <a:cs typeface="Arial"/>
              </a:rPr>
              <a:t> head</a:t>
            </a:r>
            <a:r>
              <a:rPr lang="vi-VN" sz="1400" b="1">
                <a:solidFill>
                  <a:srgbClr val="800080"/>
                </a:solidFill>
                <a:latin typeface="Courier New"/>
                <a:cs typeface="Arial"/>
              </a:rPr>
              <a:t>;</a:t>
            </a:r>
            <a:r>
              <a:rPr lang="vi-VN" sz="1400" b="1">
                <a:solidFill>
                  <a:srgbClr val="000000"/>
                </a:solidFill>
                <a:latin typeface="Courier New"/>
                <a:cs typeface="Arial"/>
              </a:rPr>
              <a:t>
        </a:t>
            </a:r>
            <a:r>
              <a:rPr lang="vi-VN" sz="1400" b="1">
                <a:solidFill>
                  <a:srgbClr val="800000"/>
                </a:solidFill>
                <a:latin typeface="Courier New"/>
                <a:cs typeface="Arial"/>
              </a:rPr>
              <a:t>while</a:t>
            </a:r>
            <a:r>
              <a:rPr lang="vi-VN" sz="1400" b="1">
                <a:solidFill>
                  <a:srgbClr val="000000"/>
                </a:solidFill>
                <a:latin typeface="Courier New"/>
                <a:cs typeface="Arial"/>
              </a:rPr>
              <a:t> </a:t>
            </a:r>
            <a:r>
              <a:rPr lang="vi-VN" sz="1400" b="1">
                <a:solidFill>
                  <a:srgbClr val="808030"/>
                </a:solidFill>
                <a:latin typeface="Courier New"/>
                <a:cs typeface="Arial"/>
              </a:rPr>
              <a:t>(</a:t>
            </a:r>
            <a:r>
              <a:rPr lang="vi-VN" sz="1400" b="1">
                <a:solidFill>
                  <a:srgbClr val="000000"/>
                </a:solidFill>
                <a:latin typeface="Courier New"/>
                <a:cs typeface="Arial"/>
              </a:rPr>
              <a:t>p</a:t>
            </a:r>
            <a:r>
              <a:rPr lang="vi-VN" sz="1400" b="1">
                <a:solidFill>
                  <a:srgbClr val="808030"/>
                </a:solidFill>
                <a:latin typeface="Courier New"/>
                <a:cs typeface="Arial"/>
              </a:rPr>
              <a:t>-&gt;</a:t>
            </a:r>
            <a:r>
              <a:rPr lang="vi-VN" sz="1400" b="1">
                <a:solidFill>
                  <a:srgbClr val="000000"/>
                </a:solidFill>
                <a:latin typeface="Courier New"/>
                <a:cs typeface="Arial"/>
              </a:rPr>
              <a:t>next </a:t>
            </a:r>
            <a:r>
              <a:rPr lang="vi-VN" sz="1400" b="1">
                <a:solidFill>
                  <a:srgbClr val="808030"/>
                </a:solidFill>
                <a:latin typeface="Courier New"/>
                <a:cs typeface="Arial"/>
              </a:rPr>
              <a:t>!=</a:t>
            </a:r>
            <a:r>
              <a:rPr lang="vi-VN" sz="1400" b="1">
                <a:solidFill>
                  <a:srgbClr val="000000"/>
                </a:solidFill>
                <a:latin typeface="Courier New"/>
                <a:cs typeface="Arial"/>
              </a:rPr>
              <a:t> </a:t>
            </a:r>
            <a:r>
              <a:rPr lang="vi-VN" sz="1400" b="1">
                <a:solidFill>
                  <a:srgbClr val="7D0045"/>
                </a:solidFill>
                <a:latin typeface="Courier New"/>
                <a:cs typeface="Arial"/>
              </a:rPr>
              <a:t>NULL</a:t>
            </a:r>
            <a:r>
              <a:rPr lang="vi-VN" sz="1400" b="1">
                <a:solidFill>
                  <a:srgbClr val="808030"/>
                </a:solidFill>
                <a:latin typeface="Courier New"/>
                <a:cs typeface="Arial"/>
              </a:rPr>
              <a:t>)</a:t>
            </a:r>
            <a:r>
              <a:rPr lang="vi-VN" sz="1400" b="1">
                <a:solidFill>
                  <a:srgbClr val="000000"/>
                </a:solidFill>
                <a:latin typeface="Courier New"/>
                <a:cs typeface="Arial"/>
              </a:rPr>
              <a:t> p </a:t>
            </a:r>
            <a:r>
              <a:rPr lang="vi-VN" sz="1400" b="1">
                <a:solidFill>
                  <a:srgbClr val="808030"/>
                </a:solidFill>
                <a:latin typeface="Courier New"/>
                <a:cs typeface="Arial"/>
              </a:rPr>
              <a:t>=</a:t>
            </a:r>
            <a:r>
              <a:rPr lang="vi-VN" sz="1400" b="1">
                <a:solidFill>
                  <a:srgbClr val="000000"/>
                </a:solidFill>
                <a:latin typeface="Courier New"/>
                <a:cs typeface="Arial"/>
              </a:rPr>
              <a:t> p</a:t>
            </a:r>
            <a:r>
              <a:rPr lang="vi-VN" sz="1400" b="1">
                <a:solidFill>
                  <a:srgbClr val="808030"/>
                </a:solidFill>
                <a:latin typeface="Courier New"/>
                <a:cs typeface="Arial"/>
              </a:rPr>
              <a:t>-&gt;</a:t>
            </a:r>
            <a:r>
              <a:rPr lang="vi-VN" sz="1400" b="1">
                <a:solidFill>
                  <a:srgbClr val="000000"/>
                </a:solidFill>
                <a:latin typeface="Courier New"/>
                <a:cs typeface="Arial"/>
              </a:rPr>
              <a:t>next</a:t>
            </a:r>
            <a:r>
              <a:rPr lang="vi-VN" sz="1400" b="1">
                <a:solidFill>
                  <a:srgbClr val="800080"/>
                </a:solidFill>
                <a:latin typeface="Courier New"/>
                <a:cs typeface="Arial"/>
              </a:rPr>
              <a:t>;</a:t>
            </a:r>
            <a:r>
              <a:rPr lang="vi-VN" sz="1400" b="1">
                <a:solidFill>
                  <a:srgbClr val="000000"/>
                </a:solidFill>
                <a:latin typeface="Courier New"/>
                <a:cs typeface="Arial"/>
              </a:rPr>
              <a:t>
        p</a:t>
            </a:r>
            <a:r>
              <a:rPr lang="vi-VN" sz="1400" b="1">
                <a:solidFill>
                  <a:srgbClr val="808030"/>
                </a:solidFill>
                <a:latin typeface="Courier New"/>
                <a:cs typeface="Arial"/>
              </a:rPr>
              <a:t>-&gt;</a:t>
            </a:r>
            <a:r>
              <a:rPr lang="vi-VN" sz="1400" b="1">
                <a:solidFill>
                  <a:srgbClr val="000000"/>
                </a:solidFill>
                <a:latin typeface="Courier New"/>
                <a:cs typeface="Arial"/>
              </a:rPr>
              <a:t>next </a:t>
            </a:r>
            <a:r>
              <a:rPr lang="vi-VN" sz="1400" b="1">
                <a:solidFill>
                  <a:srgbClr val="808030"/>
                </a:solidFill>
                <a:latin typeface="Courier New"/>
                <a:cs typeface="Arial"/>
              </a:rPr>
              <a:t>=</a:t>
            </a:r>
            <a:r>
              <a:rPr lang="vi-VN" sz="1400" b="1">
                <a:solidFill>
                  <a:srgbClr val="000000"/>
                </a:solidFill>
                <a:latin typeface="Courier New"/>
                <a:cs typeface="Arial"/>
              </a:rPr>
              <a:t> pm</a:t>
            </a:r>
            <a:r>
              <a:rPr lang="vi-VN" sz="1400" b="1">
                <a:solidFill>
                  <a:srgbClr val="800080"/>
                </a:solidFill>
                <a:latin typeface="Courier New"/>
                <a:cs typeface="Arial"/>
              </a:rPr>
              <a:t>;</a:t>
            </a:r>
            <a:r>
              <a:rPr lang="vi-VN" sz="1400" b="1">
                <a:solidFill>
                  <a:srgbClr val="000000"/>
                </a:solidFill>
                <a:latin typeface="Courier New"/>
                <a:cs typeface="Arial"/>
              </a:rPr>
              <a:t>
    </a:t>
            </a:r>
            <a:r>
              <a:rPr lang="vi-VN" sz="1400" b="1">
                <a:solidFill>
                  <a:srgbClr val="800080"/>
                </a:solidFill>
                <a:latin typeface="Courier New"/>
                <a:cs typeface="Arial"/>
              </a:rPr>
              <a:t>}</a:t>
            </a:r>
            <a:r>
              <a:rPr lang="vi-VN" sz="1400" b="1">
                <a:solidFill>
                  <a:srgbClr val="000000"/>
                </a:solidFill>
                <a:latin typeface="Courier New"/>
                <a:cs typeface="Arial"/>
              </a:rPr>
              <a:t>
    </a:t>
            </a:r>
            <a:r>
              <a:rPr lang="vi-VN" sz="1400" b="1">
                <a:solidFill>
                  <a:srgbClr val="603000"/>
                </a:solidFill>
                <a:latin typeface="Courier New"/>
                <a:cs typeface="Arial"/>
              </a:rPr>
              <a:t>cout</a:t>
            </a:r>
            <a:r>
              <a:rPr lang="vi-VN" sz="1400" b="1">
                <a:solidFill>
                  <a:srgbClr val="000000"/>
                </a:solidFill>
                <a:latin typeface="Courier New"/>
                <a:cs typeface="Arial"/>
              </a:rPr>
              <a:t> </a:t>
            </a:r>
            <a:r>
              <a:rPr lang="vi-VN" sz="1400" b="1">
                <a:solidFill>
                  <a:srgbClr val="808030"/>
                </a:solidFill>
                <a:latin typeface="Courier New"/>
                <a:cs typeface="Arial"/>
              </a:rPr>
              <a:t>&lt;&lt;</a:t>
            </a:r>
            <a:r>
              <a:rPr lang="vi-VN" sz="1400" b="1">
                <a:solidFill>
                  <a:srgbClr val="000000"/>
                </a:solidFill>
                <a:latin typeface="Courier New"/>
                <a:cs typeface="Arial"/>
              </a:rPr>
              <a:t> </a:t>
            </a:r>
            <a:r>
              <a:rPr lang="vi-VN" sz="1400" b="1">
                <a:solidFill>
                  <a:srgbClr val="800000"/>
                </a:solidFill>
                <a:latin typeface="Courier New"/>
                <a:cs typeface="Arial"/>
              </a:rPr>
              <a:t>"</a:t>
            </a:r>
            <a:r>
              <a:rPr lang="vi-VN" sz="1400" b="1">
                <a:solidFill>
                  <a:srgbClr val="0000E6"/>
                </a:solidFill>
                <a:latin typeface="Courier New"/>
                <a:cs typeface="Arial"/>
              </a:rPr>
              <a:t>Da lap phieu muon thanh cong!</a:t>
            </a:r>
            <a:r>
              <a:rPr lang="vi-VN" sz="1400" b="1">
                <a:solidFill>
                  <a:srgbClr val="0F69FF"/>
                </a:solidFill>
                <a:latin typeface="Courier New"/>
                <a:cs typeface="Arial"/>
              </a:rPr>
              <a:t>\n</a:t>
            </a:r>
            <a:r>
              <a:rPr lang="vi-VN" sz="1400" b="1">
                <a:solidFill>
                  <a:srgbClr val="800000"/>
                </a:solidFill>
                <a:latin typeface="Courier New"/>
                <a:cs typeface="Arial"/>
              </a:rPr>
              <a:t>"</a:t>
            </a:r>
            <a:r>
              <a:rPr lang="vi-VN" sz="1400" b="1">
                <a:solidFill>
                  <a:srgbClr val="800080"/>
                </a:solidFill>
                <a:latin typeface="Courier New"/>
                <a:cs typeface="Arial"/>
              </a:rPr>
              <a:t>;</a:t>
            </a:r>
            <a:r>
              <a:rPr lang="vi-VN" sz="1400" b="1">
                <a:solidFill>
                  <a:srgbClr val="000000"/>
                </a:solidFill>
                <a:latin typeface="Courier New"/>
                <a:cs typeface="Arial"/>
              </a:rPr>
              <a:t>
</a:t>
            </a:r>
            <a:r>
              <a:rPr lang="vi-VN" sz="1400" b="1">
                <a:solidFill>
                  <a:srgbClr val="800080"/>
                </a:solidFill>
                <a:latin typeface="Courier New"/>
                <a:cs typeface="Arial"/>
              </a:rPr>
              <a:t>}</a:t>
            </a:r>
            <a:endParaRPr lang="vi-VN" sz="1400" b="1">
              <a:latin typeface="Courier New"/>
              <a:cs typeface="Arial"/>
            </a:endParaRPr>
          </a:p>
        </p:txBody>
      </p:sp>
      <p:sp>
        <p:nvSpPr>
          <p:cNvPr id="3" name="Hình chữ nhật 2">
            <a:extLst>
              <a:ext uri="{FF2B5EF4-FFF2-40B4-BE49-F238E27FC236}">
                <a16:creationId xmlns:a16="http://schemas.microsoft.com/office/drawing/2014/main" id="{AFA674C8-F80C-D8A6-CF80-47192B61C698}"/>
              </a:ext>
            </a:extLst>
          </p:cNvPr>
          <p:cNvSpPr/>
          <p:nvPr/>
        </p:nvSpPr>
        <p:spPr>
          <a:xfrm>
            <a:off x="6522740" y="1072761"/>
            <a:ext cx="5672173" cy="6015690"/>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vi-VN" sz="2000" b="1">
                <a:solidFill>
                  <a:schemeClr val="tx1">
                    <a:lumMod val="95000"/>
                    <a:lumOff val="5000"/>
                  </a:schemeClr>
                </a:solidFill>
                <a:latin typeface="Open Sans"/>
                <a:ea typeface="Open Sans"/>
                <a:cs typeface="Arial"/>
              </a:rPr>
              <a:t>Mục đích:</a:t>
            </a:r>
          </a:p>
          <a:p>
            <a:r>
              <a:rPr lang="vi-VN" sz="2000">
                <a:solidFill>
                  <a:schemeClr val="tx1"/>
                </a:solidFill>
                <a:latin typeface="Open Sans"/>
                <a:ea typeface="+mn-lt"/>
                <a:cs typeface="Arial"/>
              </a:rPr>
              <a:t>- Giúp người quản lý tạo phiếu mượn mới khi sinh viên muốn mượn sách trong thư viện.</a:t>
            </a:r>
            <a:br>
              <a:rPr lang="vi-VN" sz="2000">
                <a:latin typeface="Open Sans"/>
                <a:ea typeface="+mn-lt"/>
                <a:cs typeface="+mn-lt"/>
              </a:rPr>
            </a:br>
            <a:r>
              <a:rPr lang="vi-VN" sz="2000">
                <a:solidFill>
                  <a:schemeClr val="tx1"/>
                </a:solidFill>
                <a:latin typeface="Open Sans"/>
                <a:ea typeface="+mn-lt"/>
                <a:cs typeface="Arial"/>
              </a:rPr>
              <a:t>- Mỗi phiếu lưu thông tin về mã phiếu, mã sinh viên, mã sách, ngày mượn và trạng thái.</a:t>
            </a:r>
            <a:endParaRPr lang="vi-VN" sz="2000">
              <a:solidFill>
                <a:schemeClr val="tx1"/>
              </a:solidFill>
              <a:latin typeface="Arial"/>
              <a:ea typeface="Open Sans"/>
              <a:cs typeface="Arial"/>
            </a:endParaRPr>
          </a:p>
          <a:p>
            <a:r>
              <a:rPr lang="vi-VN" sz="2000" b="1">
                <a:solidFill>
                  <a:schemeClr val="tx1"/>
                </a:solidFill>
                <a:latin typeface="Open Sans"/>
                <a:ea typeface="Open Sans"/>
                <a:cs typeface="Arial"/>
              </a:rPr>
              <a:t>Chức năng:</a:t>
            </a:r>
          </a:p>
          <a:p>
            <a:r>
              <a:rPr lang="vi" sz="2000">
                <a:solidFill>
                  <a:schemeClr val="tx1"/>
                </a:solidFill>
                <a:latin typeface="Open Sans"/>
                <a:ea typeface="Open Sans"/>
                <a:cs typeface="Times New Roman"/>
              </a:rPr>
              <a:t>- Tạo và thêm một phiếu mượn sách mới vào danh sách mượn – trả trong hệ thống</a:t>
            </a:r>
            <a:endParaRPr lang="vi-VN" sz="2000">
              <a:solidFill>
                <a:schemeClr val="tx1"/>
              </a:solidFill>
              <a:latin typeface="Open Sans"/>
              <a:ea typeface="Open Sans"/>
              <a:cs typeface="Open Sans"/>
            </a:endParaRPr>
          </a:p>
          <a:p>
            <a:endParaRPr lang="vi-VN" sz="2000" b="1">
              <a:solidFill>
                <a:schemeClr val="tx1"/>
              </a:solidFill>
              <a:latin typeface="Open Sans"/>
              <a:ea typeface="Open Sans"/>
              <a:cs typeface="Arial"/>
            </a:endParaRPr>
          </a:p>
          <a:p>
            <a:r>
              <a:rPr lang="vi-VN" sz="2000" b="1">
                <a:solidFill>
                  <a:schemeClr val="tx1"/>
                </a:solidFill>
                <a:latin typeface="Open Sans"/>
                <a:ea typeface="+mn-lt"/>
                <a:cs typeface="Arial"/>
              </a:rPr>
              <a:t>Quy trình kiểm tra hợp lệ:</a:t>
            </a:r>
            <a:br>
              <a:rPr lang="vi-VN" sz="2000" b="1">
                <a:latin typeface="Open Sans"/>
                <a:ea typeface="+mn-lt"/>
                <a:cs typeface="Arial"/>
              </a:rPr>
            </a:br>
            <a:r>
              <a:rPr lang="vi-VN" sz="2000">
                <a:solidFill>
                  <a:schemeClr val="tx1"/>
                </a:solidFill>
                <a:latin typeface="Open Sans"/>
                <a:ea typeface="+mn-lt"/>
                <a:cs typeface="Arial"/>
              </a:rPr>
              <a:t>1. Xác thực MSSV tồn tại, xác thực mã sách </a:t>
            </a:r>
            <a:br>
              <a:rPr lang="vi-VN" sz="2000">
                <a:solidFill>
                  <a:schemeClr val="tx1"/>
                </a:solidFill>
                <a:latin typeface="Open Sans"/>
                <a:ea typeface="+mn-lt"/>
                <a:cs typeface="Arial"/>
              </a:rPr>
            </a:br>
            <a:r>
              <a:rPr lang="vi-VN" sz="2000">
                <a:solidFill>
                  <a:schemeClr val="tx1"/>
                </a:solidFill>
                <a:latin typeface="Open Sans"/>
                <a:ea typeface="+mn-lt"/>
                <a:cs typeface="Arial"/>
              </a:rPr>
              <a:t>tồn tại. </a:t>
            </a:r>
            <a:br>
              <a:rPr lang="vi-VN" sz="2000">
                <a:latin typeface="Open Sans"/>
                <a:ea typeface="+mn-lt"/>
                <a:cs typeface="Arial"/>
              </a:rPr>
            </a:br>
            <a:r>
              <a:rPr lang="vi-VN" sz="2000">
                <a:solidFill>
                  <a:schemeClr val="tx1"/>
                </a:solidFill>
                <a:latin typeface="Open Sans"/>
                <a:ea typeface="+mn-lt"/>
                <a:cs typeface="Arial"/>
              </a:rPr>
              <a:t>2. Nếu dữ liệu không hợp lệ, hủy phiếu và thông báo lỗi.</a:t>
            </a:r>
            <a:endParaRPr lang="vi-VN" sz="2000">
              <a:solidFill>
                <a:schemeClr val="tx1"/>
              </a:solidFill>
              <a:latin typeface="Arial"/>
              <a:ea typeface="Open Sans"/>
              <a:cs typeface="Arial"/>
            </a:endParaRPr>
          </a:p>
          <a:p>
            <a:endParaRPr lang="vi-VN" sz="2000">
              <a:latin typeface="Open Sans"/>
              <a:ea typeface="Open Sans"/>
              <a:cs typeface="Arial"/>
            </a:endParaRPr>
          </a:p>
        </p:txBody>
      </p:sp>
    </p:spTree>
    <p:extLst>
      <p:ext uri="{BB962C8B-B14F-4D97-AF65-F5344CB8AC3E}">
        <p14:creationId xmlns:p14="http://schemas.microsoft.com/office/powerpoint/2010/main" val="9535084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a:extLst>
            <a:ext uri="{FF2B5EF4-FFF2-40B4-BE49-F238E27FC236}">
              <a16:creationId xmlns:a16="http://schemas.microsoft.com/office/drawing/2014/main" id="{AE5A1B5C-DD9D-46FA-3EBA-13DBD9C947EF}"/>
            </a:ext>
          </a:extLst>
        </p:cNvPr>
        <p:cNvGrpSpPr/>
        <p:nvPr/>
      </p:nvGrpSpPr>
      <p:grpSpPr>
        <a:xfrm>
          <a:off x="0" y="0"/>
          <a:ext cx="0" cy="0"/>
          <a:chOff x="0" y="0"/>
          <a:chExt cx="0" cy="0"/>
        </a:xfrm>
      </p:grpSpPr>
      <p:sp>
        <p:nvSpPr>
          <p:cNvPr id="2" name="Tiêu đề 1">
            <a:extLst>
              <a:ext uri="{FF2B5EF4-FFF2-40B4-BE49-F238E27FC236}">
                <a16:creationId xmlns:a16="http://schemas.microsoft.com/office/drawing/2014/main" id="{5CF7E638-8AEB-440B-966A-99E7A034FAFE}"/>
              </a:ext>
            </a:extLst>
          </p:cNvPr>
          <p:cNvSpPr>
            <a:spLocks noGrp="1"/>
          </p:cNvSpPr>
          <p:nvPr>
            <p:ph type="title"/>
          </p:nvPr>
        </p:nvSpPr>
        <p:spPr>
          <a:xfrm>
            <a:off x="617" y="313366"/>
            <a:ext cx="11243711" cy="918067"/>
          </a:xfrm>
        </p:spPr>
        <p:txBody>
          <a:bodyPr>
            <a:normAutofit/>
          </a:bodyPr>
          <a:lstStyle/>
          <a:p>
            <a:r>
              <a:rPr lang="vi-VN" b="1">
                <a:solidFill>
                  <a:srgbClr val="FFC000"/>
                </a:solidFill>
                <a:latin typeface="Segoe UI"/>
                <a:cs typeface="Times New Roman"/>
              </a:rPr>
              <a:t>               HÀM HIỂN THỊ PHIẾU MƯỢN</a:t>
            </a:r>
            <a:endParaRPr lang="vi-VN" b="1">
              <a:solidFill>
                <a:srgbClr val="FFC000"/>
              </a:solidFill>
              <a:latin typeface="Segoe UI"/>
              <a:cs typeface="Segoe UI"/>
            </a:endParaRPr>
          </a:p>
        </p:txBody>
      </p:sp>
      <p:sp>
        <p:nvSpPr>
          <p:cNvPr id="5" name="Hình chữ nhật 4">
            <a:extLst>
              <a:ext uri="{FF2B5EF4-FFF2-40B4-BE49-F238E27FC236}">
                <a16:creationId xmlns:a16="http://schemas.microsoft.com/office/drawing/2014/main" id="{43158BD6-F45C-31E1-4C3C-0D23B2CCD081}"/>
              </a:ext>
            </a:extLst>
          </p:cNvPr>
          <p:cNvSpPr/>
          <p:nvPr/>
        </p:nvSpPr>
        <p:spPr>
          <a:xfrm>
            <a:off x="-2875" y="1074603"/>
            <a:ext cx="6670989" cy="6010144"/>
          </a:xfrm>
          <a:prstGeom prst="rect">
            <a:avLst/>
          </a:prstGeom>
          <a:solidFill>
            <a:srgbClr val="E0E0E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vi-VN" sz="1700" b="1">
                <a:solidFill>
                  <a:srgbClr val="800000"/>
                </a:solidFill>
                <a:latin typeface="Courier New"/>
                <a:cs typeface="Arial"/>
              </a:rPr>
              <a:t>void</a:t>
            </a:r>
            <a:r>
              <a:rPr lang="vi-VN" sz="1700" b="1">
                <a:solidFill>
                  <a:srgbClr val="000000"/>
                </a:solidFill>
                <a:latin typeface="Courier New"/>
                <a:cs typeface="Arial"/>
              </a:rPr>
              <a:t> QuanLyMuonTra</a:t>
            </a:r>
            <a:r>
              <a:rPr lang="vi-VN" sz="1700" b="1">
                <a:solidFill>
                  <a:srgbClr val="800080"/>
                </a:solidFill>
                <a:latin typeface="Courier New"/>
                <a:cs typeface="Arial"/>
              </a:rPr>
              <a:t>::</a:t>
            </a:r>
            <a:r>
              <a:rPr lang="vi-VN" sz="1700" b="1">
                <a:solidFill>
                  <a:srgbClr val="000000"/>
                </a:solidFill>
                <a:latin typeface="Courier New"/>
                <a:cs typeface="Arial"/>
              </a:rPr>
              <a:t>hienThiPhieuMuon</a:t>
            </a:r>
            <a:r>
              <a:rPr lang="vi-VN" sz="1700" b="1">
                <a:solidFill>
                  <a:srgbClr val="808030"/>
                </a:solidFill>
                <a:latin typeface="Courier New"/>
                <a:cs typeface="Arial"/>
              </a:rPr>
              <a:t>()</a:t>
            </a:r>
            <a:r>
              <a:rPr lang="vi-VN" sz="1700" b="1">
                <a:solidFill>
                  <a:srgbClr val="000000"/>
                </a:solidFill>
                <a:latin typeface="Courier New"/>
                <a:cs typeface="Arial"/>
              </a:rPr>
              <a:t> </a:t>
            </a:r>
            <a:r>
              <a:rPr lang="vi-VN" sz="1700" b="1">
                <a:solidFill>
                  <a:srgbClr val="800080"/>
                </a:solidFill>
                <a:latin typeface="Courier New"/>
                <a:cs typeface="Arial"/>
              </a:rPr>
              <a:t>{</a:t>
            </a:r>
            <a:r>
              <a:rPr lang="vi-VN" sz="1700" b="1">
                <a:solidFill>
                  <a:srgbClr val="000000"/>
                </a:solidFill>
                <a:latin typeface="Courier New"/>
                <a:cs typeface="Arial"/>
              </a:rPr>
              <a:t>
    </a:t>
            </a:r>
            <a:r>
              <a:rPr lang="vi-VN" sz="1700" b="1">
                <a:solidFill>
                  <a:srgbClr val="800000"/>
                </a:solidFill>
                <a:latin typeface="Courier New"/>
                <a:cs typeface="Arial"/>
              </a:rPr>
              <a:t>if</a:t>
            </a:r>
            <a:r>
              <a:rPr lang="vi-VN" sz="1700" b="1">
                <a:solidFill>
                  <a:srgbClr val="000000"/>
                </a:solidFill>
                <a:latin typeface="Courier New"/>
                <a:cs typeface="Arial"/>
              </a:rPr>
              <a:t> </a:t>
            </a:r>
            <a:r>
              <a:rPr lang="vi-VN" sz="1700" b="1">
                <a:solidFill>
                  <a:srgbClr val="808030"/>
                </a:solidFill>
                <a:latin typeface="Courier New"/>
                <a:cs typeface="Arial"/>
              </a:rPr>
              <a:t>(</a:t>
            </a:r>
            <a:r>
              <a:rPr lang="vi-VN" sz="1700" b="1">
                <a:solidFill>
                  <a:srgbClr val="000000"/>
                </a:solidFill>
                <a:latin typeface="Courier New"/>
                <a:cs typeface="Arial"/>
              </a:rPr>
              <a:t>head </a:t>
            </a:r>
            <a:r>
              <a:rPr lang="vi-VN" sz="1700" b="1">
                <a:solidFill>
                  <a:srgbClr val="808030"/>
                </a:solidFill>
                <a:latin typeface="Courier New"/>
                <a:cs typeface="Arial"/>
              </a:rPr>
              <a:t>==</a:t>
            </a:r>
            <a:r>
              <a:rPr lang="vi-VN" sz="1700" b="1">
                <a:solidFill>
                  <a:srgbClr val="000000"/>
                </a:solidFill>
                <a:latin typeface="Courier New"/>
                <a:cs typeface="Arial"/>
              </a:rPr>
              <a:t> </a:t>
            </a:r>
            <a:r>
              <a:rPr lang="vi-VN" sz="1700" b="1">
                <a:solidFill>
                  <a:srgbClr val="7D0045"/>
                </a:solidFill>
                <a:latin typeface="Courier New"/>
                <a:cs typeface="Arial"/>
              </a:rPr>
              <a:t>NULL</a:t>
            </a:r>
            <a:r>
              <a:rPr lang="vi-VN" sz="1700" b="1">
                <a:solidFill>
                  <a:srgbClr val="808030"/>
                </a:solidFill>
                <a:latin typeface="Courier New"/>
                <a:cs typeface="Arial"/>
              </a:rPr>
              <a:t>)</a:t>
            </a:r>
            <a:r>
              <a:rPr lang="vi-VN" sz="1700" b="1">
                <a:solidFill>
                  <a:srgbClr val="000000"/>
                </a:solidFill>
                <a:latin typeface="Courier New"/>
                <a:cs typeface="Arial"/>
              </a:rPr>
              <a:t> </a:t>
            </a:r>
            <a:r>
              <a:rPr lang="vi-VN" sz="1700" b="1">
                <a:solidFill>
                  <a:srgbClr val="800080"/>
                </a:solidFill>
                <a:latin typeface="Courier New"/>
                <a:cs typeface="Arial"/>
              </a:rPr>
              <a:t>{</a:t>
            </a:r>
            <a:r>
              <a:rPr lang="vi-VN" sz="1700" b="1">
                <a:solidFill>
                  <a:srgbClr val="000000"/>
                </a:solidFill>
                <a:latin typeface="Courier New"/>
                <a:cs typeface="Arial"/>
              </a:rPr>
              <a:t>
        </a:t>
            </a:r>
            <a:r>
              <a:rPr lang="vi-VN" sz="1700" b="1">
                <a:solidFill>
                  <a:srgbClr val="603000"/>
                </a:solidFill>
                <a:latin typeface="Courier New"/>
                <a:cs typeface="Arial"/>
              </a:rPr>
              <a:t>cout</a:t>
            </a:r>
            <a:r>
              <a:rPr lang="vi-VN" sz="1700" b="1">
                <a:solidFill>
                  <a:srgbClr val="000000"/>
                </a:solidFill>
                <a:latin typeface="Courier New"/>
                <a:cs typeface="Arial"/>
              </a:rPr>
              <a:t> </a:t>
            </a:r>
            <a:r>
              <a:rPr lang="vi-VN" sz="1700" b="1">
                <a:solidFill>
                  <a:srgbClr val="808030"/>
                </a:solidFill>
                <a:latin typeface="Courier New"/>
                <a:cs typeface="Arial"/>
              </a:rPr>
              <a:t>&lt;&lt;</a:t>
            </a:r>
            <a:r>
              <a:rPr lang="vi-VN" sz="1700" b="1">
                <a:solidFill>
                  <a:srgbClr val="000000"/>
                </a:solidFill>
                <a:latin typeface="Courier New"/>
                <a:cs typeface="Arial"/>
              </a:rPr>
              <a:t> </a:t>
            </a:r>
            <a:r>
              <a:rPr lang="vi-VN" sz="1700" b="1">
                <a:solidFill>
                  <a:srgbClr val="800000"/>
                </a:solidFill>
                <a:latin typeface="Courier New"/>
                <a:cs typeface="Arial"/>
              </a:rPr>
              <a:t>"</a:t>
            </a:r>
            <a:r>
              <a:rPr lang="vi-VN" sz="1700" b="1">
                <a:solidFill>
                  <a:srgbClr val="0000E6"/>
                </a:solidFill>
                <a:latin typeface="Courier New"/>
                <a:cs typeface="Arial"/>
              </a:rPr>
              <a:t>Chua co phieu muon!</a:t>
            </a:r>
            <a:r>
              <a:rPr lang="vi-VN" sz="1700" b="1">
                <a:solidFill>
                  <a:srgbClr val="0F69FF"/>
                </a:solidFill>
                <a:latin typeface="Courier New"/>
                <a:cs typeface="Arial"/>
              </a:rPr>
              <a:t>\n</a:t>
            </a:r>
            <a:r>
              <a:rPr lang="vi-VN" sz="1700" b="1">
                <a:solidFill>
                  <a:srgbClr val="800000"/>
                </a:solidFill>
                <a:latin typeface="Courier New"/>
                <a:cs typeface="Arial"/>
              </a:rPr>
              <a:t>"</a:t>
            </a:r>
            <a:r>
              <a:rPr lang="vi-VN" sz="1700" b="1">
                <a:solidFill>
                  <a:srgbClr val="800080"/>
                </a:solidFill>
                <a:latin typeface="Courier New"/>
                <a:cs typeface="Arial"/>
              </a:rPr>
              <a:t>;</a:t>
            </a:r>
            <a:r>
              <a:rPr lang="vi-VN" sz="1700" b="1">
                <a:solidFill>
                  <a:srgbClr val="000000"/>
                </a:solidFill>
                <a:latin typeface="Courier New"/>
                <a:cs typeface="Arial"/>
              </a:rPr>
              <a:t>
        </a:t>
            </a:r>
            <a:r>
              <a:rPr lang="vi-VN" sz="1700" b="1">
                <a:solidFill>
                  <a:srgbClr val="800000"/>
                </a:solidFill>
                <a:latin typeface="Courier New"/>
                <a:cs typeface="Arial"/>
              </a:rPr>
              <a:t>return</a:t>
            </a:r>
            <a:r>
              <a:rPr lang="vi-VN" sz="1700" b="1">
                <a:solidFill>
                  <a:srgbClr val="800080"/>
                </a:solidFill>
                <a:latin typeface="Courier New"/>
                <a:cs typeface="Arial"/>
              </a:rPr>
              <a:t>;</a:t>
            </a:r>
            <a:r>
              <a:rPr lang="vi-VN" sz="1700" b="1">
                <a:solidFill>
                  <a:srgbClr val="000000"/>
                </a:solidFill>
                <a:latin typeface="Courier New"/>
                <a:cs typeface="Arial"/>
              </a:rPr>
              <a:t>
    </a:t>
            </a:r>
            <a:r>
              <a:rPr lang="vi-VN" sz="1700" b="1">
                <a:solidFill>
                  <a:srgbClr val="800080"/>
                </a:solidFill>
                <a:latin typeface="Courier New"/>
                <a:cs typeface="Arial"/>
              </a:rPr>
              <a:t>}</a:t>
            </a:r>
            <a:r>
              <a:rPr lang="vi-VN" sz="1700" b="1">
                <a:solidFill>
                  <a:srgbClr val="000000"/>
                </a:solidFill>
                <a:latin typeface="Courier New"/>
                <a:cs typeface="Arial"/>
              </a:rPr>
              <a:t>
    PhieuMuon</a:t>
            </a:r>
            <a:r>
              <a:rPr lang="vi-VN" sz="1700" b="1">
                <a:solidFill>
                  <a:srgbClr val="808030"/>
                </a:solidFill>
                <a:latin typeface="Courier New"/>
                <a:cs typeface="Arial"/>
              </a:rPr>
              <a:t>*</a:t>
            </a:r>
            <a:r>
              <a:rPr lang="vi-VN" sz="1700" b="1">
                <a:solidFill>
                  <a:srgbClr val="000000"/>
                </a:solidFill>
                <a:latin typeface="Courier New"/>
                <a:cs typeface="Arial"/>
              </a:rPr>
              <a:t> p </a:t>
            </a:r>
            <a:r>
              <a:rPr lang="vi-VN" sz="1700" b="1">
                <a:solidFill>
                  <a:srgbClr val="808030"/>
                </a:solidFill>
                <a:latin typeface="Courier New"/>
                <a:cs typeface="Arial"/>
              </a:rPr>
              <a:t>=</a:t>
            </a:r>
            <a:r>
              <a:rPr lang="vi-VN" sz="1700" b="1">
                <a:solidFill>
                  <a:srgbClr val="000000"/>
                </a:solidFill>
                <a:latin typeface="Courier New"/>
                <a:cs typeface="Arial"/>
              </a:rPr>
              <a:t> head</a:t>
            </a:r>
            <a:r>
              <a:rPr lang="vi-VN" sz="1700" b="1">
                <a:solidFill>
                  <a:srgbClr val="800080"/>
                </a:solidFill>
                <a:latin typeface="Courier New"/>
                <a:cs typeface="Arial"/>
              </a:rPr>
              <a:t>;</a:t>
            </a:r>
            <a:r>
              <a:rPr lang="vi-VN" sz="1700" b="1">
                <a:solidFill>
                  <a:srgbClr val="000000"/>
                </a:solidFill>
                <a:latin typeface="Courier New"/>
                <a:cs typeface="Arial"/>
              </a:rPr>
              <a:t>
    </a:t>
            </a:r>
            <a:r>
              <a:rPr lang="vi-VN" sz="1700" b="1">
                <a:solidFill>
                  <a:srgbClr val="603000"/>
                </a:solidFill>
                <a:latin typeface="Courier New"/>
                <a:cs typeface="Arial"/>
              </a:rPr>
              <a:t>cout</a:t>
            </a:r>
            <a:r>
              <a:rPr lang="vi-VN" sz="1700" b="1">
                <a:solidFill>
                  <a:srgbClr val="000000"/>
                </a:solidFill>
                <a:latin typeface="Courier New"/>
                <a:cs typeface="Arial"/>
              </a:rPr>
              <a:t> </a:t>
            </a:r>
            <a:r>
              <a:rPr lang="vi-VN" sz="1700" b="1">
                <a:solidFill>
                  <a:srgbClr val="808030"/>
                </a:solidFill>
                <a:latin typeface="Courier New"/>
                <a:cs typeface="Arial"/>
              </a:rPr>
              <a:t>&lt;&lt;</a:t>
            </a:r>
            <a:r>
              <a:rPr lang="vi-VN" sz="1700" b="1">
                <a:solidFill>
                  <a:srgbClr val="000000"/>
                </a:solidFill>
                <a:latin typeface="Courier New"/>
                <a:cs typeface="Arial"/>
              </a:rPr>
              <a:t> </a:t>
            </a:r>
            <a:br>
              <a:rPr lang="vi-VN" sz="1700" b="1">
                <a:latin typeface="Courier New"/>
                <a:cs typeface="Arial"/>
              </a:rPr>
            </a:br>
            <a:r>
              <a:rPr lang="vi-VN" sz="1700" b="1">
                <a:solidFill>
                  <a:srgbClr val="800000"/>
                </a:solidFill>
                <a:latin typeface="Courier New"/>
                <a:cs typeface="Arial"/>
              </a:rPr>
              <a:t>"</a:t>
            </a:r>
            <a:r>
              <a:rPr lang="vi-VN" sz="1700" b="1">
                <a:solidFill>
                  <a:srgbClr val="0F69FF"/>
                </a:solidFill>
                <a:latin typeface="Courier New"/>
                <a:cs typeface="Arial"/>
              </a:rPr>
              <a:t>\n</a:t>
            </a:r>
            <a:r>
              <a:rPr lang="vi-VN" sz="1700" b="1">
                <a:solidFill>
                  <a:srgbClr val="0000E6"/>
                </a:solidFill>
                <a:latin typeface="Courier New"/>
                <a:cs typeface="Arial"/>
              </a:rPr>
              <a:t>===== DANH SACH PHIEU MUON =====</a:t>
            </a:r>
            <a:r>
              <a:rPr lang="vi-VN" sz="1700" b="1">
                <a:solidFill>
                  <a:srgbClr val="0F69FF"/>
                </a:solidFill>
                <a:latin typeface="Courier New"/>
                <a:cs typeface="Arial"/>
              </a:rPr>
              <a:t>\n</a:t>
            </a:r>
            <a:r>
              <a:rPr lang="vi-VN" sz="1700" b="1">
                <a:solidFill>
                  <a:srgbClr val="800000"/>
                </a:solidFill>
                <a:latin typeface="Courier New"/>
                <a:cs typeface="Arial"/>
              </a:rPr>
              <a:t>"</a:t>
            </a:r>
            <a:r>
              <a:rPr lang="vi-VN" sz="1700" b="1">
                <a:solidFill>
                  <a:srgbClr val="800080"/>
                </a:solidFill>
                <a:latin typeface="Courier New"/>
                <a:cs typeface="Arial"/>
              </a:rPr>
              <a:t>;</a:t>
            </a:r>
            <a:r>
              <a:rPr lang="vi-VN" sz="1700" b="1">
                <a:solidFill>
                  <a:srgbClr val="000000"/>
                </a:solidFill>
                <a:latin typeface="Courier New"/>
                <a:cs typeface="Arial"/>
              </a:rPr>
              <a:t>
    </a:t>
            </a:r>
            <a:r>
              <a:rPr lang="vi-VN" sz="1700" b="1">
                <a:solidFill>
                  <a:srgbClr val="800000"/>
                </a:solidFill>
                <a:latin typeface="Courier New"/>
                <a:cs typeface="Arial"/>
              </a:rPr>
              <a:t>while</a:t>
            </a:r>
            <a:r>
              <a:rPr lang="vi-VN" sz="1700" b="1">
                <a:solidFill>
                  <a:srgbClr val="000000"/>
                </a:solidFill>
                <a:latin typeface="Courier New"/>
                <a:cs typeface="Arial"/>
              </a:rPr>
              <a:t> </a:t>
            </a:r>
            <a:r>
              <a:rPr lang="vi-VN" sz="1700" b="1">
                <a:solidFill>
                  <a:srgbClr val="808030"/>
                </a:solidFill>
                <a:latin typeface="Courier New"/>
                <a:cs typeface="Arial"/>
              </a:rPr>
              <a:t>(</a:t>
            </a:r>
            <a:r>
              <a:rPr lang="vi-VN" sz="1700" b="1">
                <a:solidFill>
                  <a:srgbClr val="000000"/>
                </a:solidFill>
                <a:latin typeface="Courier New"/>
                <a:cs typeface="Arial"/>
              </a:rPr>
              <a:t>p </a:t>
            </a:r>
            <a:r>
              <a:rPr lang="vi-VN" sz="1700" b="1">
                <a:solidFill>
                  <a:srgbClr val="808030"/>
                </a:solidFill>
                <a:latin typeface="Courier New"/>
                <a:cs typeface="Arial"/>
              </a:rPr>
              <a:t>!=</a:t>
            </a:r>
            <a:r>
              <a:rPr lang="vi-VN" sz="1700" b="1">
                <a:solidFill>
                  <a:srgbClr val="000000"/>
                </a:solidFill>
                <a:latin typeface="Courier New"/>
                <a:cs typeface="Arial"/>
              </a:rPr>
              <a:t> </a:t>
            </a:r>
            <a:r>
              <a:rPr lang="vi-VN" sz="1700" b="1">
                <a:solidFill>
                  <a:srgbClr val="7D0045"/>
                </a:solidFill>
                <a:latin typeface="Courier New"/>
                <a:cs typeface="Arial"/>
              </a:rPr>
              <a:t>NULL</a:t>
            </a:r>
            <a:r>
              <a:rPr lang="vi-VN" sz="1700" b="1">
                <a:solidFill>
                  <a:srgbClr val="808030"/>
                </a:solidFill>
                <a:latin typeface="Courier New"/>
                <a:cs typeface="Arial"/>
              </a:rPr>
              <a:t>)</a:t>
            </a:r>
            <a:r>
              <a:rPr lang="vi-VN" sz="1700" b="1">
                <a:solidFill>
                  <a:srgbClr val="000000"/>
                </a:solidFill>
                <a:latin typeface="Courier New"/>
                <a:cs typeface="Arial"/>
              </a:rPr>
              <a:t> </a:t>
            </a:r>
            <a:r>
              <a:rPr lang="vi-VN" sz="1700" b="1">
                <a:solidFill>
                  <a:srgbClr val="800080"/>
                </a:solidFill>
                <a:latin typeface="Courier New"/>
                <a:cs typeface="Arial"/>
              </a:rPr>
              <a:t>{</a:t>
            </a:r>
            <a:r>
              <a:rPr lang="vi-VN" sz="1700" b="1">
                <a:solidFill>
                  <a:srgbClr val="000000"/>
                </a:solidFill>
                <a:latin typeface="Courier New"/>
                <a:cs typeface="Arial"/>
              </a:rPr>
              <a:t>
        </a:t>
            </a:r>
            <a:r>
              <a:rPr lang="vi-VN" sz="1700" b="1">
                <a:solidFill>
                  <a:srgbClr val="603000"/>
                </a:solidFill>
                <a:latin typeface="Courier New"/>
                <a:cs typeface="Arial"/>
              </a:rPr>
              <a:t>cout</a:t>
            </a:r>
            <a:r>
              <a:rPr lang="vi-VN" sz="1700" b="1">
                <a:solidFill>
                  <a:srgbClr val="000000"/>
                </a:solidFill>
                <a:latin typeface="Courier New"/>
                <a:cs typeface="Arial"/>
              </a:rPr>
              <a:t> </a:t>
            </a:r>
            <a:r>
              <a:rPr lang="vi-VN" sz="1700" b="1">
                <a:solidFill>
                  <a:srgbClr val="808030"/>
                </a:solidFill>
                <a:latin typeface="Courier New"/>
                <a:cs typeface="Arial"/>
              </a:rPr>
              <a:t>&lt;&lt;</a:t>
            </a:r>
            <a:r>
              <a:rPr lang="vi-VN" sz="1700" b="1">
                <a:solidFill>
                  <a:srgbClr val="000000"/>
                </a:solidFill>
                <a:latin typeface="Courier New"/>
                <a:cs typeface="Arial"/>
              </a:rPr>
              <a:t> </a:t>
            </a:r>
            <a:r>
              <a:rPr lang="vi-VN" sz="1700" b="1">
                <a:solidFill>
                  <a:srgbClr val="800000"/>
                </a:solidFill>
                <a:latin typeface="Courier New"/>
                <a:cs typeface="Arial"/>
              </a:rPr>
              <a:t>"</a:t>
            </a:r>
            <a:r>
              <a:rPr lang="vi-VN" sz="1700" b="1">
                <a:solidFill>
                  <a:srgbClr val="0000E6"/>
                </a:solidFill>
                <a:latin typeface="Courier New"/>
                <a:cs typeface="Arial"/>
              </a:rPr>
              <a:t>Ma phieu: </a:t>
            </a:r>
            <a:r>
              <a:rPr lang="vi-VN" sz="1700" b="1">
                <a:solidFill>
                  <a:srgbClr val="800000"/>
                </a:solidFill>
                <a:latin typeface="Courier New"/>
                <a:cs typeface="Arial"/>
              </a:rPr>
              <a:t>"</a:t>
            </a:r>
            <a:r>
              <a:rPr lang="vi-VN" sz="1700" b="1">
                <a:solidFill>
                  <a:srgbClr val="000000"/>
                </a:solidFill>
                <a:latin typeface="Courier New"/>
                <a:cs typeface="Arial"/>
              </a:rPr>
              <a:t> </a:t>
            </a:r>
            <a:r>
              <a:rPr lang="vi-VN" sz="1700" b="1">
                <a:solidFill>
                  <a:srgbClr val="808030"/>
                </a:solidFill>
                <a:latin typeface="Courier New"/>
                <a:cs typeface="Arial"/>
              </a:rPr>
              <a:t>&lt;&lt;</a:t>
            </a:r>
            <a:r>
              <a:rPr lang="vi-VN" sz="1700" b="1">
                <a:solidFill>
                  <a:srgbClr val="000000"/>
                </a:solidFill>
                <a:latin typeface="Courier New"/>
                <a:cs typeface="Arial"/>
              </a:rPr>
              <a:t> p</a:t>
            </a:r>
            <a:r>
              <a:rPr lang="vi-VN" sz="1700" b="1">
                <a:solidFill>
                  <a:srgbClr val="808030"/>
                </a:solidFill>
                <a:latin typeface="Courier New"/>
                <a:cs typeface="Arial"/>
              </a:rPr>
              <a:t>-&gt;</a:t>
            </a:r>
            <a:r>
              <a:rPr lang="vi-VN" sz="1700" b="1">
                <a:solidFill>
                  <a:srgbClr val="000000"/>
                </a:solidFill>
                <a:latin typeface="Courier New"/>
                <a:cs typeface="Arial"/>
              </a:rPr>
              <a:t>maPhieu </a:t>
            </a:r>
            <a:r>
              <a:rPr lang="vi-VN" sz="1700" b="1">
                <a:solidFill>
                  <a:srgbClr val="808030"/>
                </a:solidFill>
                <a:latin typeface="Courier New"/>
                <a:cs typeface="Arial"/>
              </a:rPr>
              <a:t>&lt;&lt;</a:t>
            </a:r>
            <a:endParaRPr lang="vi-VN" sz="1700" b="1">
              <a:solidFill>
                <a:srgbClr val="FFFFFF"/>
              </a:solidFill>
              <a:latin typeface="Courier New"/>
              <a:cs typeface="Arial"/>
            </a:endParaRPr>
          </a:p>
          <a:p>
            <a:r>
              <a:rPr lang="vi-VN" b="1">
                <a:solidFill>
                  <a:srgbClr val="603000"/>
                </a:solidFill>
                <a:latin typeface="Courier New"/>
                <a:cs typeface="Arial"/>
              </a:rPr>
              <a:t>endl</a:t>
            </a:r>
            <a:r>
              <a:rPr lang="vi-VN" b="1">
                <a:solidFill>
                  <a:srgbClr val="800080"/>
                </a:solidFill>
                <a:latin typeface="Courier New"/>
                <a:cs typeface="Arial"/>
              </a:rPr>
              <a:t>;</a:t>
            </a:r>
            <a:r>
              <a:rPr lang="vi-VN" b="1">
                <a:solidFill>
                  <a:srgbClr val="000000"/>
                </a:solidFill>
                <a:latin typeface="Courier New"/>
                <a:cs typeface="Arial"/>
              </a:rPr>
              <a:t>
        </a:t>
            </a:r>
            <a:r>
              <a:rPr lang="vi-VN" b="1">
                <a:solidFill>
                  <a:srgbClr val="603000"/>
                </a:solidFill>
                <a:latin typeface="Courier New"/>
                <a:cs typeface="Arial"/>
              </a:rPr>
              <a:t>cout</a:t>
            </a:r>
            <a:r>
              <a:rPr lang="vi-VN" b="1">
                <a:solidFill>
                  <a:srgbClr val="000000"/>
                </a:solidFill>
                <a:latin typeface="Courier New"/>
                <a:cs typeface="Arial"/>
              </a:rPr>
              <a:t> </a:t>
            </a:r>
            <a:r>
              <a:rPr lang="vi-VN" b="1">
                <a:solidFill>
                  <a:srgbClr val="808030"/>
                </a:solidFill>
                <a:latin typeface="Courier New"/>
                <a:cs typeface="Arial"/>
              </a:rPr>
              <a:t>&lt;&lt;</a:t>
            </a:r>
            <a:r>
              <a:rPr lang="vi-VN" b="1">
                <a:solidFill>
                  <a:srgbClr val="000000"/>
                </a:solidFill>
                <a:latin typeface="Courier New"/>
                <a:cs typeface="Arial"/>
              </a:rPr>
              <a:t> </a:t>
            </a:r>
            <a:r>
              <a:rPr lang="vi-VN" b="1">
                <a:solidFill>
                  <a:srgbClr val="800000"/>
                </a:solidFill>
                <a:latin typeface="Courier New"/>
                <a:cs typeface="Arial"/>
              </a:rPr>
              <a:t>"</a:t>
            </a:r>
            <a:r>
              <a:rPr lang="vi-VN" b="1">
                <a:solidFill>
                  <a:srgbClr val="0000E6"/>
                </a:solidFill>
                <a:latin typeface="Courier New"/>
                <a:cs typeface="Arial"/>
              </a:rPr>
              <a:t>MSSV: </a:t>
            </a:r>
            <a:r>
              <a:rPr lang="vi-VN" b="1">
                <a:solidFill>
                  <a:srgbClr val="800000"/>
                </a:solidFill>
                <a:latin typeface="Courier New"/>
                <a:cs typeface="Arial"/>
              </a:rPr>
              <a:t>"</a:t>
            </a:r>
            <a:r>
              <a:rPr lang="vi-VN" b="1">
                <a:solidFill>
                  <a:srgbClr val="000000"/>
                </a:solidFill>
                <a:latin typeface="Courier New"/>
                <a:cs typeface="Arial"/>
              </a:rPr>
              <a:t> </a:t>
            </a:r>
            <a:r>
              <a:rPr lang="vi-VN" b="1">
                <a:solidFill>
                  <a:srgbClr val="808030"/>
                </a:solidFill>
                <a:latin typeface="Courier New"/>
                <a:cs typeface="Arial"/>
              </a:rPr>
              <a:t>&lt;&lt;</a:t>
            </a:r>
            <a:r>
              <a:rPr lang="vi-VN" b="1">
                <a:solidFill>
                  <a:srgbClr val="000000"/>
                </a:solidFill>
                <a:latin typeface="Courier New"/>
                <a:cs typeface="Arial"/>
              </a:rPr>
              <a:t> p</a:t>
            </a:r>
            <a:r>
              <a:rPr lang="vi-VN" b="1">
                <a:solidFill>
                  <a:srgbClr val="808030"/>
                </a:solidFill>
                <a:latin typeface="Courier New"/>
                <a:cs typeface="Arial"/>
              </a:rPr>
              <a:t>-&gt;</a:t>
            </a:r>
            <a:r>
              <a:rPr lang="vi-VN" b="1">
                <a:solidFill>
                  <a:srgbClr val="000000"/>
                </a:solidFill>
                <a:latin typeface="Courier New"/>
                <a:cs typeface="Arial"/>
              </a:rPr>
              <a:t>MSSV </a:t>
            </a:r>
            <a:r>
              <a:rPr lang="vi-VN" b="1">
                <a:solidFill>
                  <a:srgbClr val="808030"/>
                </a:solidFill>
                <a:latin typeface="Courier New"/>
                <a:cs typeface="Arial"/>
              </a:rPr>
              <a:t>&lt;&lt;</a:t>
            </a:r>
            <a:r>
              <a:rPr lang="vi-VN" b="1">
                <a:solidFill>
                  <a:srgbClr val="603000"/>
                </a:solidFill>
                <a:latin typeface="Courier New"/>
                <a:cs typeface="Arial"/>
              </a:rPr>
              <a:t>endl</a:t>
            </a:r>
            <a:r>
              <a:rPr lang="vi-VN" b="1">
                <a:solidFill>
                  <a:srgbClr val="800080"/>
                </a:solidFill>
                <a:latin typeface="Courier New"/>
                <a:cs typeface="Arial"/>
              </a:rPr>
              <a:t>;</a:t>
            </a:r>
            <a:r>
              <a:rPr lang="vi-VN" b="1">
                <a:solidFill>
                  <a:srgbClr val="000000"/>
                </a:solidFill>
                <a:latin typeface="Courier New"/>
                <a:cs typeface="Arial"/>
              </a:rPr>
              <a:t>
        </a:t>
            </a:r>
            <a:r>
              <a:rPr lang="vi-VN" b="1">
                <a:solidFill>
                  <a:srgbClr val="603000"/>
                </a:solidFill>
                <a:latin typeface="Courier New"/>
                <a:cs typeface="Arial"/>
              </a:rPr>
              <a:t>cout</a:t>
            </a:r>
            <a:r>
              <a:rPr lang="vi-VN" b="1">
                <a:solidFill>
                  <a:srgbClr val="000000"/>
                </a:solidFill>
                <a:latin typeface="Courier New"/>
                <a:cs typeface="Arial"/>
              </a:rPr>
              <a:t> </a:t>
            </a:r>
            <a:r>
              <a:rPr lang="vi-VN" b="1">
                <a:solidFill>
                  <a:srgbClr val="808030"/>
                </a:solidFill>
                <a:latin typeface="Courier New"/>
                <a:cs typeface="Arial"/>
              </a:rPr>
              <a:t>&lt;&lt;</a:t>
            </a:r>
            <a:r>
              <a:rPr lang="vi-VN" b="1">
                <a:solidFill>
                  <a:srgbClr val="000000"/>
                </a:solidFill>
                <a:latin typeface="Courier New"/>
                <a:cs typeface="Arial"/>
              </a:rPr>
              <a:t> </a:t>
            </a:r>
            <a:r>
              <a:rPr lang="vi-VN" b="1">
                <a:solidFill>
                  <a:srgbClr val="800000"/>
                </a:solidFill>
                <a:latin typeface="Courier New"/>
                <a:cs typeface="Arial"/>
              </a:rPr>
              <a:t>"</a:t>
            </a:r>
            <a:r>
              <a:rPr lang="vi-VN" b="1">
                <a:solidFill>
                  <a:srgbClr val="0000E6"/>
                </a:solidFill>
                <a:latin typeface="Courier New"/>
                <a:cs typeface="Arial"/>
              </a:rPr>
              <a:t>Ma sach: </a:t>
            </a:r>
            <a:r>
              <a:rPr lang="vi-VN" b="1">
                <a:solidFill>
                  <a:srgbClr val="800000"/>
                </a:solidFill>
                <a:latin typeface="Courier New"/>
                <a:cs typeface="Arial"/>
              </a:rPr>
              <a:t>"</a:t>
            </a:r>
            <a:r>
              <a:rPr lang="vi-VN" b="1">
                <a:solidFill>
                  <a:srgbClr val="000000"/>
                </a:solidFill>
                <a:latin typeface="Courier New"/>
                <a:cs typeface="Arial"/>
              </a:rPr>
              <a:t> </a:t>
            </a:r>
            <a:r>
              <a:rPr lang="vi-VN" b="1">
                <a:solidFill>
                  <a:srgbClr val="808030"/>
                </a:solidFill>
                <a:latin typeface="Courier New"/>
                <a:cs typeface="Arial"/>
              </a:rPr>
              <a:t>&lt;&lt;</a:t>
            </a:r>
            <a:r>
              <a:rPr lang="vi-VN" b="1">
                <a:solidFill>
                  <a:srgbClr val="000000"/>
                </a:solidFill>
                <a:latin typeface="Courier New"/>
                <a:cs typeface="Arial"/>
              </a:rPr>
              <a:t> p</a:t>
            </a:r>
            <a:r>
              <a:rPr lang="vi-VN" b="1">
                <a:solidFill>
                  <a:srgbClr val="808030"/>
                </a:solidFill>
                <a:latin typeface="Courier New"/>
                <a:cs typeface="Arial"/>
              </a:rPr>
              <a:t>-&gt;</a:t>
            </a:r>
            <a:r>
              <a:rPr lang="vi-VN" b="1">
                <a:solidFill>
                  <a:srgbClr val="000000"/>
                </a:solidFill>
                <a:latin typeface="Courier New"/>
                <a:cs typeface="Arial"/>
              </a:rPr>
              <a:t>maSach </a:t>
            </a:r>
            <a:r>
              <a:rPr lang="vi-VN" b="1">
                <a:solidFill>
                  <a:srgbClr val="808030"/>
                </a:solidFill>
                <a:latin typeface="Courier New"/>
                <a:cs typeface="Arial"/>
              </a:rPr>
              <a:t>&lt;&lt;</a:t>
            </a:r>
            <a:r>
              <a:rPr lang="vi-VN" b="1">
                <a:solidFill>
                  <a:srgbClr val="000000"/>
                </a:solidFill>
                <a:latin typeface="Courier New"/>
                <a:cs typeface="Arial"/>
              </a:rPr>
              <a:t> </a:t>
            </a:r>
            <a:r>
              <a:rPr lang="vi-VN" b="1">
                <a:solidFill>
                  <a:srgbClr val="603000"/>
                </a:solidFill>
                <a:latin typeface="Courier New"/>
                <a:cs typeface="Arial"/>
              </a:rPr>
              <a:t>endl</a:t>
            </a:r>
            <a:r>
              <a:rPr lang="vi-VN" b="1">
                <a:solidFill>
                  <a:srgbClr val="800080"/>
                </a:solidFill>
                <a:latin typeface="Courier New"/>
                <a:cs typeface="Arial"/>
              </a:rPr>
              <a:t>;</a:t>
            </a:r>
            <a:r>
              <a:rPr lang="vi-VN" b="1">
                <a:solidFill>
                  <a:srgbClr val="000000"/>
                </a:solidFill>
                <a:latin typeface="Courier New"/>
                <a:cs typeface="Arial"/>
              </a:rPr>
              <a:t>
        </a:t>
            </a:r>
            <a:r>
              <a:rPr lang="vi-VN" b="1">
                <a:solidFill>
                  <a:srgbClr val="603000"/>
                </a:solidFill>
                <a:latin typeface="Courier New"/>
                <a:cs typeface="Arial"/>
              </a:rPr>
              <a:t>cout</a:t>
            </a:r>
            <a:r>
              <a:rPr lang="vi-VN" b="1">
                <a:solidFill>
                  <a:srgbClr val="000000"/>
                </a:solidFill>
                <a:latin typeface="Courier New"/>
                <a:cs typeface="Arial"/>
              </a:rPr>
              <a:t> </a:t>
            </a:r>
            <a:r>
              <a:rPr lang="vi-VN" b="1">
                <a:solidFill>
                  <a:srgbClr val="808030"/>
                </a:solidFill>
                <a:latin typeface="Courier New"/>
                <a:cs typeface="Arial"/>
              </a:rPr>
              <a:t>&lt;&lt;</a:t>
            </a:r>
            <a:r>
              <a:rPr lang="vi-VN" b="1">
                <a:solidFill>
                  <a:srgbClr val="000000"/>
                </a:solidFill>
                <a:latin typeface="Courier New"/>
                <a:cs typeface="Arial"/>
              </a:rPr>
              <a:t> </a:t>
            </a:r>
            <a:r>
              <a:rPr lang="vi-VN" b="1">
                <a:solidFill>
                  <a:srgbClr val="800000"/>
                </a:solidFill>
                <a:latin typeface="Courier New"/>
                <a:cs typeface="Arial"/>
              </a:rPr>
              <a:t>"</a:t>
            </a:r>
            <a:r>
              <a:rPr lang="vi-VN" b="1">
                <a:solidFill>
                  <a:srgbClr val="0000E6"/>
                </a:solidFill>
                <a:latin typeface="Courier New"/>
                <a:cs typeface="Arial"/>
              </a:rPr>
              <a:t>Ngay muon: </a:t>
            </a:r>
            <a:r>
              <a:rPr lang="vi-VN" b="1">
                <a:solidFill>
                  <a:srgbClr val="800000"/>
                </a:solidFill>
                <a:latin typeface="Courier New"/>
                <a:cs typeface="Arial"/>
              </a:rPr>
              <a:t>"</a:t>
            </a:r>
            <a:r>
              <a:rPr lang="vi-VN" b="1">
                <a:solidFill>
                  <a:srgbClr val="000000"/>
                </a:solidFill>
                <a:latin typeface="Courier New"/>
                <a:cs typeface="Arial"/>
              </a:rPr>
              <a:t> </a:t>
            </a:r>
            <a:r>
              <a:rPr lang="vi-VN" b="1">
                <a:solidFill>
                  <a:srgbClr val="808030"/>
                </a:solidFill>
                <a:latin typeface="Courier New"/>
                <a:cs typeface="Arial"/>
              </a:rPr>
              <a:t>&lt;&lt;</a:t>
            </a:r>
            <a:r>
              <a:rPr lang="vi-VN" b="1">
                <a:solidFill>
                  <a:srgbClr val="000000"/>
                </a:solidFill>
                <a:latin typeface="Courier New"/>
                <a:cs typeface="Arial"/>
              </a:rPr>
              <a:t> p</a:t>
            </a:r>
            <a:r>
              <a:rPr lang="vi-VN" b="1">
                <a:solidFill>
                  <a:srgbClr val="808030"/>
                </a:solidFill>
                <a:latin typeface="Courier New"/>
                <a:cs typeface="Arial"/>
              </a:rPr>
              <a:t>-&gt;</a:t>
            </a:r>
            <a:r>
              <a:rPr lang="vi-VN" b="1">
                <a:solidFill>
                  <a:srgbClr val="000000"/>
                </a:solidFill>
                <a:latin typeface="Courier New"/>
                <a:cs typeface="Arial"/>
              </a:rPr>
              <a:t>ngayMuon </a:t>
            </a:r>
            <a:r>
              <a:rPr lang="vi-VN" b="1">
                <a:solidFill>
                  <a:srgbClr val="808030"/>
                </a:solidFill>
                <a:latin typeface="Courier New"/>
                <a:cs typeface="Arial"/>
              </a:rPr>
              <a:t>&lt;&lt;</a:t>
            </a:r>
            <a:r>
              <a:rPr lang="vi-VN" b="1">
                <a:solidFill>
                  <a:srgbClr val="000000"/>
                </a:solidFill>
                <a:latin typeface="Courier New"/>
                <a:cs typeface="Arial"/>
              </a:rPr>
              <a:t> </a:t>
            </a:r>
            <a:r>
              <a:rPr lang="vi-VN" b="1">
                <a:solidFill>
                  <a:srgbClr val="603000"/>
                </a:solidFill>
                <a:latin typeface="Courier New"/>
                <a:cs typeface="Arial"/>
              </a:rPr>
              <a:t>endl</a:t>
            </a:r>
            <a:r>
              <a:rPr lang="vi-VN" b="1">
                <a:solidFill>
                  <a:srgbClr val="800080"/>
                </a:solidFill>
                <a:latin typeface="Courier New"/>
                <a:cs typeface="Arial"/>
              </a:rPr>
              <a:t>;</a:t>
            </a:r>
            <a:r>
              <a:rPr lang="vi-VN" b="1">
                <a:solidFill>
                  <a:srgbClr val="000000"/>
                </a:solidFill>
                <a:latin typeface="Courier New"/>
                <a:cs typeface="Arial"/>
              </a:rPr>
              <a:t>
        </a:t>
            </a:r>
            <a:r>
              <a:rPr lang="vi-VN" b="1">
                <a:solidFill>
                  <a:srgbClr val="603000"/>
                </a:solidFill>
                <a:latin typeface="Courier New"/>
                <a:cs typeface="Arial"/>
              </a:rPr>
              <a:t>cout</a:t>
            </a:r>
            <a:r>
              <a:rPr lang="vi-VN" b="1">
                <a:solidFill>
                  <a:srgbClr val="000000"/>
                </a:solidFill>
                <a:latin typeface="Courier New"/>
                <a:cs typeface="Arial"/>
              </a:rPr>
              <a:t> </a:t>
            </a:r>
            <a:r>
              <a:rPr lang="vi-VN" b="1">
                <a:solidFill>
                  <a:srgbClr val="808030"/>
                </a:solidFill>
                <a:latin typeface="Courier New"/>
                <a:cs typeface="Arial"/>
              </a:rPr>
              <a:t>&lt;&lt;</a:t>
            </a:r>
            <a:r>
              <a:rPr lang="vi-VN" b="1">
                <a:solidFill>
                  <a:srgbClr val="000000"/>
                </a:solidFill>
                <a:latin typeface="Courier New"/>
                <a:cs typeface="Arial"/>
              </a:rPr>
              <a:t> </a:t>
            </a:r>
            <a:r>
              <a:rPr lang="vi-VN" b="1">
                <a:solidFill>
                  <a:srgbClr val="800000"/>
                </a:solidFill>
                <a:latin typeface="Courier New"/>
                <a:cs typeface="Arial"/>
              </a:rPr>
              <a:t>"</a:t>
            </a:r>
            <a:r>
              <a:rPr lang="vi-VN" b="1">
                <a:solidFill>
                  <a:srgbClr val="0000E6"/>
                </a:solidFill>
                <a:latin typeface="Courier New"/>
                <a:cs typeface="Arial"/>
              </a:rPr>
              <a:t>Trang thai: </a:t>
            </a:r>
            <a:r>
              <a:rPr lang="vi-VN" b="1">
                <a:solidFill>
                  <a:srgbClr val="800000"/>
                </a:solidFill>
                <a:latin typeface="Courier New"/>
                <a:cs typeface="Arial"/>
              </a:rPr>
              <a:t>"</a:t>
            </a:r>
            <a:r>
              <a:rPr lang="vi-VN" b="1">
                <a:solidFill>
                  <a:srgbClr val="000000"/>
                </a:solidFill>
                <a:latin typeface="Courier New"/>
                <a:cs typeface="Arial"/>
              </a:rPr>
              <a:t> </a:t>
            </a:r>
            <a:r>
              <a:rPr lang="vi-VN" b="1">
                <a:solidFill>
                  <a:srgbClr val="808030"/>
                </a:solidFill>
                <a:latin typeface="Courier New"/>
                <a:cs typeface="Arial"/>
              </a:rPr>
              <a:t>&lt;&lt;</a:t>
            </a:r>
            <a:r>
              <a:rPr lang="vi-VN" b="1">
                <a:solidFill>
                  <a:srgbClr val="000000"/>
                </a:solidFill>
                <a:latin typeface="Courier New"/>
                <a:cs typeface="Arial"/>
              </a:rPr>
              <a:t> </a:t>
            </a:r>
            <a:r>
              <a:rPr lang="vi-VN" b="1">
                <a:solidFill>
                  <a:srgbClr val="808030"/>
                </a:solidFill>
                <a:latin typeface="Courier New"/>
                <a:cs typeface="Arial"/>
              </a:rPr>
              <a:t>(</a:t>
            </a:r>
            <a:r>
              <a:rPr lang="vi-VN" b="1">
                <a:solidFill>
                  <a:srgbClr val="000000"/>
                </a:solidFill>
                <a:latin typeface="Courier New"/>
                <a:cs typeface="Arial"/>
              </a:rPr>
              <a:t>p</a:t>
            </a:r>
            <a:r>
              <a:rPr lang="vi-VN" b="1">
                <a:solidFill>
                  <a:srgbClr val="808030"/>
                </a:solidFill>
                <a:latin typeface="Courier New"/>
                <a:cs typeface="Arial"/>
              </a:rPr>
              <a:t>-&gt;</a:t>
            </a:r>
            <a:r>
              <a:rPr lang="vi-VN" b="1">
                <a:solidFill>
                  <a:srgbClr val="000000"/>
                </a:solidFill>
                <a:latin typeface="Courier New"/>
                <a:cs typeface="Arial"/>
              </a:rPr>
              <a:t>daTra </a:t>
            </a:r>
            <a:r>
              <a:rPr lang="vi-VN" b="1">
                <a:solidFill>
                  <a:srgbClr val="800080"/>
                </a:solidFill>
                <a:latin typeface="Courier New"/>
                <a:cs typeface="Arial"/>
              </a:rPr>
              <a:t>?</a:t>
            </a:r>
            <a:r>
              <a:rPr lang="vi-VN" b="1">
                <a:solidFill>
                  <a:srgbClr val="000000"/>
                </a:solidFill>
                <a:latin typeface="Courier New"/>
                <a:cs typeface="Arial"/>
              </a:rPr>
              <a:t> </a:t>
            </a:r>
            <a:r>
              <a:rPr lang="vi-VN" b="1">
                <a:solidFill>
                  <a:srgbClr val="800000"/>
                </a:solidFill>
                <a:latin typeface="Courier New"/>
                <a:cs typeface="Arial"/>
              </a:rPr>
              <a:t>"</a:t>
            </a:r>
            <a:r>
              <a:rPr lang="vi-VN" b="1">
                <a:solidFill>
                  <a:srgbClr val="0000E6"/>
                </a:solidFill>
                <a:latin typeface="Courier New"/>
                <a:cs typeface="Arial"/>
              </a:rPr>
              <a:t>Da tra</a:t>
            </a:r>
            <a:r>
              <a:rPr lang="vi-VN" b="1">
                <a:solidFill>
                  <a:srgbClr val="800000"/>
                </a:solidFill>
                <a:latin typeface="Courier New"/>
                <a:cs typeface="Arial"/>
              </a:rPr>
              <a:t>"</a:t>
            </a:r>
            <a:r>
              <a:rPr lang="vi-VN" b="1">
                <a:solidFill>
                  <a:srgbClr val="000000"/>
                </a:solidFill>
                <a:latin typeface="Courier New"/>
                <a:cs typeface="Arial"/>
              </a:rPr>
              <a:t> </a:t>
            </a:r>
            <a:r>
              <a:rPr lang="vi-VN" b="1">
                <a:solidFill>
                  <a:srgbClr val="800080"/>
                </a:solidFill>
                <a:latin typeface="Courier New"/>
                <a:cs typeface="Arial"/>
              </a:rPr>
              <a:t>:</a:t>
            </a:r>
            <a:r>
              <a:rPr lang="vi-VN" b="1">
                <a:solidFill>
                  <a:srgbClr val="000000"/>
                </a:solidFill>
                <a:latin typeface="Courier New"/>
                <a:cs typeface="Arial"/>
              </a:rPr>
              <a:t> </a:t>
            </a:r>
            <a:r>
              <a:rPr lang="vi-VN" b="1">
                <a:solidFill>
                  <a:srgbClr val="800000"/>
                </a:solidFill>
                <a:latin typeface="Courier New"/>
                <a:cs typeface="Arial"/>
              </a:rPr>
              <a:t>"</a:t>
            </a:r>
            <a:r>
              <a:rPr lang="vi-VN" b="1">
                <a:solidFill>
                  <a:srgbClr val="0000E6"/>
                </a:solidFill>
                <a:latin typeface="Courier New"/>
                <a:cs typeface="Arial"/>
              </a:rPr>
              <a:t>Dang muon</a:t>
            </a:r>
            <a:r>
              <a:rPr lang="vi-VN" b="1">
                <a:solidFill>
                  <a:srgbClr val="800000"/>
                </a:solidFill>
                <a:latin typeface="Courier New"/>
                <a:cs typeface="Arial"/>
              </a:rPr>
              <a:t>"</a:t>
            </a:r>
            <a:r>
              <a:rPr lang="vi-VN" b="1">
                <a:solidFill>
                  <a:srgbClr val="808030"/>
                </a:solidFill>
                <a:latin typeface="Courier New"/>
                <a:cs typeface="Arial"/>
              </a:rPr>
              <a:t>)</a:t>
            </a:r>
            <a:r>
              <a:rPr lang="vi-VN" b="1">
                <a:solidFill>
                  <a:srgbClr val="000000"/>
                </a:solidFill>
                <a:latin typeface="Courier New"/>
                <a:cs typeface="Arial"/>
              </a:rPr>
              <a:t> </a:t>
            </a:r>
            <a:r>
              <a:rPr lang="vi-VN" b="1">
                <a:solidFill>
                  <a:srgbClr val="808030"/>
                </a:solidFill>
                <a:latin typeface="Courier New"/>
                <a:cs typeface="Arial"/>
              </a:rPr>
              <a:t>&lt;&lt;</a:t>
            </a:r>
            <a:r>
              <a:rPr lang="vi-VN" b="1">
                <a:solidFill>
                  <a:srgbClr val="000000"/>
                </a:solidFill>
                <a:latin typeface="Courier New"/>
                <a:cs typeface="Arial"/>
              </a:rPr>
              <a:t> </a:t>
            </a:r>
            <a:r>
              <a:rPr lang="vi-VN" b="1">
                <a:solidFill>
                  <a:srgbClr val="603000"/>
                </a:solidFill>
                <a:latin typeface="Courier New"/>
                <a:cs typeface="Arial"/>
              </a:rPr>
              <a:t>endl</a:t>
            </a:r>
            <a:r>
              <a:rPr lang="vi-VN" b="1">
                <a:solidFill>
                  <a:srgbClr val="800080"/>
                </a:solidFill>
                <a:latin typeface="Courier New"/>
                <a:cs typeface="Arial"/>
              </a:rPr>
              <a:t>;</a:t>
            </a:r>
            <a:r>
              <a:rPr lang="vi-VN" b="1">
                <a:solidFill>
                  <a:srgbClr val="000000"/>
                </a:solidFill>
                <a:latin typeface="Courier New"/>
                <a:cs typeface="Arial"/>
              </a:rPr>
              <a:t>
        </a:t>
            </a:r>
            <a:r>
              <a:rPr lang="vi-VN" b="1">
                <a:solidFill>
                  <a:srgbClr val="603000"/>
                </a:solidFill>
                <a:latin typeface="Courier New"/>
                <a:cs typeface="Arial"/>
              </a:rPr>
              <a:t>cout</a:t>
            </a:r>
            <a:r>
              <a:rPr lang="vi-VN" b="1">
                <a:solidFill>
                  <a:srgbClr val="000000"/>
                </a:solidFill>
                <a:latin typeface="Courier New"/>
                <a:cs typeface="Arial"/>
              </a:rPr>
              <a:t> </a:t>
            </a:r>
            <a:r>
              <a:rPr lang="vi-VN" b="1">
                <a:solidFill>
                  <a:srgbClr val="808030"/>
                </a:solidFill>
                <a:latin typeface="Courier New"/>
                <a:cs typeface="Arial"/>
              </a:rPr>
              <a:t>&lt;&lt;</a:t>
            </a:r>
            <a:r>
              <a:rPr lang="vi-VN" b="1">
                <a:solidFill>
                  <a:srgbClr val="000000"/>
                </a:solidFill>
                <a:latin typeface="Courier New"/>
                <a:cs typeface="Arial"/>
              </a:rPr>
              <a:t> </a:t>
            </a:r>
            <a:r>
              <a:rPr lang="vi-VN" b="1">
                <a:solidFill>
                  <a:srgbClr val="800000"/>
                </a:solidFill>
                <a:latin typeface="Courier New"/>
                <a:cs typeface="Arial"/>
              </a:rPr>
              <a:t>"</a:t>
            </a:r>
            <a:r>
              <a:rPr lang="vi-VN" b="1">
                <a:solidFill>
                  <a:srgbClr val="0000E6"/>
                </a:solidFill>
                <a:latin typeface="Courier New"/>
                <a:cs typeface="Arial"/>
              </a:rPr>
              <a:t>----------------------</a:t>
            </a:r>
            <a:r>
              <a:rPr lang="vi-VN" b="1">
                <a:solidFill>
                  <a:srgbClr val="0F69FF"/>
                </a:solidFill>
                <a:latin typeface="Courier New"/>
                <a:cs typeface="Arial"/>
              </a:rPr>
              <a:t>\n</a:t>
            </a:r>
            <a:r>
              <a:rPr lang="vi-VN" b="1">
                <a:solidFill>
                  <a:srgbClr val="800000"/>
                </a:solidFill>
                <a:latin typeface="Courier New"/>
                <a:cs typeface="Arial"/>
              </a:rPr>
              <a:t>"</a:t>
            </a:r>
            <a:r>
              <a:rPr lang="vi-VN" b="1">
                <a:solidFill>
                  <a:srgbClr val="800080"/>
                </a:solidFill>
                <a:latin typeface="Courier New"/>
                <a:cs typeface="Arial"/>
              </a:rPr>
              <a:t>;</a:t>
            </a:r>
            <a:r>
              <a:rPr lang="vi-VN" b="1">
                <a:solidFill>
                  <a:srgbClr val="000000"/>
                </a:solidFill>
                <a:latin typeface="Courier New"/>
                <a:cs typeface="Arial"/>
              </a:rPr>
              <a:t>
        p </a:t>
            </a:r>
            <a:r>
              <a:rPr lang="vi-VN" b="1">
                <a:solidFill>
                  <a:srgbClr val="808030"/>
                </a:solidFill>
                <a:latin typeface="Courier New"/>
                <a:cs typeface="Arial"/>
              </a:rPr>
              <a:t>=</a:t>
            </a:r>
            <a:r>
              <a:rPr lang="vi-VN" b="1">
                <a:solidFill>
                  <a:srgbClr val="000000"/>
                </a:solidFill>
                <a:latin typeface="Courier New"/>
                <a:cs typeface="Arial"/>
              </a:rPr>
              <a:t> p</a:t>
            </a:r>
            <a:r>
              <a:rPr lang="vi-VN" b="1">
                <a:solidFill>
                  <a:srgbClr val="808030"/>
                </a:solidFill>
                <a:latin typeface="Courier New"/>
                <a:cs typeface="Arial"/>
              </a:rPr>
              <a:t>-&gt;</a:t>
            </a:r>
            <a:r>
              <a:rPr lang="vi-VN" b="1">
                <a:solidFill>
                  <a:srgbClr val="000000"/>
                </a:solidFill>
                <a:latin typeface="Courier New"/>
                <a:cs typeface="Arial"/>
              </a:rPr>
              <a:t>next</a:t>
            </a:r>
            <a:r>
              <a:rPr lang="vi-VN" b="1">
                <a:solidFill>
                  <a:srgbClr val="800080"/>
                </a:solidFill>
                <a:latin typeface="Courier New"/>
                <a:cs typeface="Arial"/>
              </a:rPr>
              <a:t>;</a:t>
            </a:r>
            <a:r>
              <a:rPr lang="vi-VN" b="1">
                <a:solidFill>
                  <a:srgbClr val="000000"/>
                </a:solidFill>
                <a:latin typeface="Courier New"/>
                <a:cs typeface="Arial"/>
              </a:rPr>
              <a:t>
    </a:t>
            </a:r>
            <a:r>
              <a:rPr lang="vi-VN" b="1">
                <a:solidFill>
                  <a:srgbClr val="800080"/>
                </a:solidFill>
                <a:latin typeface="Courier New"/>
                <a:cs typeface="Arial"/>
              </a:rPr>
              <a:t>}</a:t>
            </a:r>
            <a:r>
              <a:rPr lang="vi-VN" b="1">
                <a:solidFill>
                  <a:srgbClr val="000000"/>
                </a:solidFill>
                <a:latin typeface="Courier New"/>
                <a:cs typeface="Arial"/>
              </a:rPr>
              <a:t>
</a:t>
            </a:r>
            <a:r>
              <a:rPr lang="vi-VN" b="1">
                <a:solidFill>
                  <a:srgbClr val="800080"/>
                </a:solidFill>
                <a:latin typeface="Courier New"/>
                <a:cs typeface="Arial"/>
              </a:rPr>
              <a:t>}</a:t>
            </a:r>
            <a:endParaRPr lang="vi-VN" b="1">
              <a:latin typeface="Courier New"/>
              <a:cs typeface="Arial"/>
            </a:endParaRPr>
          </a:p>
        </p:txBody>
      </p:sp>
      <p:sp>
        <p:nvSpPr>
          <p:cNvPr id="3" name="Hình chữ nhật 2">
            <a:extLst>
              <a:ext uri="{FF2B5EF4-FFF2-40B4-BE49-F238E27FC236}">
                <a16:creationId xmlns:a16="http://schemas.microsoft.com/office/drawing/2014/main" id="{61F3FB38-4F9D-0A80-9FEA-10AC3B41F815}"/>
              </a:ext>
            </a:extLst>
          </p:cNvPr>
          <p:cNvSpPr/>
          <p:nvPr/>
        </p:nvSpPr>
        <p:spPr>
          <a:xfrm>
            <a:off x="6666513" y="1072761"/>
            <a:ext cx="5528400" cy="6015690"/>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vi-VN" sz="2000" b="1">
                <a:solidFill>
                  <a:schemeClr val="tx1">
                    <a:lumMod val="95000"/>
                    <a:lumOff val="5000"/>
                  </a:schemeClr>
                </a:solidFill>
                <a:latin typeface="Open Sans"/>
                <a:ea typeface="Open Sans"/>
                <a:cs typeface="Arial"/>
              </a:rPr>
              <a:t>Mục đích:</a:t>
            </a:r>
          </a:p>
          <a:p>
            <a:r>
              <a:rPr lang="vi" sz="2000">
                <a:solidFill>
                  <a:schemeClr val="tx1"/>
                </a:solidFill>
                <a:latin typeface="Open Sans"/>
                <a:ea typeface="+mn-lt"/>
                <a:cs typeface="Arial"/>
              </a:rPr>
              <a:t>- Người dùng dễ dàng theo dõi thông tin các giao dịch mượn sách của sinh viên, bao gồm mã phiếu, mã sinh viên, mã sách, ngày mượn và trạng thái trả sách.</a:t>
            </a:r>
          </a:p>
          <a:p>
            <a:endParaRPr lang="vi" sz="2000">
              <a:solidFill>
                <a:schemeClr val="tx1"/>
              </a:solidFill>
              <a:latin typeface="Arial"/>
              <a:ea typeface="Open Sans"/>
              <a:cs typeface="Arial"/>
            </a:endParaRPr>
          </a:p>
          <a:p>
            <a:r>
              <a:rPr lang="vi-VN" sz="2000" b="1">
                <a:solidFill>
                  <a:schemeClr val="tx1"/>
                </a:solidFill>
                <a:latin typeface="Open Sans"/>
                <a:ea typeface="Open Sans"/>
                <a:cs typeface="Arial"/>
              </a:rPr>
              <a:t>Chức năng:</a:t>
            </a:r>
            <a:endParaRPr lang="vi-VN" sz="2000">
              <a:solidFill>
                <a:schemeClr val="tx1"/>
              </a:solidFill>
              <a:latin typeface="Open Sans"/>
              <a:ea typeface="Open Sans"/>
              <a:cs typeface="Arial"/>
            </a:endParaRPr>
          </a:p>
          <a:p>
            <a:r>
              <a:rPr lang="vi" sz="2000">
                <a:solidFill>
                  <a:schemeClr val="tx1"/>
                </a:solidFill>
                <a:latin typeface="Open Sans"/>
                <a:ea typeface="Open Sans"/>
                <a:cs typeface="Times New Roman"/>
              </a:rPr>
              <a:t>- Hàm hienThiPhieuMuon() có nhiệm vụ hiển thị toàn bộ danh sách phiếu mượn sách hiện có trong hệ thống quản lý mượn – trả.</a:t>
            </a:r>
            <a:endParaRPr lang="vi-VN" sz="2000">
              <a:solidFill>
                <a:schemeClr val="tx1"/>
              </a:solidFill>
              <a:latin typeface="Open Sans"/>
              <a:ea typeface="Open Sans"/>
              <a:cs typeface="Arial"/>
            </a:endParaRPr>
          </a:p>
          <a:p>
            <a:endParaRPr lang="vi-VN" sz="2000" b="1">
              <a:solidFill>
                <a:schemeClr val="tx1"/>
              </a:solidFill>
              <a:latin typeface="Open Sans"/>
              <a:ea typeface="Open Sans"/>
              <a:cs typeface="Arial"/>
            </a:endParaRPr>
          </a:p>
          <a:p>
            <a:r>
              <a:rPr lang="vi-VN" sz="2000" b="1">
                <a:solidFill>
                  <a:schemeClr val="tx1"/>
                </a:solidFill>
                <a:latin typeface="Open Sans"/>
                <a:ea typeface="+mn-lt"/>
                <a:cs typeface="Arial"/>
              </a:rPr>
              <a:t>Quy trình kiểm tra hợp lệ:</a:t>
            </a:r>
            <a:br>
              <a:rPr lang="vi-VN" sz="2000" b="1">
                <a:latin typeface="Open Sans"/>
                <a:ea typeface="+mn-lt"/>
                <a:cs typeface="Arial"/>
              </a:rPr>
            </a:br>
            <a:r>
              <a:rPr lang="vi-VN" sz="2000">
                <a:solidFill>
                  <a:schemeClr val="tx1"/>
                </a:solidFill>
                <a:latin typeface="Open Sans"/>
                <a:ea typeface="+mn-lt"/>
                <a:cs typeface="Arial"/>
              </a:rPr>
              <a:t>1. Xác thực MSSV tồn tại, xác thực mã sách tồn tại. </a:t>
            </a:r>
            <a:br>
              <a:rPr lang="vi-VN" sz="2000">
                <a:latin typeface="Open Sans"/>
                <a:ea typeface="+mn-lt"/>
                <a:cs typeface="Arial"/>
              </a:rPr>
            </a:br>
            <a:r>
              <a:rPr lang="vi-VN" sz="2000">
                <a:solidFill>
                  <a:schemeClr val="tx1"/>
                </a:solidFill>
                <a:latin typeface="Open Sans"/>
                <a:ea typeface="+mn-lt"/>
                <a:cs typeface="Arial"/>
              </a:rPr>
              <a:t>2. Nếu dữ liệu không hợp lệ, hủy phiếu và thông báo lỗi.</a:t>
            </a:r>
            <a:endParaRPr lang="vi-VN" sz="2000">
              <a:solidFill>
                <a:schemeClr val="tx1"/>
              </a:solidFill>
              <a:latin typeface="Arial"/>
              <a:ea typeface="Open Sans"/>
              <a:cs typeface="Arial"/>
            </a:endParaRPr>
          </a:p>
          <a:p>
            <a:endParaRPr lang="vi-VN" sz="2000">
              <a:latin typeface="Open Sans"/>
              <a:ea typeface="Open Sans"/>
              <a:cs typeface="Arial"/>
            </a:endParaRPr>
          </a:p>
        </p:txBody>
      </p:sp>
    </p:spTree>
    <p:extLst>
      <p:ext uri="{BB962C8B-B14F-4D97-AF65-F5344CB8AC3E}">
        <p14:creationId xmlns:p14="http://schemas.microsoft.com/office/powerpoint/2010/main" val="28164577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a:extLst>
            <a:ext uri="{FF2B5EF4-FFF2-40B4-BE49-F238E27FC236}">
              <a16:creationId xmlns:a16="http://schemas.microsoft.com/office/drawing/2014/main" id="{106E2C1E-C43B-6CF2-2289-82230FD7E6AF}"/>
            </a:ext>
          </a:extLst>
        </p:cNvPr>
        <p:cNvGrpSpPr/>
        <p:nvPr/>
      </p:nvGrpSpPr>
      <p:grpSpPr>
        <a:xfrm>
          <a:off x="0" y="0"/>
          <a:ext cx="0" cy="0"/>
          <a:chOff x="0" y="0"/>
          <a:chExt cx="0" cy="0"/>
        </a:xfrm>
      </p:grpSpPr>
      <p:sp>
        <p:nvSpPr>
          <p:cNvPr id="2" name="Tiêu đề 1">
            <a:extLst>
              <a:ext uri="{FF2B5EF4-FFF2-40B4-BE49-F238E27FC236}">
                <a16:creationId xmlns:a16="http://schemas.microsoft.com/office/drawing/2014/main" id="{6AEA81E2-1E1A-E59E-4570-21DC6C891469}"/>
              </a:ext>
            </a:extLst>
          </p:cNvPr>
          <p:cNvSpPr>
            <a:spLocks noGrp="1"/>
          </p:cNvSpPr>
          <p:nvPr>
            <p:ph type="title"/>
          </p:nvPr>
        </p:nvSpPr>
        <p:spPr>
          <a:xfrm>
            <a:off x="1769032" y="284611"/>
            <a:ext cx="7059900" cy="918067"/>
          </a:xfrm>
        </p:spPr>
        <p:txBody>
          <a:bodyPr>
            <a:normAutofit/>
          </a:bodyPr>
          <a:lstStyle/>
          <a:p>
            <a:r>
              <a:rPr lang="vi-VN" b="1">
                <a:solidFill>
                  <a:srgbClr val="FFC000"/>
                </a:solidFill>
                <a:latin typeface="Segoe UI"/>
                <a:cs typeface="Times New Roman"/>
              </a:rPr>
              <a:t>               HÀM TRẢ SÁCH</a:t>
            </a:r>
            <a:endParaRPr lang="vi-VN" b="1">
              <a:solidFill>
                <a:srgbClr val="FFC000"/>
              </a:solidFill>
              <a:latin typeface="Segoe UI"/>
              <a:cs typeface="Segoe UI"/>
            </a:endParaRPr>
          </a:p>
        </p:txBody>
      </p:sp>
      <p:sp>
        <p:nvSpPr>
          <p:cNvPr id="5" name="Hình chữ nhật 4">
            <a:extLst>
              <a:ext uri="{FF2B5EF4-FFF2-40B4-BE49-F238E27FC236}">
                <a16:creationId xmlns:a16="http://schemas.microsoft.com/office/drawing/2014/main" id="{60AB8767-4091-CACE-4304-7AC950ACD6B7}"/>
              </a:ext>
            </a:extLst>
          </p:cNvPr>
          <p:cNvSpPr/>
          <p:nvPr/>
        </p:nvSpPr>
        <p:spPr>
          <a:xfrm>
            <a:off x="-2875" y="1074603"/>
            <a:ext cx="6670989" cy="6010144"/>
          </a:xfrm>
          <a:prstGeom prst="rect">
            <a:avLst/>
          </a:prstGeom>
          <a:solidFill>
            <a:srgbClr val="E0E0E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vi-VN" sz="1700" b="1">
                <a:solidFill>
                  <a:srgbClr val="800000"/>
                </a:solidFill>
                <a:latin typeface="Courier New"/>
                <a:cs typeface="Arial"/>
              </a:rPr>
              <a:t>void</a:t>
            </a:r>
            <a:r>
              <a:rPr lang="vi-VN" sz="1700" b="1">
                <a:solidFill>
                  <a:srgbClr val="000000"/>
                </a:solidFill>
                <a:latin typeface="Courier New"/>
                <a:cs typeface="Arial"/>
              </a:rPr>
              <a:t> QuanLyMuonTra</a:t>
            </a:r>
            <a:r>
              <a:rPr lang="vi-VN" sz="1700" b="1">
                <a:solidFill>
                  <a:srgbClr val="800080"/>
                </a:solidFill>
                <a:latin typeface="Courier New"/>
                <a:cs typeface="Arial"/>
              </a:rPr>
              <a:t>::</a:t>
            </a:r>
            <a:r>
              <a:rPr lang="vi-VN" sz="1700" b="1">
                <a:solidFill>
                  <a:srgbClr val="000000"/>
                </a:solidFill>
                <a:latin typeface="Courier New"/>
                <a:cs typeface="Arial"/>
              </a:rPr>
              <a:t>hienThiPhieuMuon</a:t>
            </a:r>
            <a:r>
              <a:rPr lang="vi-VN" sz="1700" b="1">
                <a:solidFill>
                  <a:srgbClr val="808030"/>
                </a:solidFill>
                <a:latin typeface="Courier New"/>
                <a:cs typeface="Arial"/>
              </a:rPr>
              <a:t>()</a:t>
            </a:r>
            <a:r>
              <a:rPr lang="vi-VN" sz="1700" b="1">
                <a:solidFill>
                  <a:srgbClr val="000000"/>
                </a:solidFill>
                <a:latin typeface="Courier New"/>
                <a:cs typeface="Arial"/>
              </a:rPr>
              <a:t> </a:t>
            </a:r>
            <a:r>
              <a:rPr lang="vi-VN" sz="1700" b="1">
                <a:solidFill>
                  <a:srgbClr val="800080"/>
                </a:solidFill>
                <a:latin typeface="Courier New"/>
                <a:cs typeface="Arial"/>
              </a:rPr>
              <a:t>{</a:t>
            </a:r>
            <a:r>
              <a:rPr lang="vi-VN" sz="1700" b="1">
                <a:solidFill>
                  <a:srgbClr val="000000"/>
                </a:solidFill>
                <a:latin typeface="Courier New"/>
                <a:cs typeface="Arial"/>
              </a:rPr>
              <a:t>
    </a:t>
            </a:r>
            <a:r>
              <a:rPr lang="vi-VN" sz="1700" b="1">
                <a:solidFill>
                  <a:srgbClr val="800000"/>
                </a:solidFill>
                <a:latin typeface="Courier New"/>
                <a:cs typeface="Arial"/>
              </a:rPr>
              <a:t>if</a:t>
            </a:r>
            <a:r>
              <a:rPr lang="vi-VN" sz="1700" b="1">
                <a:solidFill>
                  <a:srgbClr val="000000"/>
                </a:solidFill>
                <a:latin typeface="Courier New"/>
                <a:cs typeface="Arial"/>
              </a:rPr>
              <a:t> </a:t>
            </a:r>
            <a:r>
              <a:rPr lang="vi-VN" sz="1700" b="1">
                <a:solidFill>
                  <a:srgbClr val="808030"/>
                </a:solidFill>
                <a:latin typeface="Courier New"/>
                <a:cs typeface="Arial"/>
              </a:rPr>
              <a:t>(</a:t>
            </a:r>
            <a:r>
              <a:rPr lang="vi-VN" sz="1700" b="1">
                <a:solidFill>
                  <a:srgbClr val="000000"/>
                </a:solidFill>
                <a:latin typeface="Courier New"/>
                <a:cs typeface="Arial"/>
              </a:rPr>
              <a:t>head </a:t>
            </a:r>
            <a:r>
              <a:rPr lang="vi-VN" sz="1700" b="1">
                <a:solidFill>
                  <a:srgbClr val="808030"/>
                </a:solidFill>
                <a:latin typeface="Courier New"/>
                <a:cs typeface="Arial"/>
              </a:rPr>
              <a:t>==</a:t>
            </a:r>
            <a:r>
              <a:rPr lang="vi-VN" sz="1700" b="1">
                <a:solidFill>
                  <a:srgbClr val="000000"/>
                </a:solidFill>
                <a:latin typeface="Courier New"/>
                <a:cs typeface="Arial"/>
              </a:rPr>
              <a:t> </a:t>
            </a:r>
            <a:r>
              <a:rPr lang="vi-VN" sz="1700" b="1">
                <a:solidFill>
                  <a:srgbClr val="7D0045"/>
                </a:solidFill>
                <a:latin typeface="Courier New"/>
                <a:cs typeface="Arial"/>
              </a:rPr>
              <a:t>NULL</a:t>
            </a:r>
            <a:r>
              <a:rPr lang="vi-VN" sz="1700" b="1">
                <a:solidFill>
                  <a:srgbClr val="808030"/>
                </a:solidFill>
                <a:latin typeface="Courier New"/>
                <a:cs typeface="Arial"/>
              </a:rPr>
              <a:t>)</a:t>
            </a:r>
            <a:r>
              <a:rPr lang="vi-VN" sz="1700" b="1">
                <a:solidFill>
                  <a:srgbClr val="000000"/>
                </a:solidFill>
                <a:latin typeface="Courier New"/>
                <a:cs typeface="Arial"/>
              </a:rPr>
              <a:t> </a:t>
            </a:r>
            <a:r>
              <a:rPr lang="vi-VN" sz="1700" b="1">
                <a:solidFill>
                  <a:srgbClr val="800080"/>
                </a:solidFill>
                <a:latin typeface="Courier New"/>
                <a:cs typeface="Arial"/>
              </a:rPr>
              <a:t>{</a:t>
            </a:r>
            <a:r>
              <a:rPr lang="vi-VN" sz="1700" b="1">
                <a:solidFill>
                  <a:srgbClr val="000000"/>
                </a:solidFill>
                <a:latin typeface="Courier New"/>
                <a:cs typeface="Arial"/>
              </a:rPr>
              <a:t>
        </a:t>
            </a:r>
            <a:r>
              <a:rPr lang="vi-VN" sz="1700" b="1">
                <a:solidFill>
                  <a:srgbClr val="603000"/>
                </a:solidFill>
                <a:latin typeface="Courier New"/>
                <a:cs typeface="Arial"/>
              </a:rPr>
              <a:t>cout</a:t>
            </a:r>
            <a:r>
              <a:rPr lang="vi-VN" sz="1700" b="1">
                <a:solidFill>
                  <a:srgbClr val="000000"/>
                </a:solidFill>
                <a:latin typeface="Courier New"/>
                <a:cs typeface="Arial"/>
              </a:rPr>
              <a:t> </a:t>
            </a:r>
            <a:r>
              <a:rPr lang="vi-VN" sz="1700" b="1">
                <a:solidFill>
                  <a:srgbClr val="808030"/>
                </a:solidFill>
                <a:latin typeface="Courier New"/>
                <a:cs typeface="Arial"/>
              </a:rPr>
              <a:t>&lt;&lt;</a:t>
            </a:r>
            <a:r>
              <a:rPr lang="vi-VN" sz="1700" b="1">
                <a:solidFill>
                  <a:srgbClr val="000000"/>
                </a:solidFill>
                <a:latin typeface="Courier New"/>
                <a:cs typeface="Arial"/>
              </a:rPr>
              <a:t> </a:t>
            </a:r>
            <a:r>
              <a:rPr lang="vi-VN" sz="1700" b="1">
                <a:solidFill>
                  <a:srgbClr val="800000"/>
                </a:solidFill>
                <a:latin typeface="Courier New"/>
                <a:cs typeface="Arial"/>
              </a:rPr>
              <a:t>"</a:t>
            </a:r>
            <a:r>
              <a:rPr lang="vi-VN" sz="1700" b="1">
                <a:solidFill>
                  <a:srgbClr val="0000E6"/>
                </a:solidFill>
                <a:latin typeface="Courier New"/>
                <a:cs typeface="Arial"/>
              </a:rPr>
              <a:t>Chua co phieu muon!</a:t>
            </a:r>
            <a:r>
              <a:rPr lang="vi-VN" sz="1700" b="1">
                <a:solidFill>
                  <a:srgbClr val="0F69FF"/>
                </a:solidFill>
                <a:latin typeface="Courier New"/>
                <a:cs typeface="Arial"/>
              </a:rPr>
              <a:t>\n</a:t>
            </a:r>
            <a:r>
              <a:rPr lang="vi-VN" sz="1700" b="1">
                <a:solidFill>
                  <a:srgbClr val="800000"/>
                </a:solidFill>
                <a:latin typeface="Courier New"/>
                <a:cs typeface="Arial"/>
              </a:rPr>
              <a:t>"</a:t>
            </a:r>
            <a:r>
              <a:rPr lang="vi-VN" sz="1700" b="1">
                <a:solidFill>
                  <a:srgbClr val="800080"/>
                </a:solidFill>
                <a:latin typeface="Courier New"/>
                <a:cs typeface="Arial"/>
              </a:rPr>
              <a:t>;</a:t>
            </a:r>
            <a:r>
              <a:rPr lang="vi-VN" sz="1700" b="1">
                <a:solidFill>
                  <a:srgbClr val="000000"/>
                </a:solidFill>
                <a:latin typeface="Courier New"/>
                <a:cs typeface="Arial"/>
              </a:rPr>
              <a:t>
        </a:t>
            </a:r>
            <a:r>
              <a:rPr lang="vi-VN" sz="1700" b="1">
                <a:solidFill>
                  <a:srgbClr val="800000"/>
                </a:solidFill>
                <a:latin typeface="Courier New"/>
                <a:cs typeface="Arial"/>
              </a:rPr>
              <a:t>return</a:t>
            </a:r>
            <a:r>
              <a:rPr lang="vi-VN" sz="1700" b="1">
                <a:solidFill>
                  <a:srgbClr val="800080"/>
                </a:solidFill>
                <a:latin typeface="Courier New"/>
                <a:cs typeface="Arial"/>
              </a:rPr>
              <a:t>;</a:t>
            </a:r>
            <a:r>
              <a:rPr lang="vi-VN" sz="1700" b="1">
                <a:solidFill>
                  <a:srgbClr val="000000"/>
                </a:solidFill>
                <a:latin typeface="Courier New"/>
                <a:cs typeface="Arial"/>
              </a:rPr>
              <a:t>
    </a:t>
            </a:r>
            <a:r>
              <a:rPr lang="vi-VN" sz="1700" b="1">
                <a:solidFill>
                  <a:srgbClr val="800080"/>
                </a:solidFill>
                <a:latin typeface="Courier New"/>
                <a:cs typeface="Arial"/>
              </a:rPr>
              <a:t>}</a:t>
            </a:r>
            <a:r>
              <a:rPr lang="vi-VN" sz="1700" b="1">
                <a:solidFill>
                  <a:srgbClr val="000000"/>
                </a:solidFill>
                <a:latin typeface="Courier New"/>
                <a:cs typeface="Arial"/>
              </a:rPr>
              <a:t>
    PhieuMuon</a:t>
            </a:r>
            <a:r>
              <a:rPr lang="vi-VN" sz="1700" b="1">
                <a:solidFill>
                  <a:srgbClr val="808030"/>
                </a:solidFill>
                <a:latin typeface="Courier New"/>
                <a:cs typeface="Arial"/>
              </a:rPr>
              <a:t>*</a:t>
            </a:r>
            <a:r>
              <a:rPr lang="vi-VN" sz="1700" b="1">
                <a:solidFill>
                  <a:srgbClr val="000000"/>
                </a:solidFill>
                <a:latin typeface="Courier New"/>
                <a:cs typeface="Arial"/>
              </a:rPr>
              <a:t> p </a:t>
            </a:r>
            <a:r>
              <a:rPr lang="vi-VN" sz="1700" b="1">
                <a:solidFill>
                  <a:srgbClr val="808030"/>
                </a:solidFill>
                <a:latin typeface="Courier New"/>
                <a:cs typeface="Arial"/>
              </a:rPr>
              <a:t>=</a:t>
            </a:r>
            <a:r>
              <a:rPr lang="vi-VN" sz="1700" b="1">
                <a:solidFill>
                  <a:srgbClr val="000000"/>
                </a:solidFill>
                <a:latin typeface="Courier New"/>
                <a:cs typeface="Arial"/>
              </a:rPr>
              <a:t> head</a:t>
            </a:r>
            <a:r>
              <a:rPr lang="vi-VN" sz="1700" b="1">
                <a:solidFill>
                  <a:srgbClr val="800080"/>
                </a:solidFill>
                <a:latin typeface="Courier New"/>
                <a:cs typeface="Arial"/>
              </a:rPr>
              <a:t>;</a:t>
            </a:r>
            <a:r>
              <a:rPr lang="vi-VN" sz="1700" b="1">
                <a:solidFill>
                  <a:srgbClr val="000000"/>
                </a:solidFill>
                <a:latin typeface="Courier New"/>
                <a:cs typeface="Arial"/>
              </a:rPr>
              <a:t>
    </a:t>
            </a:r>
            <a:r>
              <a:rPr lang="vi-VN" sz="1700" b="1">
                <a:solidFill>
                  <a:srgbClr val="603000"/>
                </a:solidFill>
                <a:latin typeface="Courier New"/>
                <a:cs typeface="Arial"/>
              </a:rPr>
              <a:t>cout</a:t>
            </a:r>
            <a:r>
              <a:rPr lang="vi-VN" sz="1700" b="1">
                <a:solidFill>
                  <a:srgbClr val="000000"/>
                </a:solidFill>
                <a:latin typeface="Courier New"/>
                <a:cs typeface="Arial"/>
              </a:rPr>
              <a:t> </a:t>
            </a:r>
            <a:r>
              <a:rPr lang="vi-VN" sz="1700" b="1">
                <a:solidFill>
                  <a:srgbClr val="808030"/>
                </a:solidFill>
                <a:latin typeface="Courier New"/>
                <a:cs typeface="Arial"/>
              </a:rPr>
              <a:t>&lt;&lt;</a:t>
            </a:r>
            <a:r>
              <a:rPr lang="vi-VN" sz="1700" b="1">
                <a:solidFill>
                  <a:srgbClr val="000000"/>
                </a:solidFill>
                <a:latin typeface="Courier New"/>
                <a:cs typeface="Arial"/>
              </a:rPr>
              <a:t> </a:t>
            </a:r>
            <a:br>
              <a:rPr lang="vi-VN" sz="1700" b="1">
                <a:latin typeface="Courier New"/>
                <a:cs typeface="Arial"/>
              </a:rPr>
            </a:br>
            <a:r>
              <a:rPr lang="vi-VN" sz="1700" b="1">
                <a:solidFill>
                  <a:srgbClr val="800000"/>
                </a:solidFill>
                <a:latin typeface="Courier New"/>
                <a:cs typeface="Arial"/>
              </a:rPr>
              <a:t>"</a:t>
            </a:r>
            <a:r>
              <a:rPr lang="vi-VN" sz="1700" b="1">
                <a:solidFill>
                  <a:srgbClr val="0F69FF"/>
                </a:solidFill>
                <a:latin typeface="Courier New"/>
                <a:cs typeface="Arial"/>
              </a:rPr>
              <a:t>\n</a:t>
            </a:r>
            <a:r>
              <a:rPr lang="vi-VN" sz="1700" b="1">
                <a:solidFill>
                  <a:srgbClr val="0000E6"/>
                </a:solidFill>
                <a:latin typeface="Courier New"/>
                <a:cs typeface="Arial"/>
              </a:rPr>
              <a:t>===== DANH SACH PHIEU MUON =====</a:t>
            </a:r>
            <a:r>
              <a:rPr lang="vi-VN" sz="1700" b="1">
                <a:solidFill>
                  <a:srgbClr val="0F69FF"/>
                </a:solidFill>
                <a:latin typeface="Courier New"/>
                <a:cs typeface="Arial"/>
              </a:rPr>
              <a:t>\n</a:t>
            </a:r>
            <a:r>
              <a:rPr lang="vi-VN" sz="1700" b="1">
                <a:solidFill>
                  <a:srgbClr val="800000"/>
                </a:solidFill>
                <a:latin typeface="Courier New"/>
                <a:cs typeface="Arial"/>
              </a:rPr>
              <a:t>"</a:t>
            </a:r>
            <a:r>
              <a:rPr lang="vi-VN" sz="1700" b="1">
                <a:solidFill>
                  <a:srgbClr val="800080"/>
                </a:solidFill>
                <a:latin typeface="Courier New"/>
                <a:cs typeface="Arial"/>
              </a:rPr>
              <a:t>;</a:t>
            </a:r>
            <a:r>
              <a:rPr lang="vi-VN" sz="1700" b="1">
                <a:solidFill>
                  <a:srgbClr val="000000"/>
                </a:solidFill>
                <a:latin typeface="Courier New"/>
                <a:cs typeface="Arial"/>
              </a:rPr>
              <a:t>
    </a:t>
            </a:r>
            <a:r>
              <a:rPr lang="vi-VN" sz="1700" b="1">
                <a:solidFill>
                  <a:srgbClr val="800000"/>
                </a:solidFill>
                <a:latin typeface="Courier New"/>
                <a:cs typeface="Arial"/>
              </a:rPr>
              <a:t>while</a:t>
            </a:r>
            <a:r>
              <a:rPr lang="vi-VN" sz="1700" b="1">
                <a:solidFill>
                  <a:srgbClr val="000000"/>
                </a:solidFill>
                <a:latin typeface="Courier New"/>
                <a:cs typeface="Arial"/>
              </a:rPr>
              <a:t> </a:t>
            </a:r>
            <a:r>
              <a:rPr lang="vi-VN" sz="1700" b="1">
                <a:solidFill>
                  <a:srgbClr val="808030"/>
                </a:solidFill>
                <a:latin typeface="Courier New"/>
                <a:cs typeface="Arial"/>
              </a:rPr>
              <a:t>(</a:t>
            </a:r>
            <a:r>
              <a:rPr lang="vi-VN" sz="1700" b="1">
                <a:solidFill>
                  <a:srgbClr val="000000"/>
                </a:solidFill>
                <a:latin typeface="Courier New"/>
                <a:cs typeface="Arial"/>
              </a:rPr>
              <a:t>p </a:t>
            </a:r>
            <a:r>
              <a:rPr lang="vi-VN" sz="1700" b="1">
                <a:solidFill>
                  <a:srgbClr val="808030"/>
                </a:solidFill>
                <a:latin typeface="Courier New"/>
                <a:cs typeface="Arial"/>
              </a:rPr>
              <a:t>!=</a:t>
            </a:r>
            <a:r>
              <a:rPr lang="vi-VN" sz="1700" b="1">
                <a:solidFill>
                  <a:srgbClr val="000000"/>
                </a:solidFill>
                <a:latin typeface="Courier New"/>
                <a:cs typeface="Arial"/>
              </a:rPr>
              <a:t> </a:t>
            </a:r>
            <a:r>
              <a:rPr lang="vi-VN" sz="1700" b="1">
                <a:solidFill>
                  <a:srgbClr val="7D0045"/>
                </a:solidFill>
                <a:latin typeface="Courier New"/>
                <a:cs typeface="Arial"/>
              </a:rPr>
              <a:t>NULL</a:t>
            </a:r>
            <a:r>
              <a:rPr lang="vi-VN" sz="1700" b="1">
                <a:solidFill>
                  <a:srgbClr val="808030"/>
                </a:solidFill>
                <a:latin typeface="Courier New"/>
                <a:cs typeface="Arial"/>
              </a:rPr>
              <a:t>)</a:t>
            </a:r>
            <a:r>
              <a:rPr lang="vi-VN" sz="1700" b="1">
                <a:solidFill>
                  <a:srgbClr val="000000"/>
                </a:solidFill>
                <a:latin typeface="Courier New"/>
                <a:cs typeface="Arial"/>
              </a:rPr>
              <a:t> </a:t>
            </a:r>
            <a:r>
              <a:rPr lang="vi-VN" sz="1700" b="1">
                <a:solidFill>
                  <a:srgbClr val="800080"/>
                </a:solidFill>
                <a:latin typeface="Courier New"/>
                <a:cs typeface="Arial"/>
              </a:rPr>
              <a:t>{</a:t>
            </a:r>
            <a:r>
              <a:rPr lang="vi-VN" sz="1700" b="1">
                <a:solidFill>
                  <a:srgbClr val="000000"/>
                </a:solidFill>
                <a:latin typeface="Courier New"/>
                <a:cs typeface="Arial"/>
              </a:rPr>
              <a:t>
        </a:t>
            </a:r>
            <a:r>
              <a:rPr lang="vi-VN" sz="1700" b="1">
                <a:solidFill>
                  <a:srgbClr val="603000"/>
                </a:solidFill>
                <a:latin typeface="Courier New"/>
                <a:cs typeface="Arial"/>
              </a:rPr>
              <a:t>cout</a:t>
            </a:r>
            <a:r>
              <a:rPr lang="vi-VN" sz="1700" b="1">
                <a:solidFill>
                  <a:srgbClr val="000000"/>
                </a:solidFill>
                <a:latin typeface="Courier New"/>
                <a:cs typeface="Arial"/>
              </a:rPr>
              <a:t> </a:t>
            </a:r>
            <a:r>
              <a:rPr lang="vi-VN" sz="1700" b="1">
                <a:solidFill>
                  <a:srgbClr val="808030"/>
                </a:solidFill>
                <a:latin typeface="Courier New"/>
                <a:cs typeface="Arial"/>
              </a:rPr>
              <a:t>&lt;&lt;</a:t>
            </a:r>
            <a:r>
              <a:rPr lang="vi-VN" sz="1700" b="1">
                <a:solidFill>
                  <a:srgbClr val="000000"/>
                </a:solidFill>
                <a:latin typeface="Courier New"/>
                <a:cs typeface="Arial"/>
              </a:rPr>
              <a:t> </a:t>
            </a:r>
            <a:r>
              <a:rPr lang="vi-VN" sz="1700" b="1">
                <a:solidFill>
                  <a:srgbClr val="800000"/>
                </a:solidFill>
                <a:latin typeface="Courier New"/>
                <a:cs typeface="Arial"/>
              </a:rPr>
              <a:t>"</a:t>
            </a:r>
            <a:r>
              <a:rPr lang="vi-VN" sz="1700" b="1">
                <a:solidFill>
                  <a:srgbClr val="0000E6"/>
                </a:solidFill>
                <a:latin typeface="Courier New"/>
                <a:cs typeface="Arial"/>
              </a:rPr>
              <a:t>Ma phieu: </a:t>
            </a:r>
            <a:r>
              <a:rPr lang="vi-VN" sz="1700" b="1">
                <a:solidFill>
                  <a:srgbClr val="800000"/>
                </a:solidFill>
                <a:latin typeface="Courier New"/>
                <a:cs typeface="Arial"/>
              </a:rPr>
              <a:t>"</a:t>
            </a:r>
            <a:r>
              <a:rPr lang="vi-VN" sz="1700" b="1">
                <a:solidFill>
                  <a:srgbClr val="000000"/>
                </a:solidFill>
                <a:latin typeface="Courier New"/>
                <a:cs typeface="Arial"/>
              </a:rPr>
              <a:t> </a:t>
            </a:r>
            <a:r>
              <a:rPr lang="vi-VN" sz="1700" b="1">
                <a:solidFill>
                  <a:srgbClr val="808030"/>
                </a:solidFill>
                <a:latin typeface="Courier New"/>
                <a:cs typeface="Arial"/>
              </a:rPr>
              <a:t>&lt;&lt;</a:t>
            </a:r>
            <a:r>
              <a:rPr lang="vi-VN" sz="1700" b="1">
                <a:solidFill>
                  <a:srgbClr val="000000"/>
                </a:solidFill>
                <a:latin typeface="Courier New"/>
                <a:cs typeface="Arial"/>
              </a:rPr>
              <a:t> p</a:t>
            </a:r>
            <a:r>
              <a:rPr lang="vi-VN" sz="1700" b="1">
                <a:solidFill>
                  <a:srgbClr val="808030"/>
                </a:solidFill>
                <a:latin typeface="Courier New"/>
                <a:cs typeface="Arial"/>
              </a:rPr>
              <a:t>-&gt;</a:t>
            </a:r>
            <a:r>
              <a:rPr lang="vi-VN" sz="1700" b="1">
                <a:solidFill>
                  <a:srgbClr val="000000"/>
                </a:solidFill>
                <a:latin typeface="Courier New"/>
                <a:cs typeface="Arial"/>
              </a:rPr>
              <a:t>maPhieu </a:t>
            </a:r>
            <a:r>
              <a:rPr lang="vi-VN" sz="1700" b="1">
                <a:solidFill>
                  <a:srgbClr val="808030"/>
                </a:solidFill>
                <a:latin typeface="Courier New"/>
                <a:cs typeface="Arial"/>
              </a:rPr>
              <a:t>&lt;&lt;</a:t>
            </a:r>
            <a:endParaRPr lang="vi-VN" sz="1700" b="1">
              <a:solidFill>
                <a:srgbClr val="FFFFFF"/>
              </a:solidFill>
              <a:latin typeface="Courier New"/>
              <a:cs typeface="Arial"/>
            </a:endParaRPr>
          </a:p>
          <a:p>
            <a:r>
              <a:rPr lang="vi-VN" b="1">
                <a:solidFill>
                  <a:srgbClr val="603000"/>
                </a:solidFill>
                <a:latin typeface="Courier New"/>
                <a:cs typeface="Arial"/>
              </a:rPr>
              <a:t>endl</a:t>
            </a:r>
            <a:r>
              <a:rPr lang="vi-VN" b="1">
                <a:solidFill>
                  <a:srgbClr val="800080"/>
                </a:solidFill>
                <a:latin typeface="Courier New"/>
                <a:cs typeface="Arial"/>
              </a:rPr>
              <a:t>;</a:t>
            </a:r>
            <a:r>
              <a:rPr lang="vi-VN" b="1">
                <a:solidFill>
                  <a:srgbClr val="000000"/>
                </a:solidFill>
                <a:latin typeface="Courier New"/>
                <a:cs typeface="Arial"/>
              </a:rPr>
              <a:t>
        </a:t>
            </a:r>
            <a:r>
              <a:rPr lang="vi-VN" b="1">
                <a:solidFill>
                  <a:srgbClr val="603000"/>
                </a:solidFill>
                <a:latin typeface="Courier New"/>
                <a:cs typeface="Arial"/>
              </a:rPr>
              <a:t>cout</a:t>
            </a:r>
            <a:r>
              <a:rPr lang="vi-VN" b="1">
                <a:solidFill>
                  <a:srgbClr val="000000"/>
                </a:solidFill>
                <a:latin typeface="Courier New"/>
                <a:cs typeface="Arial"/>
              </a:rPr>
              <a:t> </a:t>
            </a:r>
            <a:r>
              <a:rPr lang="vi-VN" b="1">
                <a:solidFill>
                  <a:srgbClr val="808030"/>
                </a:solidFill>
                <a:latin typeface="Courier New"/>
                <a:cs typeface="Arial"/>
              </a:rPr>
              <a:t>&lt;&lt;</a:t>
            </a:r>
            <a:r>
              <a:rPr lang="vi-VN" b="1">
                <a:solidFill>
                  <a:srgbClr val="000000"/>
                </a:solidFill>
                <a:latin typeface="Courier New"/>
                <a:cs typeface="Arial"/>
              </a:rPr>
              <a:t> </a:t>
            </a:r>
            <a:r>
              <a:rPr lang="vi-VN" b="1">
                <a:solidFill>
                  <a:srgbClr val="800000"/>
                </a:solidFill>
                <a:latin typeface="Courier New"/>
                <a:cs typeface="Arial"/>
              </a:rPr>
              <a:t>"</a:t>
            </a:r>
            <a:r>
              <a:rPr lang="vi-VN" b="1">
                <a:solidFill>
                  <a:srgbClr val="0000E6"/>
                </a:solidFill>
                <a:latin typeface="Courier New"/>
                <a:cs typeface="Arial"/>
              </a:rPr>
              <a:t>MSSV: </a:t>
            </a:r>
            <a:r>
              <a:rPr lang="vi-VN" b="1">
                <a:solidFill>
                  <a:srgbClr val="800000"/>
                </a:solidFill>
                <a:latin typeface="Courier New"/>
                <a:cs typeface="Arial"/>
              </a:rPr>
              <a:t>"</a:t>
            </a:r>
            <a:r>
              <a:rPr lang="vi-VN" b="1">
                <a:solidFill>
                  <a:srgbClr val="000000"/>
                </a:solidFill>
                <a:latin typeface="Courier New"/>
                <a:cs typeface="Arial"/>
              </a:rPr>
              <a:t> </a:t>
            </a:r>
            <a:r>
              <a:rPr lang="vi-VN" b="1">
                <a:solidFill>
                  <a:srgbClr val="808030"/>
                </a:solidFill>
                <a:latin typeface="Courier New"/>
                <a:cs typeface="Arial"/>
              </a:rPr>
              <a:t>&lt;&lt;</a:t>
            </a:r>
            <a:r>
              <a:rPr lang="vi-VN" b="1">
                <a:solidFill>
                  <a:srgbClr val="000000"/>
                </a:solidFill>
                <a:latin typeface="Courier New"/>
                <a:cs typeface="Arial"/>
              </a:rPr>
              <a:t> p</a:t>
            </a:r>
            <a:r>
              <a:rPr lang="vi-VN" b="1">
                <a:solidFill>
                  <a:srgbClr val="808030"/>
                </a:solidFill>
                <a:latin typeface="Courier New"/>
                <a:cs typeface="Arial"/>
              </a:rPr>
              <a:t>-&gt;</a:t>
            </a:r>
            <a:r>
              <a:rPr lang="vi-VN" b="1">
                <a:solidFill>
                  <a:srgbClr val="000000"/>
                </a:solidFill>
                <a:latin typeface="Courier New"/>
                <a:cs typeface="Arial"/>
              </a:rPr>
              <a:t>MSSV </a:t>
            </a:r>
            <a:r>
              <a:rPr lang="vi-VN" b="1">
                <a:solidFill>
                  <a:srgbClr val="808030"/>
                </a:solidFill>
                <a:latin typeface="Courier New"/>
                <a:cs typeface="Arial"/>
              </a:rPr>
              <a:t>&lt;&lt;</a:t>
            </a:r>
            <a:r>
              <a:rPr lang="vi-VN" b="1">
                <a:solidFill>
                  <a:srgbClr val="603000"/>
                </a:solidFill>
                <a:latin typeface="Courier New"/>
                <a:cs typeface="Arial"/>
              </a:rPr>
              <a:t>endl</a:t>
            </a:r>
            <a:r>
              <a:rPr lang="vi-VN" b="1">
                <a:solidFill>
                  <a:srgbClr val="800080"/>
                </a:solidFill>
                <a:latin typeface="Courier New"/>
                <a:cs typeface="Arial"/>
              </a:rPr>
              <a:t>;</a:t>
            </a:r>
            <a:r>
              <a:rPr lang="vi-VN" b="1">
                <a:solidFill>
                  <a:srgbClr val="000000"/>
                </a:solidFill>
                <a:latin typeface="Courier New"/>
                <a:cs typeface="Arial"/>
              </a:rPr>
              <a:t>
        </a:t>
            </a:r>
            <a:r>
              <a:rPr lang="vi-VN" b="1">
                <a:solidFill>
                  <a:srgbClr val="603000"/>
                </a:solidFill>
                <a:latin typeface="Courier New"/>
                <a:cs typeface="Arial"/>
              </a:rPr>
              <a:t>cout</a:t>
            </a:r>
            <a:r>
              <a:rPr lang="vi-VN" b="1">
                <a:solidFill>
                  <a:srgbClr val="000000"/>
                </a:solidFill>
                <a:latin typeface="Courier New"/>
                <a:cs typeface="Arial"/>
              </a:rPr>
              <a:t> </a:t>
            </a:r>
            <a:r>
              <a:rPr lang="vi-VN" b="1">
                <a:solidFill>
                  <a:srgbClr val="808030"/>
                </a:solidFill>
                <a:latin typeface="Courier New"/>
                <a:cs typeface="Arial"/>
              </a:rPr>
              <a:t>&lt;&lt;</a:t>
            </a:r>
            <a:r>
              <a:rPr lang="vi-VN" b="1">
                <a:solidFill>
                  <a:srgbClr val="000000"/>
                </a:solidFill>
                <a:latin typeface="Courier New"/>
                <a:cs typeface="Arial"/>
              </a:rPr>
              <a:t> </a:t>
            </a:r>
            <a:r>
              <a:rPr lang="vi-VN" b="1">
                <a:solidFill>
                  <a:srgbClr val="800000"/>
                </a:solidFill>
                <a:latin typeface="Courier New"/>
                <a:cs typeface="Arial"/>
              </a:rPr>
              <a:t>"</a:t>
            </a:r>
            <a:r>
              <a:rPr lang="vi-VN" b="1">
                <a:solidFill>
                  <a:srgbClr val="0000E6"/>
                </a:solidFill>
                <a:latin typeface="Courier New"/>
                <a:cs typeface="Arial"/>
              </a:rPr>
              <a:t>Ma sach: </a:t>
            </a:r>
            <a:r>
              <a:rPr lang="vi-VN" b="1">
                <a:solidFill>
                  <a:srgbClr val="800000"/>
                </a:solidFill>
                <a:latin typeface="Courier New"/>
                <a:cs typeface="Arial"/>
              </a:rPr>
              <a:t>"</a:t>
            </a:r>
            <a:r>
              <a:rPr lang="vi-VN" b="1">
                <a:solidFill>
                  <a:srgbClr val="000000"/>
                </a:solidFill>
                <a:latin typeface="Courier New"/>
                <a:cs typeface="Arial"/>
              </a:rPr>
              <a:t> </a:t>
            </a:r>
            <a:r>
              <a:rPr lang="vi-VN" b="1">
                <a:solidFill>
                  <a:srgbClr val="808030"/>
                </a:solidFill>
                <a:latin typeface="Courier New"/>
                <a:cs typeface="Arial"/>
              </a:rPr>
              <a:t>&lt;&lt;</a:t>
            </a:r>
            <a:r>
              <a:rPr lang="vi-VN" b="1">
                <a:solidFill>
                  <a:srgbClr val="000000"/>
                </a:solidFill>
                <a:latin typeface="Courier New"/>
                <a:cs typeface="Arial"/>
              </a:rPr>
              <a:t> p</a:t>
            </a:r>
            <a:r>
              <a:rPr lang="vi-VN" b="1">
                <a:solidFill>
                  <a:srgbClr val="808030"/>
                </a:solidFill>
                <a:latin typeface="Courier New"/>
                <a:cs typeface="Arial"/>
              </a:rPr>
              <a:t>-&gt;</a:t>
            </a:r>
            <a:r>
              <a:rPr lang="vi-VN" b="1">
                <a:solidFill>
                  <a:srgbClr val="000000"/>
                </a:solidFill>
                <a:latin typeface="Courier New"/>
                <a:cs typeface="Arial"/>
              </a:rPr>
              <a:t>maSach </a:t>
            </a:r>
            <a:r>
              <a:rPr lang="vi-VN" b="1">
                <a:solidFill>
                  <a:srgbClr val="808030"/>
                </a:solidFill>
                <a:latin typeface="Courier New"/>
                <a:cs typeface="Arial"/>
              </a:rPr>
              <a:t>&lt;&lt;</a:t>
            </a:r>
            <a:r>
              <a:rPr lang="vi-VN" b="1">
                <a:solidFill>
                  <a:srgbClr val="000000"/>
                </a:solidFill>
                <a:latin typeface="Courier New"/>
                <a:cs typeface="Arial"/>
              </a:rPr>
              <a:t> </a:t>
            </a:r>
            <a:r>
              <a:rPr lang="vi-VN" b="1">
                <a:solidFill>
                  <a:srgbClr val="603000"/>
                </a:solidFill>
                <a:latin typeface="Courier New"/>
                <a:cs typeface="Arial"/>
              </a:rPr>
              <a:t>endl</a:t>
            </a:r>
            <a:r>
              <a:rPr lang="vi-VN" b="1">
                <a:solidFill>
                  <a:srgbClr val="800080"/>
                </a:solidFill>
                <a:latin typeface="Courier New"/>
                <a:cs typeface="Arial"/>
              </a:rPr>
              <a:t>;</a:t>
            </a:r>
            <a:r>
              <a:rPr lang="vi-VN" b="1">
                <a:solidFill>
                  <a:srgbClr val="000000"/>
                </a:solidFill>
                <a:latin typeface="Courier New"/>
                <a:cs typeface="Arial"/>
              </a:rPr>
              <a:t>
        </a:t>
            </a:r>
            <a:r>
              <a:rPr lang="vi-VN" b="1">
                <a:solidFill>
                  <a:srgbClr val="603000"/>
                </a:solidFill>
                <a:latin typeface="Courier New"/>
                <a:cs typeface="Arial"/>
              </a:rPr>
              <a:t>cout</a:t>
            </a:r>
            <a:r>
              <a:rPr lang="vi-VN" b="1">
                <a:solidFill>
                  <a:srgbClr val="000000"/>
                </a:solidFill>
                <a:latin typeface="Courier New"/>
                <a:cs typeface="Arial"/>
              </a:rPr>
              <a:t> </a:t>
            </a:r>
            <a:r>
              <a:rPr lang="vi-VN" b="1">
                <a:solidFill>
                  <a:srgbClr val="808030"/>
                </a:solidFill>
                <a:latin typeface="Courier New"/>
                <a:cs typeface="Arial"/>
              </a:rPr>
              <a:t>&lt;&lt;</a:t>
            </a:r>
            <a:r>
              <a:rPr lang="vi-VN" b="1">
                <a:solidFill>
                  <a:srgbClr val="000000"/>
                </a:solidFill>
                <a:latin typeface="Courier New"/>
                <a:cs typeface="Arial"/>
              </a:rPr>
              <a:t> </a:t>
            </a:r>
            <a:r>
              <a:rPr lang="vi-VN" b="1">
                <a:solidFill>
                  <a:srgbClr val="800000"/>
                </a:solidFill>
                <a:latin typeface="Courier New"/>
                <a:cs typeface="Arial"/>
              </a:rPr>
              <a:t>"</a:t>
            </a:r>
            <a:r>
              <a:rPr lang="vi-VN" b="1">
                <a:solidFill>
                  <a:srgbClr val="0000E6"/>
                </a:solidFill>
                <a:latin typeface="Courier New"/>
                <a:cs typeface="Arial"/>
              </a:rPr>
              <a:t>Ngay muon: </a:t>
            </a:r>
            <a:r>
              <a:rPr lang="vi-VN" b="1">
                <a:solidFill>
                  <a:srgbClr val="800000"/>
                </a:solidFill>
                <a:latin typeface="Courier New"/>
                <a:cs typeface="Arial"/>
              </a:rPr>
              <a:t>"</a:t>
            </a:r>
            <a:r>
              <a:rPr lang="vi-VN" b="1">
                <a:solidFill>
                  <a:srgbClr val="000000"/>
                </a:solidFill>
                <a:latin typeface="Courier New"/>
                <a:cs typeface="Arial"/>
              </a:rPr>
              <a:t> </a:t>
            </a:r>
            <a:r>
              <a:rPr lang="vi-VN" b="1">
                <a:solidFill>
                  <a:srgbClr val="808030"/>
                </a:solidFill>
                <a:latin typeface="Courier New"/>
                <a:cs typeface="Arial"/>
              </a:rPr>
              <a:t>&lt;&lt;</a:t>
            </a:r>
            <a:r>
              <a:rPr lang="vi-VN" b="1">
                <a:solidFill>
                  <a:srgbClr val="000000"/>
                </a:solidFill>
                <a:latin typeface="Courier New"/>
                <a:cs typeface="Arial"/>
              </a:rPr>
              <a:t> p</a:t>
            </a:r>
            <a:r>
              <a:rPr lang="vi-VN" b="1">
                <a:solidFill>
                  <a:srgbClr val="808030"/>
                </a:solidFill>
                <a:latin typeface="Courier New"/>
                <a:cs typeface="Arial"/>
              </a:rPr>
              <a:t>-&gt;</a:t>
            </a:r>
            <a:r>
              <a:rPr lang="vi-VN" b="1">
                <a:solidFill>
                  <a:srgbClr val="000000"/>
                </a:solidFill>
                <a:latin typeface="Courier New"/>
                <a:cs typeface="Arial"/>
              </a:rPr>
              <a:t>ngayMuon </a:t>
            </a:r>
            <a:r>
              <a:rPr lang="vi-VN" b="1">
                <a:solidFill>
                  <a:srgbClr val="808030"/>
                </a:solidFill>
                <a:latin typeface="Courier New"/>
                <a:cs typeface="Arial"/>
              </a:rPr>
              <a:t>&lt;&lt;</a:t>
            </a:r>
            <a:r>
              <a:rPr lang="vi-VN" b="1">
                <a:solidFill>
                  <a:srgbClr val="000000"/>
                </a:solidFill>
                <a:latin typeface="Courier New"/>
                <a:cs typeface="Arial"/>
              </a:rPr>
              <a:t> </a:t>
            </a:r>
            <a:r>
              <a:rPr lang="vi-VN" b="1">
                <a:solidFill>
                  <a:srgbClr val="603000"/>
                </a:solidFill>
                <a:latin typeface="Courier New"/>
                <a:cs typeface="Arial"/>
              </a:rPr>
              <a:t>endl</a:t>
            </a:r>
            <a:r>
              <a:rPr lang="vi-VN" b="1">
                <a:solidFill>
                  <a:srgbClr val="800080"/>
                </a:solidFill>
                <a:latin typeface="Courier New"/>
                <a:cs typeface="Arial"/>
              </a:rPr>
              <a:t>;</a:t>
            </a:r>
            <a:r>
              <a:rPr lang="vi-VN" b="1">
                <a:solidFill>
                  <a:srgbClr val="000000"/>
                </a:solidFill>
                <a:latin typeface="Courier New"/>
                <a:cs typeface="Arial"/>
              </a:rPr>
              <a:t>
        </a:t>
            </a:r>
            <a:r>
              <a:rPr lang="vi-VN" b="1">
                <a:solidFill>
                  <a:srgbClr val="603000"/>
                </a:solidFill>
                <a:latin typeface="Courier New"/>
                <a:cs typeface="Arial"/>
              </a:rPr>
              <a:t>cout</a:t>
            </a:r>
            <a:r>
              <a:rPr lang="vi-VN" b="1">
                <a:solidFill>
                  <a:srgbClr val="000000"/>
                </a:solidFill>
                <a:latin typeface="Courier New"/>
                <a:cs typeface="Arial"/>
              </a:rPr>
              <a:t> </a:t>
            </a:r>
            <a:r>
              <a:rPr lang="vi-VN" b="1">
                <a:solidFill>
                  <a:srgbClr val="808030"/>
                </a:solidFill>
                <a:latin typeface="Courier New"/>
                <a:cs typeface="Arial"/>
              </a:rPr>
              <a:t>&lt;&lt;</a:t>
            </a:r>
            <a:r>
              <a:rPr lang="vi-VN" b="1">
                <a:solidFill>
                  <a:srgbClr val="000000"/>
                </a:solidFill>
                <a:latin typeface="Courier New"/>
                <a:cs typeface="Arial"/>
              </a:rPr>
              <a:t> </a:t>
            </a:r>
            <a:r>
              <a:rPr lang="vi-VN" b="1">
                <a:solidFill>
                  <a:srgbClr val="800000"/>
                </a:solidFill>
                <a:latin typeface="Courier New"/>
                <a:cs typeface="Arial"/>
              </a:rPr>
              <a:t>"</a:t>
            </a:r>
            <a:r>
              <a:rPr lang="vi-VN" b="1">
                <a:solidFill>
                  <a:srgbClr val="0000E6"/>
                </a:solidFill>
                <a:latin typeface="Courier New"/>
                <a:cs typeface="Arial"/>
              </a:rPr>
              <a:t>Trang thai: </a:t>
            </a:r>
            <a:r>
              <a:rPr lang="vi-VN" b="1">
                <a:solidFill>
                  <a:srgbClr val="800000"/>
                </a:solidFill>
                <a:latin typeface="Courier New"/>
                <a:cs typeface="Arial"/>
              </a:rPr>
              <a:t>"</a:t>
            </a:r>
            <a:r>
              <a:rPr lang="vi-VN" b="1">
                <a:solidFill>
                  <a:srgbClr val="000000"/>
                </a:solidFill>
                <a:latin typeface="Courier New"/>
                <a:cs typeface="Arial"/>
              </a:rPr>
              <a:t> </a:t>
            </a:r>
            <a:r>
              <a:rPr lang="vi-VN" b="1">
                <a:solidFill>
                  <a:srgbClr val="808030"/>
                </a:solidFill>
                <a:latin typeface="Courier New"/>
                <a:cs typeface="Arial"/>
              </a:rPr>
              <a:t>&lt;&lt;</a:t>
            </a:r>
            <a:r>
              <a:rPr lang="vi-VN" b="1">
                <a:solidFill>
                  <a:srgbClr val="000000"/>
                </a:solidFill>
                <a:latin typeface="Courier New"/>
                <a:cs typeface="Arial"/>
              </a:rPr>
              <a:t> </a:t>
            </a:r>
            <a:r>
              <a:rPr lang="vi-VN" b="1">
                <a:solidFill>
                  <a:srgbClr val="808030"/>
                </a:solidFill>
                <a:latin typeface="Courier New"/>
                <a:cs typeface="Arial"/>
              </a:rPr>
              <a:t>(</a:t>
            </a:r>
            <a:r>
              <a:rPr lang="vi-VN" b="1">
                <a:solidFill>
                  <a:srgbClr val="000000"/>
                </a:solidFill>
                <a:latin typeface="Courier New"/>
                <a:cs typeface="Arial"/>
              </a:rPr>
              <a:t>p</a:t>
            </a:r>
            <a:r>
              <a:rPr lang="vi-VN" b="1">
                <a:solidFill>
                  <a:srgbClr val="808030"/>
                </a:solidFill>
                <a:latin typeface="Courier New"/>
                <a:cs typeface="Arial"/>
              </a:rPr>
              <a:t>-&gt;</a:t>
            </a:r>
            <a:r>
              <a:rPr lang="vi-VN" b="1">
                <a:solidFill>
                  <a:srgbClr val="000000"/>
                </a:solidFill>
                <a:latin typeface="Courier New"/>
                <a:cs typeface="Arial"/>
              </a:rPr>
              <a:t>daTra </a:t>
            </a:r>
            <a:r>
              <a:rPr lang="vi-VN" b="1">
                <a:solidFill>
                  <a:srgbClr val="800080"/>
                </a:solidFill>
                <a:latin typeface="Courier New"/>
                <a:cs typeface="Arial"/>
              </a:rPr>
              <a:t>?</a:t>
            </a:r>
            <a:r>
              <a:rPr lang="vi-VN" b="1">
                <a:solidFill>
                  <a:srgbClr val="000000"/>
                </a:solidFill>
                <a:latin typeface="Courier New"/>
                <a:cs typeface="Arial"/>
              </a:rPr>
              <a:t> </a:t>
            </a:r>
            <a:r>
              <a:rPr lang="vi-VN" b="1">
                <a:solidFill>
                  <a:srgbClr val="800000"/>
                </a:solidFill>
                <a:latin typeface="Courier New"/>
                <a:cs typeface="Arial"/>
              </a:rPr>
              <a:t>"</a:t>
            </a:r>
            <a:r>
              <a:rPr lang="vi-VN" b="1">
                <a:solidFill>
                  <a:srgbClr val="0000E6"/>
                </a:solidFill>
                <a:latin typeface="Courier New"/>
                <a:cs typeface="Arial"/>
              </a:rPr>
              <a:t>Da tra</a:t>
            </a:r>
            <a:r>
              <a:rPr lang="vi-VN" b="1">
                <a:solidFill>
                  <a:srgbClr val="800000"/>
                </a:solidFill>
                <a:latin typeface="Courier New"/>
                <a:cs typeface="Arial"/>
              </a:rPr>
              <a:t>"</a:t>
            </a:r>
            <a:r>
              <a:rPr lang="vi-VN" b="1">
                <a:solidFill>
                  <a:srgbClr val="000000"/>
                </a:solidFill>
                <a:latin typeface="Courier New"/>
                <a:cs typeface="Arial"/>
              </a:rPr>
              <a:t> </a:t>
            </a:r>
            <a:r>
              <a:rPr lang="vi-VN" b="1">
                <a:solidFill>
                  <a:srgbClr val="800080"/>
                </a:solidFill>
                <a:latin typeface="Courier New"/>
                <a:cs typeface="Arial"/>
              </a:rPr>
              <a:t>:</a:t>
            </a:r>
            <a:r>
              <a:rPr lang="vi-VN" b="1">
                <a:solidFill>
                  <a:srgbClr val="000000"/>
                </a:solidFill>
                <a:latin typeface="Courier New"/>
                <a:cs typeface="Arial"/>
              </a:rPr>
              <a:t> </a:t>
            </a:r>
            <a:r>
              <a:rPr lang="vi-VN" b="1">
                <a:solidFill>
                  <a:srgbClr val="800000"/>
                </a:solidFill>
                <a:latin typeface="Courier New"/>
                <a:cs typeface="Arial"/>
              </a:rPr>
              <a:t>"</a:t>
            </a:r>
            <a:r>
              <a:rPr lang="vi-VN" b="1">
                <a:solidFill>
                  <a:srgbClr val="0000E6"/>
                </a:solidFill>
                <a:latin typeface="Courier New"/>
                <a:cs typeface="Arial"/>
              </a:rPr>
              <a:t>Dang muon</a:t>
            </a:r>
            <a:r>
              <a:rPr lang="vi-VN" b="1">
                <a:solidFill>
                  <a:srgbClr val="800000"/>
                </a:solidFill>
                <a:latin typeface="Courier New"/>
                <a:cs typeface="Arial"/>
              </a:rPr>
              <a:t>"</a:t>
            </a:r>
            <a:r>
              <a:rPr lang="vi-VN" b="1">
                <a:solidFill>
                  <a:srgbClr val="808030"/>
                </a:solidFill>
                <a:latin typeface="Courier New"/>
                <a:cs typeface="Arial"/>
              </a:rPr>
              <a:t>)</a:t>
            </a:r>
            <a:r>
              <a:rPr lang="vi-VN" b="1">
                <a:solidFill>
                  <a:srgbClr val="000000"/>
                </a:solidFill>
                <a:latin typeface="Courier New"/>
                <a:cs typeface="Arial"/>
              </a:rPr>
              <a:t> </a:t>
            </a:r>
            <a:r>
              <a:rPr lang="vi-VN" b="1">
                <a:solidFill>
                  <a:srgbClr val="808030"/>
                </a:solidFill>
                <a:latin typeface="Courier New"/>
                <a:cs typeface="Arial"/>
              </a:rPr>
              <a:t>&lt;&lt;</a:t>
            </a:r>
            <a:r>
              <a:rPr lang="vi-VN" b="1">
                <a:solidFill>
                  <a:srgbClr val="000000"/>
                </a:solidFill>
                <a:latin typeface="Courier New"/>
                <a:cs typeface="Arial"/>
              </a:rPr>
              <a:t> </a:t>
            </a:r>
            <a:r>
              <a:rPr lang="vi-VN" b="1">
                <a:solidFill>
                  <a:srgbClr val="603000"/>
                </a:solidFill>
                <a:latin typeface="Courier New"/>
                <a:cs typeface="Arial"/>
              </a:rPr>
              <a:t>endl</a:t>
            </a:r>
            <a:r>
              <a:rPr lang="vi-VN" b="1">
                <a:solidFill>
                  <a:srgbClr val="800080"/>
                </a:solidFill>
                <a:latin typeface="Courier New"/>
                <a:cs typeface="Arial"/>
              </a:rPr>
              <a:t>;</a:t>
            </a:r>
            <a:r>
              <a:rPr lang="vi-VN" b="1">
                <a:solidFill>
                  <a:srgbClr val="000000"/>
                </a:solidFill>
                <a:latin typeface="Courier New"/>
                <a:cs typeface="Arial"/>
              </a:rPr>
              <a:t>
        </a:t>
            </a:r>
            <a:r>
              <a:rPr lang="vi-VN" b="1">
                <a:solidFill>
                  <a:srgbClr val="603000"/>
                </a:solidFill>
                <a:latin typeface="Courier New"/>
                <a:cs typeface="Arial"/>
              </a:rPr>
              <a:t>cout</a:t>
            </a:r>
            <a:r>
              <a:rPr lang="vi-VN" b="1">
                <a:solidFill>
                  <a:srgbClr val="000000"/>
                </a:solidFill>
                <a:latin typeface="Courier New"/>
                <a:cs typeface="Arial"/>
              </a:rPr>
              <a:t> </a:t>
            </a:r>
            <a:r>
              <a:rPr lang="vi-VN" b="1">
                <a:solidFill>
                  <a:srgbClr val="808030"/>
                </a:solidFill>
                <a:latin typeface="Courier New"/>
                <a:cs typeface="Arial"/>
              </a:rPr>
              <a:t>&lt;&lt;</a:t>
            </a:r>
            <a:r>
              <a:rPr lang="vi-VN" b="1">
                <a:solidFill>
                  <a:srgbClr val="000000"/>
                </a:solidFill>
                <a:latin typeface="Courier New"/>
                <a:cs typeface="Arial"/>
              </a:rPr>
              <a:t> </a:t>
            </a:r>
            <a:r>
              <a:rPr lang="vi-VN" b="1">
                <a:solidFill>
                  <a:srgbClr val="800000"/>
                </a:solidFill>
                <a:latin typeface="Courier New"/>
                <a:cs typeface="Arial"/>
              </a:rPr>
              <a:t>"</a:t>
            </a:r>
            <a:r>
              <a:rPr lang="vi-VN" b="1">
                <a:solidFill>
                  <a:srgbClr val="0000E6"/>
                </a:solidFill>
                <a:latin typeface="Courier New"/>
                <a:cs typeface="Arial"/>
              </a:rPr>
              <a:t>----------------------</a:t>
            </a:r>
            <a:r>
              <a:rPr lang="vi-VN" b="1">
                <a:solidFill>
                  <a:srgbClr val="0F69FF"/>
                </a:solidFill>
                <a:latin typeface="Courier New"/>
                <a:cs typeface="Arial"/>
              </a:rPr>
              <a:t>\n</a:t>
            </a:r>
            <a:r>
              <a:rPr lang="vi-VN" b="1">
                <a:solidFill>
                  <a:srgbClr val="800000"/>
                </a:solidFill>
                <a:latin typeface="Courier New"/>
                <a:cs typeface="Arial"/>
              </a:rPr>
              <a:t>"</a:t>
            </a:r>
            <a:r>
              <a:rPr lang="vi-VN" b="1">
                <a:solidFill>
                  <a:srgbClr val="800080"/>
                </a:solidFill>
                <a:latin typeface="Courier New"/>
                <a:cs typeface="Arial"/>
              </a:rPr>
              <a:t>;</a:t>
            </a:r>
            <a:r>
              <a:rPr lang="vi-VN" b="1">
                <a:solidFill>
                  <a:srgbClr val="000000"/>
                </a:solidFill>
                <a:latin typeface="Courier New"/>
                <a:cs typeface="Arial"/>
              </a:rPr>
              <a:t>
        p </a:t>
            </a:r>
            <a:r>
              <a:rPr lang="vi-VN" b="1">
                <a:solidFill>
                  <a:srgbClr val="808030"/>
                </a:solidFill>
                <a:latin typeface="Courier New"/>
                <a:cs typeface="Arial"/>
              </a:rPr>
              <a:t>=</a:t>
            </a:r>
            <a:r>
              <a:rPr lang="vi-VN" b="1">
                <a:solidFill>
                  <a:srgbClr val="000000"/>
                </a:solidFill>
                <a:latin typeface="Courier New"/>
                <a:cs typeface="Arial"/>
              </a:rPr>
              <a:t> p</a:t>
            </a:r>
            <a:r>
              <a:rPr lang="vi-VN" b="1">
                <a:solidFill>
                  <a:srgbClr val="808030"/>
                </a:solidFill>
                <a:latin typeface="Courier New"/>
                <a:cs typeface="Arial"/>
              </a:rPr>
              <a:t>-&gt;</a:t>
            </a:r>
            <a:r>
              <a:rPr lang="vi-VN" b="1">
                <a:solidFill>
                  <a:srgbClr val="000000"/>
                </a:solidFill>
                <a:latin typeface="Courier New"/>
                <a:cs typeface="Arial"/>
              </a:rPr>
              <a:t>next</a:t>
            </a:r>
            <a:r>
              <a:rPr lang="vi-VN" b="1">
                <a:solidFill>
                  <a:srgbClr val="800080"/>
                </a:solidFill>
                <a:latin typeface="Courier New"/>
                <a:cs typeface="Arial"/>
              </a:rPr>
              <a:t>;</a:t>
            </a:r>
            <a:r>
              <a:rPr lang="vi-VN" b="1">
                <a:solidFill>
                  <a:srgbClr val="000000"/>
                </a:solidFill>
                <a:latin typeface="Courier New"/>
                <a:cs typeface="Arial"/>
              </a:rPr>
              <a:t>
    </a:t>
            </a:r>
            <a:r>
              <a:rPr lang="vi-VN" b="1">
                <a:solidFill>
                  <a:srgbClr val="800080"/>
                </a:solidFill>
                <a:latin typeface="Courier New"/>
                <a:cs typeface="Arial"/>
              </a:rPr>
              <a:t>}</a:t>
            </a:r>
            <a:r>
              <a:rPr lang="vi-VN" b="1">
                <a:solidFill>
                  <a:srgbClr val="000000"/>
                </a:solidFill>
                <a:latin typeface="Courier New"/>
                <a:cs typeface="Arial"/>
              </a:rPr>
              <a:t>
</a:t>
            </a:r>
            <a:r>
              <a:rPr lang="vi-VN" b="1">
                <a:solidFill>
                  <a:srgbClr val="800080"/>
                </a:solidFill>
                <a:latin typeface="Courier New"/>
                <a:cs typeface="Arial"/>
              </a:rPr>
              <a:t>}</a:t>
            </a:r>
            <a:endParaRPr lang="vi-VN" b="1">
              <a:latin typeface="Courier New"/>
              <a:cs typeface="Arial"/>
            </a:endParaRPr>
          </a:p>
        </p:txBody>
      </p:sp>
      <p:sp>
        <p:nvSpPr>
          <p:cNvPr id="3" name="Hình chữ nhật 2">
            <a:extLst>
              <a:ext uri="{FF2B5EF4-FFF2-40B4-BE49-F238E27FC236}">
                <a16:creationId xmlns:a16="http://schemas.microsoft.com/office/drawing/2014/main" id="{15936629-F461-0286-2299-FF114D71B506}"/>
              </a:ext>
            </a:extLst>
          </p:cNvPr>
          <p:cNvSpPr/>
          <p:nvPr/>
        </p:nvSpPr>
        <p:spPr>
          <a:xfrm>
            <a:off x="6666513" y="1072761"/>
            <a:ext cx="5528400" cy="6015690"/>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vi-VN" sz="2000" b="1">
                <a:solidFill>
                  <a:schemeClr val="tx1">
                    <a:lumMod val="95000"/>
                    <a:lumOff val="5000"/>
                  </a:schemeClr>
                </a:solidFill>
                <a:latin typeface="Open Sans"/>
                <a:ea typeface="Open Sans"/>
                <a:cs typeface="Arial"/>
              </a:rPr>
              <a:t>Mục đích:</a:t>
            </a:r>
          </a:p>
          <a:p>
            <a:r>
              <a:rPr lang="vi" sz="2000">
                <a:solidFill>
                  <a:schemeClr val="tx1"/>
                </a:solidFill>
                <a:latin typeface="Open Sans"/>
                <a:ea typeface="+mn-lt"/>
                <a:cs typeface="Arial"/>
              </a:rPr>
              <a:t>- Người dùng dễ dàng theo dõi thông tin các giao dịch mượn sách của sinh viên, bao gồm mã phiếu, mã sinh viên, mã sách, ngày mượn và trạng thái trả sách.</a:t>
            </a:r>
          </a:p>
          <a:p>
            <a:endParaRPr lang="vi" sz="2000">
              <a:solidFill>
                <a:schemeClr val="tx1"/>
              </a:solidFill>
              <a:latin typeface="Open Sans"/>
              <a:ea typeface="Open Sans"/>
              <a:cs typeface="Arial"/>
            </a:endParaRPr>
          </a:p>
          <a:p>
            <a:r>
              <a:rPr lang="vi-VN" sz="2000" b="1">
                <a:solidFill>
                  <a:schemeClr val="tx1"/>
                </a:solidFill>
                <a:latin typeface="Open Sans"/>
                <a:ea typeface="Open Sans"/>
                <a:cs typeface="Arial"/>
              </a:rPr>
              <a:t>Chức năng:</a:t>
            </a:r>
            <a:endParaRPr lang="vi-VN" sz="2000">
              <a:solidFill>
                <a:schemeClr val="tx1"/>
              </a:solidFill>
              <a:latin typeface="Open Sans"/>
              <a:ea typeface="Open Sans"/>
              <a:cs typeface="Arial"/>
            </a:endParaRPr>
          </a:p>
          <a:p>
            <a:r>
              <a:rPr lang="vi" sz="2000">
                <a:solidFill>
                  <a:schemeClr val="tx1"/>
                </a:solidFill>
                <a:latin typeface="Open Sans"/>
                <a:ea typeface="Open Sans"/>
                <a:cs typeface="Times New Roman"/>
              </a:rPr>
              <a:t>- Hàm hienThiPhieuMuon() có nhiệm vụ hiển thị toàn bộ danh sách phiếu mượn sách hiện có trong hệ thống quản lý mượn – trả.</a:t>
            </a:r>
            <a:endParaRPr lang="vi-VN" sz="2000">
              <a:solidFill>
                <a:schemeClr val="tx1"/>
              </a:solidFill>
              <a:latin typeface="Open Sans"/>
              <a:ea typeface="Open Sans"/>
              <a:cs typeface="Arial"/>
            </a:endParaRPr>
          </a:p>
          <a:p>
            <a:endParaRPr lang="vi-VN" sz="2000" b="1">
              <a:solidFill>
                <a:schemeClr val="tx1"/>
              </a:solidFill>
              <a:latin typeface="Open Sans"/>
              <a:ea typeface="Open Sans"/>
              <a:cs typeface="Arial"/>
            </a:endParaRPr>
          </a:p>
          <a:p>
            <a:r>
              <a:rPr lang="vi-VN" sz="2000" b="1">
                <a:solidFill>
                  <a:schemeClr val="tx1"/>
                </a:solidFill>
                <a:latin typeface="Open Sans"/>
                <a:ea typeface="+mn-lt"/>
                <a:cs typeface="Arial"/>
              </a:rPr>
              <a:t>Cách hoạt động:</a:t>
            </a:r>
            <a:br>
              <a:rPr lang="vi-VN" sz="2000" b="1">
                <a:latin typeface="Open Sans"/>
                <a:ea typeface="+mn-lt"/>
                <a:cs typeface="Arial"/>
              </a:rPr>
            </a:br>
            <a:r>
              <a:rPr lang="vi-VN" sz="2000">
                <a:solidFill>
                  <a:schemeClr val="tx1"/>
                </a:solidFill>
                <a:latin typeface="Open Sans"/>
                <a:ea typeface="+mn-lt"/>
                <a:cs typeface="Arial"/>
              </a:rPr>
              <a:t>1. Nhập mã phiếu hoặc MSSV cần trả   </a:t>
            </a:r>
            <a:br>
              <a:rPr lang="vi-VN" sz="2000">
                <a:latin typeface="Open Sans"/>
                <a:ea typeface="+mn-lt"/>
                <a:cs typeface="Arial"/>
              </a:rPr>
            </a:br>
            <a:r>
              <a:rPr lang="vi-VN" sz="2000">
                <a:solidFill>
                  <a:schemeClr val="tx1"/>
                </a:solidFill>
                <a:latin typeface="Open Sans"/>
                <a:ea typeface="+mn-lt"/>
                <a:cs typeface="Arial"/>
              </a:rPr>
              <a:t>2. Duyệt danh sách tìm phiếu trùng khớp</a:t>
            </a:r>
            <a:endParaRPr lang="vi-VN" sz="2000">
              <a:solidFill>
                <a:schemeClr val="tx1"/>
              </a:solidFill>
              <a:latin typeface="Open Sans"/>
              <a:ea typeface="Open Sans"/>
              <a:cs typeface="Arial"/>
            </a:endParaRPr>
          </a:p>
          <a:p>
            <a:r>
              <a:rPr lang="vi-VN" sz="2000">
                <a:solidFill>
                  <a:schemeClr val="tx1"/>
                </a:solidFill>
                <a:latin typeface="Open Sans"/>
                <a:ea typeface="Open Sans"/>
                <a:cs typeface="Arial"/>
              </a:rPr>
              <a:t>3. </a:t>
            </a:r>
            <a:r>
              <a:rPr lang="vi-VN" sz="2000">
                <a:solidFill>
                  <a:schemeClr val="tx1"/>
                </a:solidFill>
                <a:latin typeface="Open Sans"/>
                <a:ea typeface="+mn-lt"/>
                <a:cs typeface="Arial"/>
              </a:rPr>
              <a:t>Cập nhật trạng thái sang “Đã trả” </a:t>
            </a:r>
          </a:p>
          <a:p>
            <a:r>
              <a:rPr lang="vi-VN" sz="2000">
                <a:solidFill>
                  <a:schemeClr val="tx1"/>
                </a:solidFill>
                <a:latin typeface="Open Sans"/>
                <a:ea typeface="+mn-lt"/>
                <a:cs typeface="Arial"/>
              </a:rPr>
              <a:t>4. In thông báo “Trả sách thành công” </a:t>
            </a:r>
          </a:p>
          <a:p>
            <a:endParaRPr lang="vi-VN" sz="2000">
              <a:latin typeface="Open Sans"/>
              <a:ea typeface="Open Sans"/>
              <a:cs typeface="Arial"/>
            </a:endParaRPr>
          </a:p>
        </p:txBody>
      </p:sp>
    </p:spTree>
    <p:extLst>
      <p:ext uri="{BB962C8B-B14F-4D97-AF65-F5344CB8AC3E}">
        <p14:creationId xmlns:p14="http://schemas.microsoft.com/office/powerpoint/2010/main" val="3503090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a:extLst>
            <a:ext uri="{FF2B5EF4-FFF2-40B4-BE49-F238E27FC236}">
              <a16:creationId xmlns:a16="http://schemas.microsoft.com/office/drawing/2014/main" id="{32EEE548-7EC2-089C-3BC4-3689E29F4E63}"/>
            </a:ext>
          </a:extLst>
        </p:cNvPr>
        <p:cNvGrpSpPr/>
        <p:nvPr/>
      </p:nvGrpSpPr>
      <p:grpSpPr>
        <a:xfrm>
          <a:off x="0" y="0"/>
          <a:ext cx="0" cy="0"/>
          <a:chOff x="0" y="0"/>
          <a:chExt cx="0" cy="0"/>
        </a:xfrm>
      </p:grpSpPr>
      <p:sp>
        <p:nvSpPr>
          <p:cNvPr id="2" name="Tiêu đề 1">
            <a:extLst>
              <a:ext uri="{FF2B5EF4-FFF2-40B4-BE49-F238E27FC236}">
                <a16:creationId xmlns:a16="http://schemas.microsoft.com/office/drawing/2014/main" id="{8B354680-490B-24F6-6A96-F5F2D7A4089D}"/>
              </a:ext>
            </a:extLst>
          </p:cNvPr>
          <p:cNvSpPr>
            <a:spLocks noGrp="1"/>
          </p:cNvSpPr>
          <p:nvPr>
            <p:ph type="title"/>
          </p:nvPr>
        </p:nvSpPr>
        <p:spPr>
          <a:xfrm>
            <a:off x="832846" y="306724"/>
            <a:ext cx="10794124" cy="878873"/>
          </a:xfrm>
        </p:spPr>
        <p:txBody>
          <a:bodyPr/>
          <a:lstStyle/>
          <a:p>
            <a:r>
              <a:rPr lang="vi-VN">
                <a:latin typeface="Times New Roman"/>
                <a:cs typeface="Times New Roman"/>
              </a:rPr>
              <a:t>    </a:t>
            </a:r>
            <a:r>
              <a:rPr lang="vi-VN">
                <a:solidFill>
                  <a:schemeClr val="bg1"/>
                </a:solidFill>
                <a:latin typeface="Times New Roman"/>
                <a:cs typeface="Times New Roman"/>
              </a:rPr>
              <a:t> </a:t>
            </a:r>
            <a:r>
              <a:rPr lang="vi-VN" b="1">
                <a:solidFill>
                  <a:srgbClr val="FFC000"/>
                </a:solidFill>
                <a:latin typeface="Segoe UI"/>
                <a:cs typeface="Times New Roman"/>
              </a:rPr>
              <a:t> KẾT QUẢ CHẠY CHƯƠNG TRÌNH</a:t>
            </a:r>
            <a:endParaRPr lang="vi-VN" b="1">
              <a:solidFill>
                <a:srgbClr val="FFC000"/>
              </a:solidFill>
              <a:latin typeface="Segoe UI"/>
              <a:cs typeface="Segoe UI"/>
            </a:endParaRPr>
          </a:p>
        </p:txBody>
      </p:sp>
      <p:sp>
        <p:nvSpPr>
          <p:cNvPr id="4" name="Chỗ dành sẵn cho Nội dung 3">
            <a:extLst>
              <a:ext uri="{FF2B5EF4-FFF2-40B4-BE49-F238E27FC236}">
                <a16:creationId xmlns:a16="http://schemas.microsoft.com/office/drawing/2014/main" id="{717F5FAC-491E-8952-9501-A5DB6DEAE57E}"/>
              </a:ext>
            </a:extLst>
          </p:cNvPr>
          <p:cNvSpPr>
            <a:spLocks noGrp="1"/>
          </p:cNvSpPr>
          <p:nvPr>
            <p:ph idx="1"/>
          </p:nvPr>
        </p:nvSpPr>
        <p:spPr>
          <a:xfrm>
            <a:off x="433274" y="1478960"/>
            <a:ext cx="11323092" cy="4971173"/>
          </a:xfrm>
        </p:spPr>
        <p:txBody>
          <a:bodyPr vert="horz" lIns="91440" tIns="45720" rIns="91440" bIns="45720" rtlCol="0" anchor="t">
            <a:normAutofit/>
          </a:bodyPr>
          <a:lstStyle/>
          <a:p>
            <a:r>
              <a:rPr lang="vi-VN">
                <a:latin typeface="Open Sans"/>
                <a:ea typeface="Open Sans"/>
                <a:cs typeface="Open Sans"/>
              </a:rPr>
              <a:t>Giao diện và menu chính </a:t>
            </a:r>
            <a:br>
              <a:rPr lang="vi-VN">
                <a:latin typeface="Open Sans"/>
                <a:ea typeface="Open Sans"/>
                <a:cs typeface="Open Sans"/>
              </a:rPr>
            </a:br>
            <a:r>
              <a:rPr lang="vi-VN">
                <a:latin typeface="Open Sans"/>
                <a:ea typeface="Open Sans"/>
                <a:cs typeface="Open Sans"/>
              </a:rPr>
              <a:t>Giao diện dạng console,dễ thao tác và trực quan </a:t>
            </a:r>
          </a:p>
          <a:p>
            <a:pPr marL="0" indent="0">
              <a:buNone/>
            </a:pPr>
            <a:endParaRPr lang="vi-VN">
              <a:latin typeface="Open Sans"/>
              <a:ea typeface="Open Sans"/>
              <a:cs typeface="Open Sans"/>
            </a:endParaRPr>
          </a:p>
          <a:p>
            <a:pPr marL="0" indent="0">
              <a:buNone/>
            </a:pPr>
            <a:endParaRPr lang="vi-VN" b="1">
              <a:latin typeface="Arial"/>
              <a:cs typeface="Arial"/>
            </a:endParaRPr>
          </a:p>
          <a:p>
            <a:pPr marL="0" indent="0">
              <a:buNone/>
            </a:pPr>
            <a:endParaRPr lang="vi-VN">
              <a:latin typeface="Open Sans"/>
              <a:ea typeface="Open Sans"/>
              <a:cs typeface="Open Sans"/>
            </a:endParaRPr>
          </a:p>
        </p:txBody>
      </p:sp>
      <p:pic>
        <p:nvPicPr>
          <p:cNvPr id="6" name="Hình ảnh 5" descr="Ảnh có chứa văn bản, ảnh chụp màn hình, Phông chữ&#10;&#10;Nội dung do AI tạo ra có thể không chính xác.">
            <a:extLst>
              <a:ext uri="{FF2B5EF4-FFF2-40B4-BE49-F238E27FC236}">
                <a16:creationId xmlns:a16="http://schemas.microsoft.com/office/drawing/2014/main" id="{946F4FB4-D6A8-190B-4909-DC1B060D2D28}"/>
              </a:ext>
            </a:extLst>
          </p:cNvPr>
          <p:cNvPicPr>
            <a:picLocks noChangeAspect="1"/>
          </p:cNvPicPr>
          <p:nvPr/>
        </p:nvPicPr>
        <p:blipFill>
          <a:blip r:embed="rId3"/>
          <a:stretch>
            <a:fillRect/>
          </a:stretch>
        </p:blipFill>
        <p:spPr>
          <a:xfrm>
            <a:off x="831371" y="2687667"/>
            <a:ext cx="10543635" cy="297791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5454243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a:extLst>
            <a:ext uri="{FF2B5EF4-FFF2-40B4-BE49-F238E27FC236}">
              <a16:creationId xmlns:a16="http://schemas.microsoft.com/office/drawing/2014/main" id="{C47878EC-9825-6CBC-FD5D-3EBEA585B490}"/>
            </a:ext>
          </a:extLst>
        </p:cNvPr>
        <p:cNvGrpSpPr/>
        <p:nvPr/>
      </p:nvGrpSpPr>
      <p:grpSpPr>
        <a:xfrm>
          <a:off x="0" y="0"/>
          <a:ext cx="0" cy="0"/>
          <a:chOff x="0" y="0"/>
          <a:chExt cx="0" cy="0"/>
        </a:xfrm>
      </p:grpSpPr>
      <p:pic>
        <p:nvPicPr>
          <p:cNvPr id="3" name="Hình ảnh 2" descr="Ảnh có chứa văn bản, Phông chữ, ảnh chụp màn hình&#10;&#10;Nội dung do AI tạo ra có thể không chính xác.">
            <a:extLst>
              <a:ext uri="{FF2B5EF4-FFF2-40B4-BE49-F238E27FC236}">
                <a16:creationId xmlns:a16="http://schemas.microsoft.com/office/drawing/2014/main" id="{1FE4F598-4B5B-C475-63F0-F3C074B59D89}"/>
              </a:ext>
            </a:extLst>
          </p:cNvPr>
          <p:cNvPicPr>
            <a:picLocks noChangeAspect="1"/>
          </p:cNvPicPr>
          <p:nvPr/>
        </p:nvPicPr>
        <p:blipFill>
          <a:blip r:embed="rId3"/>
          <a:stretch>
            <a:fillRect/>
          </a:stretch>
        </p:blipFill>
        <p:spPr>
          <a:xfrm>
            <a:off x="7797381" y="4291102"/>
            <a:ext cx="4389766" cy="165447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2" name="Tiêu đề 1">
            <a:extLst>
              <a:ext uri="{FF2B5EF4-FFF2-40B4-BE49-F238E27FC236}">
                <a16:creationId xmlns:a16="http://schemas.microsoft.com/office/drawing/2014/main" id="{CC6632E6-AEC2-1E63-72F0-488123F968D7}"/>
              </a:ext>
            </a:extLst>
          </p:cNvPr>
          <p:cNvSpPr>
            <a:spLocks noGrp="1"/>
          </p:cNvSpPr>
          <p:nvPr>
            <p:ph type="title"/>
          </p:nvPr>
        </p:nvSpPr>
        <p:spPr>
          <a:xfrm>
            <a:off x="832846" y="306724"/>
            <a:ext cx="10794124" cy="878873"/>
          </a:xfrm>
        </p:spPr>
        <p:txBody>
          <a:bodyPr/>
          <a:lstStyle/>
          <a:p>
            <a:r>
              <a:rPr lang="vi-VN">
                <a:latin typeface="Times New Roman"/>
                <a:cs typeface="Times New Roman"/>
              </a:rPr>
              <a:t>    </a:t>
            </a:r>
            <a:r>
              <a:rPr lang="vi-VN">
                <a:solidFill>
                  <a:schemeClr val="bg1"/>
                </a:solidFill>
                <a:latin typeface="Times New Roman"/>
                <a:cs typeface="Times New Roman"/>
              </a:rPr>
              <a:t> </a:t>
            </a:r>
            <a:r>
              <a:rPr lang="vi-VN" b="1">
                <a:solidFill>
                  <a:srgbClr val="FFC000"/>
                </a:solidFill>
                <a:latin typeface="Segoe UI"/>
                <a:cs typeface="Times New Roman"/>
              </a:rPr>
              <a:t> KẾT QUẢ CHẠY CHƯƠNG TRÌNH</a:t>
            </a:r>
            <a:endParaRPr lang="vi-VN" b="1">
              <a:solidFill>
                <a:srgbClr val="FFC000"/>
              </a:solidFill>
              <a:latin typeface="Segoe UI"/>
              <a:cs typeface="Segoe UI"/>
            </a:endParaRPr>
          </a:p>
        </p:txBody>
      </p:sp>
      <p:sp>
        <p:nvSpPr>
          <p:cNvPr id="4" name="Chỗ dành sẵn cho Nội dung 3">
            <a:extLst>
              <a:ext uri="{FF2B5EF4-FFF2-40B4-BE49-F238E27FC236}">
                <a16:creationId xmlns:a16="http://schemas.microsoft.com/office/drawing/2014/main" id="{263AAF4E-B721-30C2-17D9-C5A40CBF2668}"/>
              </a:ext>
            </a:extLst>
          </p:cNvPr>
          <p:cNvSpPr>
            <a:spLocks noGrp="1"/>
          </p:cNvSpPr>
          <p:nvPr>
            <p:ph idx="1"/>
          </p:nvPr>
        </p:nvSpPr>
        <p:spPr>
          <a:xfrm>
            <a:off x="838201" y="1178644"/>
            <a:ext cx="10515600" cy="886395"/>
          </a:xfrm>
        </p:spPr>
        <p:txBody>
          <a:bodyPr vert="horz" lIns="91440" tIns="45720" rIns="91440" bIns="45720" rtlCol="0" anchor="t">
            <a:normAutofit/>
          </a:bodyPr>
          <a:lstStyle/>
          <a:p>
            <a:r>
              <a:rPr lang="vi-VN" b="1">
                <a:latin typeface="Open Sans"/>
                <a:ea typeface="Open Sans"/>
                <a:cs typeface="Open Sans"/>
              </a:rPr>
              <a:t>Nhập 1 để thêm sách vào thư viện</a:t>
            </a:r>
            <a:endParaRPr lang="vi-VN" b="1">
              <a:latin typeface="Arial"/>
              <a:ea typeface="Open Sans"/>
              <a:cs typeface="Arial"/>
            </a:endParaRPr>
          </a:p>
          <a:p>
            <a:pPr marL="0" indent="0">
              <a:buNone/>
            </a:pPr>
            <a:endParaRPr lang="vi-VN">
              <a:latin typeface="Open Sans"/>
              <a:ea typeface="Open Sans"/>
              <a:cs typeface="Open Sans"/>
            </a:endParaRPr>
          </a:p>
        </p:txBody>
      </p:sp>
      <p:pic>
        <p:nvPicPr>
          <p:cNvPr id="6" name="Hình ảnh 5" descr="Ảnh có chứa văn bản, ảnh chụp màn hình, Phông chữ, thiết kế&#10;&#10;Nội dung do AI tạo ra có thể không chính xác.">
            <a:extLst>
              <a:ext uri="{FF2B5EF4-FFF2-40B4-BE49-F238E27FC236}">
                <a16:creationId xmlns:a16="http://schemas.microsoft.com/office/drawing/2014/main" id="{857009F7-A27B-6703-DD35-0EC34C2D05EC}"/>
              </a:ext>
            </a:extLst>
          </p:cNvPr>
          <p:cNvPicPr>
            <a:picLocks noChangeAspect="1"/>
          </p:cNvPicPr>
          <p:nvPr/>
        </p:nvPicPr>
        <p:blipFill>
          <a:blip r:embed="rId4"/>
          <a:stretch>
            <a:fillRect/>
          </a:stretch>
        </p:blipFill>
        <p:spPr>
          <a:xfrm>
            <a:off x="130116" y="2009954"/>
            <a:ext cx="3679166" cy="433333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8" name="Hình ảnh 7" descr="Ảnh có chứa văn bản, ảnh chụp màn hình, Phông chữ, thiết kế&#10;&#10;Nội dung do AI tạo ra có thể không chính xác.">
            <a:extLst>
              <a:ext uri="{FF2B5EF4-FFF2-40B4-BE49-F238E27FC236}">
                <a16:creationId xmlns:a16="http://schemas.microsoft.com/office/drawing/2014/main" id="{7070B567-B354-EC67-A863-22CE913C27C9}"/>
              </a:ext>
            </a:extLst>
          </p:cNvPr>
          <p:cNvPicPr>
            <a:picLocks noChangeAspect="1"/>
          </p:cNvPicPr>
          <p:nvPr/>
        </p:nvPicPr>
        <p:blipFill>
          <a:blip r:embed="rId5"/>
          <a:stretch>
            <a:fillRect/>
          </a:stretch>
        </p:blipFill>
        <p:spPr>
          <a:xfrm>
            <a:off x="3953416" y="2005461"/>
            <a:ext cx="3695700" cy="431356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0" name="Hình ảnh 9" descr="Ảnh có chứa văn bản, Phông chữ, ảnh chụp màn hình&#10;&#10;Nội dung do AI tạo ra có thể không chính xác.">
            <a:extLst>
              <a:ext uri="{FF2B5EF4-FFF2-40B4-BE49-F238E27FC236}">
                <a16:creationId xmlns:a16="http://schemas.microsoft.com/office/drawing/2014/main" id="{C7175448-4D05-EC28-DFAF-D1C88F931F02}"/>
              </a:ext>
            </a:extLst>
          </p:cNvPr>
          <p:cNvPicPr>
            <a:picLocks noChangeAspect="1"/>
          </p:cNvPicPr>
          <p:nvPr/>
        </p:nvPicPr>
        <p:blipFill>
          <a:blip r:embed="rId6"/>
          <a:stretch>
            <a:fillRect/>
          </a:stretch>
        </p:blipFill>
        <p:spPr>
          <a:xfrm>
            <a:off x="7798280" y="2235410"/>
            <a:ext cx="4387969" cy="189835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4480423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a:extLst>
            <a:ext uri="{FF2B5EF4-FFF2-40B4-BE49-F238E27FC236}">
              <a16:creationId xmlns:a16="http://schemas.microsoft.com/office/drawing/2014/main" id="{33C355D8-ADCC-4FF9-E9F9-6092129E4713}"/>
            </a:ext>
          </a:extLst>
        </p:cNvPr>
        <p:cNvGrpSpPr/>
        <p:nvPr/>
      </p:nvGrpSpPr>
      <p:grpSpPr>
        <a:xfrm>
          <a:off x="0" y="0"/>
          <a:ext cx="0" cy="0"/>
          <a:chOff x="0" y="0"/>
          <a:chExt cx="0" cy="0"/>
        </a:xfrm>
      </p:grpSpPr>
      <p:sp>
        <p:nvSpPr>
          <p:cNvPr id="2" name="Tiêu đề 1">
            <a:extLst>
              <a:ext uri="{FF2B5EF4-FFF2-40B4-BE49-F238E27FC236}">
                <a16:creationId xmlns:a16="http://schemas.microsoft.com/office/drawing/2014/main" id="{A33CE278-5ECA-4712-EF56-D912C980BE3D}"/>
              </a:ext>
            </a:extLst>
          </p:cNvPr>
          <p:cNvSpPr>
            <a:spLocks noGrp="1"/>
          </p:cNvSpPr>
          <p:nvPr>
            <p:ph type="title"/>
          </p:nvPr>
        </p:nvSpPr>
        <p:spPr>
          <a:xfrm>
            <a:off x="832846" y="306724"/>
            <a:ext cx="10794124" cy="878873"/>
          </a:xfrm>
        </p:spPr>
        <p:txBody>
          <a:bodyPr/>
          <a:lstStyle/>
          <a:p>
            <a:r>
              <a:rPr lang="vi-VN">
                <a:latin typeface="Times New Roman"/>
                <a:cs typeface="Times New Roman"/>
              </a:rPr>
              <a:t>    </a:t>
            </a:r>
            <a:r>
              <a:rPr lang="vi-VN">
                <a:solidFill>
                  <a:schemeClr val="bg1"/>
                </a:solidFill>
                <a:latin typeface="Times New Roman"/>
                <a:cs typeface="Times New Roman"/>
              </a:rPr>
              <a:t> </a:t>
            </a:r>
            <a:r>
              <a:rPr lang="vi-VN" b="1">
                <a:solidFill>
                  <a:srgbClr val="FFC000"/>
                </a:solidFill>
                <a:latin typeface="Segoe UI"/>
                <a:cs typeface="Times New Roman"/>
              </a:rPr>
              <a:t> KẾT QUẢ CHẠY CHƯƠNG TRÌNH</a:t>
            </a:r>
            <a:endParaRPr lang="vi-VN" b="1">
              <a:solidFill>
                <a:srgbClr val="FFC000"/>
              </a:solidFill>
              <a:latin typeface="Segoe UI"/>
              <a:cs typeface="Segoe UI"/>
            </a:endParaRPr>
          </a:p>
        </p:txBody>
      </p:sp>
      <p:sp>
        <p:nvSpPr>
          <p:cNvPr id="4" name="Chỗ dành sẵn cho Nội dung 3">
            <a:extLst>
              <a:ext uri="{FF2B5EF4-FFF2-40B4-BE49-F238E27FC236}">
                <a16:creationId xmlns:a16="http://schemas.microsoft.com/office/drawing/2014/main" id="{D66015E5-55BC-91D4-1D28-537CFAD88C31}"/>
              </a:ext>
            </a:extLst>
          </p:cNvPr>
          <p:cNvSpPr>
            <a:spLocks noGrp="1"/>
          </p:cNvSpPr>
          <p:nvPr>
            <p:ph idx="1"/>
          </p:nvPr>
        </p:nvSpPr>
        <p:spPr>
          <a:xfrm>
            <a:off x="838200" y="1193022"/>
            <a:ext cx="10515600" cy="526961"/>
          </a:xfrm>
        </p:spPr>
        <p:txBody>
          <a:bodyPr vert="horz" lIns="91440" tIns="45720" rIns="91440" bIns="45720" rtlCol="0" anchor="t">
            <a:normAutofit/>
          </a:bodyPr>
          <a:lstStyle/>
          <a:p>
            <a:r>
              <a:rPr lang="vi-VN" b="1">
                <a:latin typeface="Open Sans"/>
                <a:ea typeface="Open Sans"/>
                <a:cs typeface="Open Sans"/>
              </a:rPr>
              <a:t>Nhập 2 để hiển thị danh sách sách</a:t>
            </a:r>
          </a:p>
          <a:p>
            <a:pPr marL="0" indent="0">
              <a:buNone/>
            </a:pPr>
            <a:endParaRPr lang="vi-VN">
              <a:latin typeface="Open Sans"/>
              <a:ea typeface="Open Sans"/>
              <a:cs typeface="Open Sans"/>
            </a:endParaRPr>
          </a:p>
        </p:txBody>
      </p:sp>
      <p:pic>
        <p:nvPicPr>
          <p:cNvPr id="3" name="Hình ảnh 2" descr="Ảnh có chứa văn bản, ảnh chụp màn hình, Phông chữ, thiết kế&#10;&#10;Nội dung do AI tạo ra có thể không chính xác.">
            <a:extLst>
              <a:ext uri="{FF2B5EF4-FFF2-40B4-BE49-F238E27FC236}">
                <a16:creationId xmlns:a16="http://schemas.microsoft.com/office/drawing/2014/main" id="{20E25B19-8184-79A1-76D7-6E59580FD24E}"/>
              </a:ext>
            </a:extLst>
          </p:cNvPr>
          <p:cNvPicPr>
            <a:picLocks noChangeAspect="1"/>
          </p:cNvPicPr>
          <p:nvPr/>
        </p:nvPicPr>
        <p:blipFill>
          <a:blip r:embed="rId3"/>
          <a:stretch>
            <a:fillRect/>
          </a:stretch>
        </p:blipFill>
        <p:spPr>
          <a:xfrm>
            <a:off x="2829463" y="1723845"/>
            <a:ext cx="6820616" cy="484804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8428273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a:extLst>
            <a:ext uri="{FF2B5EF4-FFF2-40B4-BE49-F238E27FC236}">
              <a16:creationId xmlns:a16="http://schemas.microsoft.com/office/drawing/2014/main" id="{F0EA79CB-6071-8FE8-AD9A-FE12432B54B4}"/>
            </a:ext>
          </a:extLst>
        </p:cNvPr>
        <p:cNvGrpSpPr/>
        <p:nvPr/>
      </p:nvGrpSpPr>
      <p:grpSpPr>
        <a:xfrm>
          <a:off x="0" y="0"/>
          <a:ext cx="0" cy="0"/>
          <a:chOff x="0" y="0"/>
          <a:chExt cx="0" cy="0"/>
        </a:xfrm>
      </p:grpSpPr>
      <p:sp>
        <p:nvSpPr>
          <p:cNvPr id="2" name="Tiêu đề 1">
            <a:extLst>
              <a:ext uri="{FF2B5EF4-FFF2-40B4-BE49-F238E27FC236}">
                <a16:creationId xmlns:a16="http://schemas.microsoft.com/office/drawing/2014/main" id="{46FC5B8A-F54B-1819-4B0C-3246DEBC0C9A}"/>
              </a:ext>
            </a:extLst>
          </p:cNvPr>
          <p:cNvSpPr>
            <a:spLocks noGrp="1"/>
          </p:cNvSpPr>
          <p:nvPr>
            <p:ph type="title"/>
          </p:nvPr>
        </p:nvSpPr>
        <p:spPr>
          <a:xfrm>
            <a:off x="832846" y="306724"/>
            <a:ext cx="10794124" cy="878873"/>
          </a:xfrm>
        </p:spPr>
        <p:txBody>
          <a:bodyPr/>
          <a:lstStyle/>
          <a:p>
            <a:r>
              <a:rPr lang="vi-VN">
                <a:latin typeface="Times New Roman"/>
                <a:cs typeface="Times New Roman"/>
              </a:rPr>
              <a:t>    </a:t>
            </a:r>
            <a:r>
              <a:rPr lang="vi-VN">
                <a:solidFill>
                  <a:schemeClr val="bg1"/>
                </a:solidFill>
                <a:latin typeface="Times New Roman"/>
                <a:cs typeface="Times New Roman"/>
              </a:rPr>
              <a:t> </a:t>
            </a:r>
            <a:r>
              <a:rPr lang="vi-VN" b="1">
                <a:solidFill>
                  <a:srgbClr val="FFC000"/>
                </a:solidFill>
                <a:latin typeface="Segoe UI"/>
                <a:cs typeface="Times New Roman"/>
              </a:rPr>
              <a:t> KẾT QUẢ CHẠY CHƯƠNG TRÌNH</a:t>
            </a:r>
            <a:endParaRPr lang="vi-VN" b="1">
              <a:solidFill>
                <a:srgbClr val="FFC000"/>
              </a:solidFill>
              <a:latin typeface="Segoe UI"/>
              <a:cs typeface="Segoe UI"/>
            </a:endParaRPr>
          </a:p>
        </p:txBody>
      </p:sp>
      <p:sp>
        <p:nvSpPr>
          <p:cNvPr id="4" name="Chỗ dành sẵn cho Nội dung 3">
            <a:extLst>
              <a:ext uri="{FF2B5EF4-FFF2-40B4-BE49-F238E27FC236}">
                <a16:creationId xmlns:a16="http://schemas.microsoft.com/office/drawing/2014/main" id="{6A29FCB2-9BD7-2D3E-E765-87E94627D7BE}"/>
              </a:ext>
            </a:extLst>
          </p:cNvPr>
          <p:cNvSpPr>
            <a:spLocks noGrp="1"/>
          </p:cNvSpPr>
          <p:nvPr>
            <p:ph idx="1"/>
          </p:nvPr>
        </p:nvSpPr>
        <p:spPr>
          <a:xfrm>
            <a:off x="838200" y="1182722"/>
            <a:ext cx="10515600" cy="537260"/>
          </a:xfrm>
        </p:spPr>
        <p:txBody>
          <a:bodyPr vert="horz" lIns="91440" tIns="45720" rIns="91440" bIns="45720" rtlCol="0" anchor="t">
            <a:normAutofit/>
          </a:bodyPr>
          <a:lstStyle/>
          <a:p>
            <a:r>
              <a:rPr lang="vi" b="1">
                <a:latin typeface="Arial"/>
                <a:ea typeface="+mn-lt"/>
                <a:cs typeface="Arial"/>
              </a:rPr>
              <a:t>Nhập 3 để tìm kiếm sách trong thư viện </a:t>
            </a:r>
            <a:endParaRPr lang="vi-VN">
              <a:latin typeface="Arial"/>
              <a:cs typeface="Arial"/>
            </a:endParaRPr>
          </a:p>
          <a:p>
            <a:endParaRPr lang="vi-VN">
              <a:latin typeface="Open Sans"/>
              <a:ea typeface="Open Sans"/>
              <a:cs typeface="Open Sans"/>
            </a:endParaRPr>
          </a:p>
        </p:txBody>
      </p:sp>
      <p:pic>
        <p:nvPicPr>
          <p:cNvPr id="5" name="Hình ảnh 4" descr="Ảnh có chứa văn bản, ảnh chụp màn hình, Phông chữ&#10;&#10;Nội dung do AI tạo ra có thể không chính xác.">
            <a:extLst>
              <a:ext uri="{FF2B5EF4-FFF2-40B4-BE49-F238E27FC236}">
                <a16:creationId xmlns:a16="http://schemas.microsoft.com/office/drawing/2014/main" id="{60805566-C581-6BAC-B963-3692890AACA6}"/>
              </a:ext>
            </a:extLst>
          </p:cNvPr>
          <p:cNvPicPr>
            <a:picLocks noChangeAspect="1"/>
          </p:cNvPicPr>
          <p:nvPr/>
        </p:nvPicPr>
        <p:blipFill>
          <a:blip r:embed="rId3"/>
          <a:stretch>
            <a:fillRect/>
          </a:stretch>
        </p:blipFill>
        <p:spPr>
          <a:xfrm>
            <a:off x="2397694" y="1726092"/>
            <a:ext cx="7669780" cy="432596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3167904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a:extLst>
            <a:ext uri="{FF2B5EF4-FFF2-40B4-BE49-F238E27FC236}">
              <a16:creationId xmlns:a16="http://schemas.microsoft.com/office/drawing/2014/main" id="{2E050392-1E17-DEEF-7E91-65B792228478}"/>
            </a:ext>
          </a:extLst>
        </p:cNvPr>
        <p:cNvGrpSpPr/>
        <p:nvPr/>
      </p:nvGrpSpPr>
      <p:grpSpPr>
        <a:xfrm>
          <a:off x="0" y="0"/>
          <a:ext cx="0" cy="0"/>
          <a:chOff x="0" y="0"/>
          <a:chExt cx="0" cy="0"/>
        </a:xfrm>
      </p:grpSpPr>
      <p:sp>
        <p:nvSpPr>
          <p:cNvPr id="2" name="Tiêu đề 1">
            <a:extLst>
              <a:ext uri="{FF2B5EF4-FFF2-40B4-BE49-F238E27FC236}">
                <a16:creationId xmlns:a16="http://schemas.microsoft.com/office/drawing/2014/main" id="{10A1CC83-5DAE-C399-5E9E-DB655B9CBFC0}"/>
              </a:ext>
            </a:extLst>
          </p:cNvPr>
          <p:cNvSpPr>
            <a:spLocks noGrp="1"/>
          </p:cNvSpPr>
          <p:nvPr>
            <p:ph type="title"/>
          </p:nvPr>
        </p:nvSpPr>
        <p:spPr>
          <a:xfrm>
            <a:off x="832846" y="306724"/>
            <a:ext cx="10794124" cy="878873"/>
          </a:xfrm>
        </p:spPr>
        <p:txBody>
          <a:bodyPr/>
          <a:lstStyle/>
          <a:p>
            <a:r>
              <a:rPr lang="vi-VN">
                <a:latin typeface="Times New Roman"/>
                <a:cs typeface="Times New Roman"/>
              </a:rPr>
              <a:t>    </a:t>
            </a:r>
            <a:r>
              <a:rPr lang="vi-VN">
                <a:solidFill>
                  <a:schemeClr val="bg1"/>
                </a:solidFill>
                <a:latin typeface="Times New Roman"/>
                <a:cs typeface="Times New Roman"/>
              </a:rPr>
              <a:t> </a:t>
            </a:r>
            <a:r>
              <a:rPr lang="vi-VN" b="1">
                <a:solidFill>
                  <a:srgbClr val="FFC000"/>
                </a:solidFill>
                <a:latin typeface="Segoe UI"/>
                <a:cs typeface="Times New Roman"/>
              </a:rPr>
              <a:t> KẾT QUẢ CHẠY CHƯƠNG TRÌNH</a:t>
            </a:r>
            <a:endParaRPr lang="vi-VN" b="1">
              <a:solidFill>
                <a:srgbClr val="FFC000"/>
              </a:solidFill>
              <a:latin typeface="Segoe UI"/>
              <a:cs typeface="Segoe UI"/>
            </a:endParaRPr>
          </a:p>
        </p:txBody>
      </p:sp>
      <p:sp>
        <p:nvSpPr>
          <p:cNvPr id="4" name="Chỗ dành sẵn cho Nội dung 3">
            <a:extLst>
              <a:ext uri="{FF2B5EF4-FFF2-40B4-BE49-F238E27FC236}">
                <a16:creationId xmlns:a16="http://schemas.microsoft.com/office/drawing/2014/main" id="{DF62F9BD-B215-A907-EEBB-B0F10D371AC6}"/>
              </a:ext>
            </a:extLst>
          </p:cNvPr>
          <p:cNvSpPr>
            <a:spLocks noGrp="1"/>
          </p:cNvSpPr>
          <p:nvPr>
            <p:ph idx="1"/>
          </p:nvPr>
        </p:nvSpPr>
        <p:spPr>
          <a:xfrm>
            <a:off x="838200" y="1211476"/>
            <a:ext cx="10515600" cy="4965487"/>
          </a:xfrm>
        </p:spPr>
        <p:txBody>
          <a:bodyPr vert="horz" lIns="91440" tIns="45720" rIns="91440" bIns="45720" rtlCol="0" anchor="t">
            <a:normAutofit/>
          </a:bodyPr>
          <a:lstStyle/>
          <a:p>
            <a:r>
              <a:rPr lang="vi" b="1">
                <a:latin typeface="Arial"/>
                <a:ea typeface="+mn-lt"/>
                <a:cs typeface="Arial"/>
              </a:rPr>
              <a:t>Nhập 1 </a:t>
            </a:r>
            <a:endParaRPr lang="vi-VN">
              <a:latin typeface="Arial"/>
              <a:ea typeface="Open Sans"/>
              <a:cs typeface="Arial"/>
            </a:endParaRPr>
          </a:p>
        </p:txBody>
      </p:sp>
      <p:pic>
        <p:nvPicPr>
          <p:cNvPr id="3" name="Hình ảnh 2" descr="Ảnh có chứa văn bản, ảnh chụp màn hình, Phông chữ&#10;&#10;Nội dung do AI tạo ra có thể không chính xác.">
            <a:extLst>
              <a:ext uri="{FF2B5EF4-FFF2-40B4-BE49-F238E27FC236}">
                <a16:creationId xmlns:a16="http://schemas.microsoft.com/office/drawing/2014/main" id="{A3C25F48-3580-CAD9-1CD7-ACD7CC1653DE}"/>
              </a:ext>
            </a:extLst>
          </p:cNvPr>
          <p:cNvPicPr>
            <a:picLocks noChangeAspect="1"/>
          </p:cNvPicPr>
          <p:nvPr/>
        </p:nvPicPr>
        <p:blipFill>
          <a:blip r:embed="rId3"/>
          <a:stretch>
            <a:fillRect/>
          </a:stretch>
        </p:blipFill>
        <p:spPr>
          <a:xfrm>
            <a:off x="1210394" y="2493843"/>
            <a:ext cx="9785589" cy="238789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4068323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a:extLst>
            <a:ext uri="{FF2B5EF4-FFF2-40B4-BE49-F238E27FC236}">
              <a16:creationId xmlns:a16="http://schemas.microsoft.com/office/drawing/2014/main" id="{F13744FC-52E2-E1E2-E8D1-7E2031D67E7F}"/>
            </a:ext>
          </a:extLst>
        </p:cNvPr>
        <p:cNvGrpSpPr/>
        <p:nvPr/>
      </p:nvGrpSpPr>
      <p:grpSpPr>
        <a:xfrm>
          <a:off x="0" y="0"/>
          <a:ext cx="0" cy="0"/>
          <a:chOff x="0" y="0"/>
          <a:chExt cx="0" cy="0"/>
        </a:xfrm>
      </p:grpSpPr>
      <p:sp>
        <p:nvSpPr>
          <p:cNvPr id="2" name="Tiêu đề 1">
            <a:extLst>
              <a:ext uri="{FF2B5EF4-FFF2-40B4-BE49-F238E27FC236}">
                <a16:creationId xmlns:a16="http://schemas.microsoft.com/office/drawing/2014/main" id="{4DDC15BD-1FD3-042B-47B5-104FF60D5984}"/>
              </a:ext>
            </a:extLst>
          </p:cNvPr>
          <p:cNvSpPr>
            <a:spLocks noGrp="1"/>
          </p:cNvSpPr>
          <p:nvPr>
            <p:ph type="title"/>
          </p:nvPr>
        </p:nvSpPr>
        <p:spPr>
          <a:xfrm>
            <a:off x="832846" y="306724"/>
            <a:ext cx="10794124" cy="878873"/>
          </a:xfrm>
        </p:spPr>
        <p:txBody>
          <a:bodyPr/>
          <a:lstStyle/>
          <a:p>
            <a:r>
              <a:rPr lang="vi-VN">
                <a:latin typeface="Times New Roman"/>
                <a:cs typeface="Times New Roman"/>
              </a:rPr>
              <a:t>    </a:t>
            </a:r>
            <a:r>
              <a:rPr lang="vi-VN">
                <a:solidFill>
                  <a:schemeClr val="bg1"/>
                </a:solidFill>
                <a:latin typeface="Times New Roman"/>
                <a:cs typeface="Times New Roman"/>
              </a:rPr>
              <a:t> </a:t>
            </a:r>
            <a:r>
              <a:rPr lang="vi-VN" b="1">
                <a:solidFill>
                  <a:srgbClr val="FFC000"/>
                </a:solidFill>
                <a:latin typeface="Segoe UI"/>
                <a:cs typeface="Times New Roman"/>
              </a:rPr>
              <a:t> KẾT QUẢ CHẠY CHƯƠNG TRÌNH</a:t>
            </a:r>
            <a:endParaRPr lang="vi-VN" b="1">
              <a:solidFill>
                <a:srgbClr val="FFC000"/>
              </a:solidFill>
              <a:latin typeface="Segoe UI"/>
              <a:cs typeface="Segoe UI"/>
            </a:endParaRPr>
          </a:p>
        </p:txBody>
      </p:sp>
      <p:sp>
        <p:nvSpPr>
          <p:cNvPr id="4" name="Chỗ dành sẵn cho Nội dung 3">
            <a:extLst>
              <a:ext uri="{FF2B5EF4-FFF2-40B4-BE49-F238E27FC236}">
                <a16:creationId xmlns:a16="http://schemas.microsoft.com/office/drawing/2014/main" id="{85B770AD-4D56-E3E3-9A08-3BFAFB7EE20A}"/>
              </a:ext>
            </a:extLst>
          </p:cNvPr>
          <p:cNvSpPr>
            <a:spLocks noGrp="1"/>
          </p:cNvSpPr>
          <p:nvPr>
            <p:ph idx="1"/>
          </p:nvPr>
        </p:nvSpPr>
        <p:spPr>
          <a:xfrm>
            <a:off x="838200" y="1211476"/>
            <a:ext cx="10515600" cy="4965487"/>
          </a:xfrm>
        </p:spPr>
        <p:txBody>
          <a:bodyPr vert="horz" lIns="91440" tIns="45720" rIns="91440" bIns="45720" rtlCol="0" anchor="t">
            <a:normAutofit/>
          </a:bodyPr>
          <a:lstStyle/>
          <a:p>
            <a:r>
              <a:rPr lang="vi" b="1">
                <a:latin typeface="Arial"/>
                <a:ea typeface="+mn-lt"/>
                <a:cs typeface="Arial"/>
              </a:rPr>
              <a:t>Nhập 2 </a:t>
            </a:r>
            <a:endParaRPr lang="vi-VN">
              <a:latin typeface="Arial"/>
              <a:ea typeface="Open Sans"/>
              <a:cs typeface="Arial"/>
            </a:endParaRPr>
          </a:p>
        </p:txBody>
      </p:sp>
      <p:pic>
        <p:nvPicPr>
          <p:cNvPr id="5" name="Hình ảnh 4" descr="Ảnh có chứa văn bản, ảnh chụp màn hình, Phông chữ&#10;&#10;Nội dung do AI tạo ra có thể không chính xác.">
            <a:extLst>
              <a:ext uri="{FF2B5EF4-FFF2-40B4-BE49-F238E27FC236}">
                <a16:creationId xmlns:a16="http://schemas.microsoft.com/office/drawing/2014/main" id="{C2677664-C519-775F-8B73-4155B4D41C11}"/>
              </a:ext>
            </a:extLst>
          </p:cNvPr>
          <p:cNvPicPr>
            <a:picLocks noChangeAspect="1"/>
          </p:cNvPicPr>
          <p:nvPr/>
        </p:nvPicPr>
        <p:blipFill>
          <a:blip r:embed="rId3"/>
          <a:stretch>
            <a:fillRect/>
          </a:stretch>
        </p:blipFill>
        <p:spPr>
          <a:xfrm>
            <a:off x="1129790" y="2502919"/>
            <a:ext cx="9961173" cy="238412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860353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a:extLst>
            <a:ext uri="{FF2B5EF4-FFF2-40B4-BE49-F238E27FC236}">
              <a16:creationId xmlns:a16="http://schemas.microsoft.com/office/drawing/2014/main" id="{06F14E3F-432A-D48F-699A-781DC2800F46}"/>
            </a:ext>
          </a:extLst>
        </p:cNvPr>
        <p:cNvGrpSpPr/>
        <p:nvPr/>
      </p:nvGrpSpPr>
      <p:grpSpPr>
        <a:xfrm>
          <a:off x="0" y="0"/>
          <a:ext cx="0" cy="0"/>
          <a:chOff x="0" y="0"/>
          <a:chExt cx="0" cy="0"/>
        </a:xfrm>
      </p:grpSpPr>
      <p:sp>
        <p:nvSpPr>
          <p:cNvPr id="2" name="Tiêu đề 1">
            <a:extLst>
              <a:ext uri="{FF2B5EF4-FFF2-40B4-BE49-F238E27FC236}">
                <a16:creationId xmlns:a16="http://schemas.microsoft.com/office/drawing/2014/main" id="{CE5C9774-3622-7A10-5FDE-32ABB9BCFF30}"/>
              </a:ext>
            </a:extLst>
          </p:cNvPr>
          <p:cNvSpPr>
            <a:spLocks noGrp="1"/>
          </p:cNvSpPr>
          <p:nvPr>
            <p:ph type="title"/>
          </p:nvPr>
        </p:nvSpPr>
        <p:spPr>
          <a:xfrm>
            <a:off x="832846" y="306724"/>
            <a:ext cx="10794124" cy="878873"/>
          </a:xfrm>
        </p:spPr>
        <p:txBody>
          <a:bodyPr/>
          <a:lstStyle/>
          <a:p>
            <a:r>
              <a:rPr lang="vi-VN">
                <a:latin typeface="Times New Roman"/>
                <a:cs typeface="Times New Roman"/>
              </a:rPr>
              <a:t>    </a:t>
            </a:r>
            <a:r>
              <a:rPr lang="vi-VN">
                <a:solidFill>
                  <a:schemeClr val="bg1"/>
                </a:solidFill>
                <a:latin typeface="Times New Roman"/>
                <a:cs typeface="Times New Roman"/>
              </a:rPr>
              <a:t> </a:t>
            </a:r>
            <a:r>
              <a:rPr lang="vi-VN" b="1">
                <a:solidFill>
                  <a:srgbClr val="FFC000"/>
                </a:solidFill>
                <a:latin typeface="Segoe UI"/>
                <a:cs typeface="Times New Roman"/>
              </a:rPr>
              <a:t> KẾT QUẢ CHẠY CHƯƠNG TRÌNH</a:t>
            </a:r>
            <a:endParaRPr lang="vi-VN" b="1">
              <a:solidFill>
                <a:srgbClr val="FFC000"/>
              </a:solidFill>
              <a:latin typeface="Segoe UI"/>
              <a:cs typeface="Segoe UI"/>
            </a:endParaRPr>
          </a:p>
        </p:txBody>
      </p:sp>
      <p:sp>
        <p:nvSpPr>
          <p:cNvPr id="4" name="Chỗ dành sẵn cho Nội dung 3">
            <a:extLst>
              <a:ext uri="{FF2B5EF4-FFF2-40B4-BE49-F238E27FC236}">
                <a16:creationId xmlns:a16="http://schemas.microsoft.com/office/drawing/2014/main" id="{1BD27072-69F4-82EA-DACF-B5DD0DA1611F}"/>
              </a:ext>
            </a:extLst>
          </p:cNvPr>
          <p:cNvSpPr>
            <a:spLocks noGrp="1"/>
          </p:cNvSpPr>
          <p:nvPr>
            <p:ph idx="1"/>
          </p:nvPr>
        </p:nvSpPr>
        <p:spPr>
          <a:xfrm>
            <a:off x="838200" y="1211476"/>
            <a:ext cx="10515600" cy="4965487"/>
          </a:xfrm>
        </p:spPr>
        <p:txBody>
          <a:bodyPr vert="horz" lIns="91440" tIns="45720" rIns="91440" bIns="45720" rtlCol="0" anchor="t">
            <a:normAutofit/>
          </a:bodyPr>
          <a:lstStyle/>
          <a:p>
            <a:r>
              <a:rPr lang="vi" b="1">
                <a:latin typeface="Arial"/>
                <a:ea typeface="+mn-lt"/>
                <a:cs typeface="Arial"/>
              </a:rPr>
              <a:t>Nhập 4 để chỉnh sửa sách trong thư viện</a:t>
            </a:r>
            <a:endParaRPr lang="vi-VN">
              <a:latin typeface="Arial"/>
              <a:ea typeface="Open Sans"/>
              <a:cs typeface="Arial"/>
            </a:endParaRPr>
          </a:p>
        </p:txBody>
      </p:sp>
      <p:pic>
        <p:nvPicPr>
          <p:cNvPr id="3" name="Hình ảnh 2" descr="Ảnh có chứa văn bản, ảnh chụp màn hình, Phông chữ&#10;&#10;Nội dung do AI tạo ra có thể không chính xác.">
            <a:extLst>
              <a:ext uri="{FF2B5EF4-FFF2-40B4-BE49-F238E27FC236}">
                <a16:creationId xmlns:a16="http://schemas.microsoft.com/office/drawing/2014/main" id="{188E1FF0-2DE0-66E5-804B-4CBA38097046}"/>
              </a:ext>
            </a:extLst>
          </p:cNvPr>
          <p:cNvPicPr>
            <a:picLocks noChangeAspect="1"/>
          </p:cNvPicPr>
          <p:nvPr/>
        </p:nvPicPr>
        <p:blipFill>
          <a:blip r:embed="rId3"/>
          <a:stretch>
            <a:fillRect/>
          </a:stretch>
        </p:blipFill>
        <p:spPr>
          <a:xfrm>
            <a:off x="1050266" y="2498785"/>
            <a:ext cx="10364637" cy="239239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6633856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a:extLst>
            <a:ext uri="{FF2B5EF4-FFF2-40B4-BE49-F238E27FC236}">
              <a16:creationId xmlns:a16="http://schemas.microsoft.com/office/drawing/2014/main" id="{B333B83C-ACD0-74B7-1A55-FF1D49118599}"/>
            </a:ext>
          </a:extLst>
        </p:cNvPr>
        <p:cNvGrpSpPr/>
        <p:nvPr/>
      </p:nvGrpSpPr>
      <p:grpSpPr>
        <a:xfrm>
          <a:off x="0" y="0"/>
          <a:ext cx="0" cy="0"/>
          <a:chOff x="0" y="0"/>
          <a:chExt cx="0" cy="0"/>
        </a:xfrm>
      </p:grpSpPr>
      <p:sp>
        <p:nvSpPr>
          <p:cNvPr id="2" name="Tiêu đề 1">
            <a:extLst>
              <a:ext uri="{FF2B5EF4-FFF2-40B4-BE49-F238E27FC236}">
                <a16:creationId xmlns:a16="http://schemas.microsoft.com/office/drawing/2014/main" id="{CA2764CF-031E-693B-FABB-98264E8CA48F}"/>
              </a:ext>
            </a:extLst>
          </p:cNvPr>
          <p:cNvSpPr>
            <a:spLocks noGrp="1"/>
          </p:cNvSpPr>
          <p:nvPr>
            <p:ph type="title"/>
          </p:nvPr>
        </p:nvSpPr>
        <p:spPr>
          <a:xfrm>
            <a:off x="832846" y="306724"/>
            <a:ext cx="10794124" cy="878873"/>
          </a:xfrm>
        </p:spPr>
        <p:txBody>
          <a:bodyPr/>
          <a:lstStyle/>
          <a:p>
            <a:r>
              <a:rPr lang="vi-VN">
                <a:latin typeface="Times New Roman"/>
                <a:cs typeface="Times New Roman"/>
              </a:rPr>
              <a:t>    </a:t>
            </a:r>
            <a:r>
              <a:rPr lang="vi-VN">
                <a:solidFill>
                  <a:schemeClr val="bg1"/>
                </a:solidFill>
                <a:latin typeface="Times New Roman"/>
                <a:cs typeface="Times New Roman"/>
              </a:rPr>
              <a:t> </a:t>
            </a:r>
            <a:r>
              <a:rPr lang="vi-VN" b="1">
                <a:solidFill>
                  <a:srgbClr val="FFC000"/>
                </a:solidFill>
                <a:latin typeface="Segoe UI"/>
                <a:cs typeface="Times New Roman"/>
              </a:rPr>
              <a:t> KẾT QUẢ CHẠY CHƯƠNG TRÌNH</a:t>
            </a:r>
            <a:endParaRPr lang="vi-VN" b="1">
              <a:solidFill>
                <a:srgbClr val="FFC000"/>
              </a:solidFill>
              <a:latin typeface="Segoe UI"/>
              <a:cs typeface="Segoe UI"/>
            </a:endParaRPr>
          </a:p>
        </p:txBody>
      </p:sp>
      <p:sp>
        <p:nvSpPr>
          <p:cNvPr id="4" name="Chỗ dành sẵn cho Nội dung 3">
            <a:extLst>
              <a:ext uri="{FF2B5EF4-FFF2-40B4-BE49-F238E27FC236}">
                <a16:creationId xmlns:a16="http://schemas.microsoft.com/office/drawing/2014/main" id="{EE13483C-AECD-52C6-B9D6-8ABC3596ED3E}"/>
              </a:ext>
            </a:extLst>
          </p:cNvPr>
          <p:cNvSpPr>
            <a:spLocks noGrp="1"/>
          </p:cNvSpPr>
          <p:nvPr>
            <p:ph idx="1"/>
          </p:nvPr>
        </p:nvSpPr>
        <p:spPr>
          <a:xfrm>
            <a:off x="838200" y="1211476"/>
            <a:ext cx="10515600" cy="4965487"/>
          </a:xfrm>
        </p:spPr>
        <p:txBody>
          <a:bodyPr vert="horz" lIns="91440" tIns="45720" rIns="91440" bIns="45720" rtlCol="0" anchor="t">
            <a:normAutofit/>
          </a:bodyPr>
          <a:lstStyle/>
          <a:p>
            <a:r>
              <a:rPr lang="vi-VN">
                <a:latin typeface="Open Sans"/>
                <a:ea typeface="Open Sans"/>
                <a:cs typeface="Open Sans"/>
              </a:rPr>
              <a:t> nhập</a:t>
            </a:r>
            <a:r>
              <a:rPr lang="vi" b="1">
                <a:latin typeface="Arial"/>
                <a:ea typeface="+mn-lt"/>
                <a:cs typeface="Arial"/>
              </a:rPr>
              <a:t> 2 để in ra danh sách mới sau khi sửa</a:t>
            </a:r>
            <a:endParaRPr lang="vi-VN">
              <a:latin typeface="Arial"/>
              <a:ea typeface="Open Sans"/>
              <a:cs typeface="Arial"/>
            </a:endParaRPr>
          </a:p>
        </p:txBody>
      </p:sp>
      <p:pic>
        <p:nvPicPr>
          <p:cNvPr id="5" name="Hình ảnh 4" descr="Ảnh có chứa văn bản, ảnh chụp màn hình, Phông chữ&#10;&#10;Nội dung do AI tạo ra có thể không chính xác.">
            <a:extLst>
              <a:ext uri="{FF2B5EF4-FFF2-40B4-BE49-F238E27FC236}">
                <a16:creationId xmlns:a16="http://schemas.microsoft.com/office/drawing/2014/main" id="{FE8D1558-990C-B8DF-16B4-EB20A1B572A4}"/>
              </a:ext>
            </a:extLst>
          </p:cNvPr>
          <p:cNvPicPr>
            <a:picLocks noChangeAspect="1"/>
          </p:cNvPicPr>
          <p:nvPr/>
        </p:nvPicPr>
        <p:blipFill>
          <a:blip r:embed="rId3"/>
          <a:stretch>
            <a:fillRect/>
          </a:stretch>
        </p:blipFill>
        <p:spPr>
          <a:xfrm>
            <a:off x="3001521" y="1715779"/>
            <a:ext cx="6180107" cy="485972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3384388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a:extLst>
            <a:ext uri="{FF2B5EF4-FFF2-40B4-BE49-F238E27FC236}">
              <a16:creationId xmlns:a16="http://schemas.microsoft.com/office/drawing/2014/main" id="{6371CD15-1734-5D05-AA99-3CEEFA2F3863}"/>
            </a:ext>
          </a:extLst>
        </p:cNvPr>
        <p:cNvGrpSpPr/>
        <p:nvPr/>
      </p:nvGrpSpPr>
      <p:grpSpPr>
        <a:xfrm>
          <a:off x="0" y="0"/>
          <a:ext cx="0" cy="0"/>
          <a:chOff x="0" y="0"/>
          <a:chExt cx="0" cy="0"/>
        </a:xfrm>
      </p:grpSpPr>
      <p:sp>
        <p:nvSpPr>
          <p:cNvPr id="2" name="Tiêu đề 1">
            <a:extLst>
              <a:ext uri="{FF2B5EF4-FFF2-40B4-BE49-F238E27FC236}">
                <a16:creationId xmlns:a16="http://schemas.microsoft.com/office/drawing/2014/main" id="{BA9ECA18-DEB4-1B8B-464B-19792BF83B88}"/>
              </a:ext>
            </a:extLst>
          </p:cNvPr>
          <p:cNvSpPr>
            <a:spLocks noGrp="1"/>
          </p:cNvSpPr>
          <p:nvPr>
            <p:ph type="title"/>
          </p:nvPr>
        </p:nvSpPr>
        <p:spPr>
          <a:xfrm>
            <a:off x="832846" y="306724"/>
            <a:ext cx="10794124" cy="878873"/>
          </a:xfrm>
        </p:spPr>
        <p:txBody>
          <a:bodyPr/>
          <a:lstStyle/>
          <a:p>
            <a:r>
              <a:rPr lang="vi-VN">
                <a:latin typeface="Times New Roman"/>
                <a:cs typeface="Times New Roman"/>
              </a:rPr>
              <a:t>    </a:t>
            </a:r>
            <a:r>
              <a:rPr lang="vi-VN">
                <a:solidFill>
                  <a:schemeClr val="bg1"/>
                </a:solidFill>
                <a:latin typeface="Times New Roman"/>
                <a:cs typeface="Times New Roman"/>
              </a:rPr>
              <a:t> </a:t>
            </a:r>
            <a:r>
              <a:rPr lang="vi-VN" b="1">
                <a:solidFill>
                  <a:srgbClr val="FFC000"/>
                </a:solidFill>
                <a:latin typeface="Segoe UI"/>
                <a:cs typeface="Times New Roman"/>
              </a:rPr>
              <a:t> KẾT QUẢ CHẠY CHƯƠNG TRÌNH</a:t>
            </a:r>
            <a:endParaRPr lang="vi-VN" b="1">
              <a:solidFill>
                <a:srgbClr val="FFC000"/>
              </a:solidFill>
              <a:latin typeface="Segoe UI"/>
              <a:cs typeface="Segoe UI"/>
            </a:endParaRPr>
          </a:p>
        </p:txBody>
      </p:sp>
      <p:sp>
        <p:nvSpPr>
          <p:cNvPr id="4" name="Chỗ dành sẵn cho Nội dung 3">
            <a:extLst>
              <a:ext uri="{FF2B5EF4-FFF2-40B4-BE49-F238E27FC236}">
                <a16:creationId xmlns:a16="http://schemas.microsoft.com/office/drawing/2014/main" id="{E8D7B604-B2A8-6BC4-F9CD-659542670F43}"/>
              </a:ext>
            </a:extLst>
          </p:cNvPr>
          <p:cNvSpPr>
            <a:spLocks noGrp="1"/>
          </p:cNvSpPr>
          <p:nvPr>
            <p:ph idx="1"/>
          </p:nvPr>
        </p:nvSpPr>
        <p:spPr>
          <a:xfrm>
            <a:off x="838200" y="1211476"/>
            <a:ext cx="10515600" cy="4965487"/>
          </a:xfrm>
        </p:spPr>
        <p:txBody>
          <a:bodyPr vert="horz" lIns="91440" tIns="45720" rIns="91440" bIns="45720" rtlCol="0" anchor="t">
            <a:normAutofit/>
          </a:bodyPr>
          <a:lstStyle/>
          <a:p>
            <a:r>
              <a:rPr lang="vi-VN">
                <a:latin typeface="Open Sans"/>
                <a:ea typeface="Open Sans"/>
                <a:cs typeface="Open Sans"/>
              </a:rPr>
              <a:t> nhập</a:t>
            </a:r>
            <a:r>
              <a:rPr lang="vi" b="1">
                <a:latin typeface="Arial"/>
                <a:ea typeface="+mn-lt"/>
                <a:cs typeface="Arial"/>
              </a:rPr>
              <a:t> 5 để xóa khỏi thư viện</a:t>
            </a:r>
            <a:endParaRPr lang="vi-VN">
              <a:latin typeface="Arial"/>
              <a:ea typeface="Open Sans"/>
              <a:cs typeface="Arial"/>
            </a:endParaRPr>
          </a:p>
        </p:txBody>
      </p:sp>
      <p:pic>
        <p:nvPicPr>
          <p:cNvPr id="6" name="Hình ảnh 5" descr="Ảnh có chứa văn bản, Phông chữ, ảnh chụp màn hình&#10;&#10;Nội dung do AI tạo ra có thể không chính xác.">
            <a:extLst>
              <a:ext uri="{FF2B5EF4-FFF2-40B4-BE49-F238E27FC236}">
                <a16:creationId xmlns:a16="http://schemas.microsoft.com/office/drawing/2014/main" id="{B46C1136-F44A-09BA-7832-A3CF0E0B22A9}"/>
              </a:ext>
            </a:extLst>
          </p:cNvPr>
          <p:cNvPicPr>
            <a:picLocks noChangeAspect="1"/>
          </p:cNvPicPr>
          <p:nvPr/>
        </p:nvPicPr>
        <p:blipFill>
          <a:blip r:embed="rId3"/>
          <a:stretch>
            <a:fillRect/>
          </a:stretch>
        </p:blipFill>
        <p:spPr>
          <a:xfrm>
            <a:off x="989701" y="2319518"/>
            <a:ext cx="10226973" cy="221896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860384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a:extLst>
            <a:ext uri="{FF2B5EF4-FFF2-40B4-BE49-F238E27FC236}">
              <a16:creationId xmlns:a16="http://schemas.microsoft.com/office/drawing/2014/main" id="{DA75361C-BAE6-969B-94BE-BE7C766445C5}"/>
            </a:ext>
          </a:extLst>
        </p:cNvPr>
        <p:cNvGrpSpPr/>
        <p:nvPr/>
      </p:nvGrpSpPr>
      <p:grpSpPr>
        <a:xfrm>
          <a:off x="0" y="0"/>
          <a:ext cx="0" cy="0"/>
          <a:chOff x="0" y="0"/>
          <a:chExt cx="0" cy="0"/>
        </a:xfrm>
      </p:grpSpPr>
      <p:sp>
        <p:nvSpPr>
          <p:cNvPr id="2" name="Tiêu đề 1">
            <a:extLst>
              <a:ext uri="{FF2B5EF4-FFF2-40B4-BE49-F238E27FC236}">
                <a16:creationId xmlns:a16="http://schemas.microsoft.com/office/drawing/2014/main" id="{AAA386A1-D9A7-7B68-F9C6-6CF27EE3FDAE}"/>
              </a:ext>
            </a:extLst>
          </p:cNvPr>
          <p:cNvSpPr>
            <a:spLocks noGrp="1"/>
          </p:cNvSpPr>
          <p:nvPr>
            <p:ph type="title"/>
          </p:nvPr>
        </p:nvSpPr>
        <p:spPr>
          <a:xfrm>
            <a:off x="832846" y="306724"/>
            <a:ext cx="10794124" cy="878873"/>
          </a:xfrm>
        </p:spPr>
        <p:txBody>
          <a:bodyPr/>
          <a:lstStyle/>
          <a:p>
            <a:r>
              <a:rPr lang="vi-VN">
                <a:latin typeface="Times New Roman"/>
                <a:cs typeface="Times New Roman"/>
              </a:rPr>
              <a:t>    </a:t>
            </a:r>
            <a:r>
              <a:rPr lang="vi-VN">
                <a:solidFill>
                  <a:schemeClr val="bg1"/>
                </a:solidFill>
                <a:latin typeface="Times New Roman"/>
                <a:cs typeface="Times New Roman"/>
              </a:rPr>
              <a:t> </a:t>
            </a:r>
            <a:r>
              <a:rPr lang="vi-VN" b="1">
                <a:solidFill>
                  <a:srgbClr val="FFC000"/>
                </a:solidFill>
                <a:latin typeface="Segoe UI"/>
                <a:cs typeface="Times New Roman"/>
              </a:rPr>
              <a:t> KẾT QUẢ CHẠY CHƯƠNG TRÌNH</a:t>
            </a:r>
            <a:endParaRPr lang="vi-VN" b="1">
              <a:solidFill>
                <a:srgbClr val="FFC000"/>
              </a:solidFill>
              <a:latin typeface="Segoe UI"/>
              <a:cs typeface="Segoe UI"/>
            </a:endParaRPr>
          </a:p>
        </p:txBody>
      </p:sp>
      <p:sp>
        <p:nvSpPr>
          <p:cNvPr id="4" name="Chỗ dành sẵn cho Nội dung 3">
            <a:extLst>
              <a:ext uri="{FF2B5EF4-FFF2-40B4-BE49-F238E27FC236}">
                <a16:creationId xmlns:a16="http://schemas.microsoft.com/office/drawing/2014/main" id="{D2B033FD-387E-08E7-2D72-DFF6C3C920AE}"/>
              </a:ext>
            </a:extLst>
          </p:cNvPr>
          <p:cNvSpPr>
            <a:spLocks noGrp="1"/>
          </p:cNvSpPr>
          <p:nvPr>
            <p:ph idx="1"/>
          </p:nvPr>
        </p:nvSpPr>
        <p:spPr>
          <a:xfrm>
            <a:off x="838200" y="1211476"/>
            <a:ext cx="10515600" cy="4965487"/>
          </a:xfrm>
        </p:spPr>
        <p:txBody>
          <a:bodyPr vert="horz" lIns="91440" tIns="45720" rIns="91440" bIns="45720" rtlCol="0" anchor="t">
            <a:normAutofit/>
          </a:bodyPr>
          <a:lstStyle/>
          <a:p>
            <a:r>
              <a:rPr lang="vi-VN">
                <a:latin typeface="Open Sans"/>
                <a:ea typeface="Open Sans"/>
                <a:cs typeface="Open Sans"/>
              </a:rPr>
              <a:t> nhập</a:t>
            </a:r>
            <a:r>
              <a:rPr lang="vi" b="1">
                <a:latin typeface="Arial"/>
                <a:ea typeface="+mn-lt"/>
                <a:cs typeface="Arial"/>
              </a:rPr>
              <a:t> 2 để in danh sách sau khi xóa</a:t>
            </a:r>
            <a:endParaRPr lang="vi-VN">
              <a:latin typeface="Arial"/>
              <a:ea typeface="Open Sans"/>
              <a:cs typeface="Arial"/>
            </a:endParaRPr>
          </a:p>
        </p:txBody>
      </p:sp>
      <p:pic>
        <p:nvPicPr>
          <p:cNvPr id="3" name="Hình ảnh 2" descr="Ảnh có chứa văn bản, ảnh chụp màn hình, Phông chữ, thiết kế&#10;&#10;Nội dung do AI tạo ra có thể không chính xác.">
            <a:extLst>
              <a:ext uri="{FF2B5EF4-FFF2-40B4-BE49-F238E27FC236}">
                <a16:creationId xmlns:a16="http://schemas.microsoft.com/office/drawing/2014/main" id="{CA904866-5BAD-5C1A-9180-383ABA28452B}"/>
              </a:ext>
            </a:extLst>
          </p:cNvPr>
          <p:cNvPicPr>
            <a:picLocks noChangeAspect="1"/>
          </p:cNvPicPr>
          <p:nvPr/>
        </p:nvPicPr>
        <p:blipFill>
          <a:blip r:embed="rId3"/>
          <a:stretch>
            <a:fillRect/>
          </a:stretch>
        </p:blipFill>
        <p:spPr>
          <a:xfrm>
            <a:off x="3017358" y="1709738"/>
            <a:ext cx="6171659" cy="486188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0883935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a:extLst>
            <a:ext uri="{FF2B5EF4-FFF2-40B4-BE49-F238E27FC236}">
              <a16:creationId xmlns:a16="http://schemas.microsoft.com/office/drawing/2014/main" id="{17FE23DC-5D1F-779C-6530-C86134D65C57}"/>
            </a:ext>
          </a:extLst>
        </p:cNvPr>
        <p:cNvGrpSpPr/>
        <p:nvPr/>
      </p:nvGrpSpPr>
      <p:grpSpPr>
        <a:xfrm>
          <a:off x="0" y="0"/>
          <a:ext cx="0" cy="0"/>
          <a:chOff x="0" y="0"/>
          <a:chExt cx="0" cy="0"/>
        </a:xfrm>
      </p:grpSpPr>
      <p:sp>
        <p:nvSpPr>
          <p:cNvPr id="2" name="Tiêu đề 1">
            <a:extLst>
              <a:ext uri="{FF2B5EF4-FFF2-40B4-BE49-F238E27FC236}">
                <a16:creationId xmlns:a16="http://schemas.microsoft.com/office/drawing/2014/main" id="{41DD9152-E952-7316-9228-158DA3E2C3E5}"/>
              </a:ext>
            </a:extLst>
          </p:cNvPr>
          <p:cNvSpPr>
            <a:spLocks noGrp="1"/>
          </p:cNvSpPr>
          <p:nvPr>
            <p:ph type="title"/>
          </p:nvPr>
        </p:nvSpPr>
        <p:spPr>
          <a:xfrm>
            <a:off x="832846" y="306724"/>
            <a:ext cx="10794124" cy="878873"/>
          </a:xfrm>
        </p:spPr>
        <p:txBody>
          <a:bodyPr/>
          <a:lstStyle/>
          <a:p>
            <a:r>
              <a:rPr lang="vi-VN">
                <a:latin typeface="Times New Roman"/>
                <a:cs typeface="Times New Roman"/>
              </a:rPr>
              <a:t>    </a:t>
            </a:r>
            <a:r>
              <a:rPr lang="vi-VN">
                <a:solidFill>
                  <a:schemeClr val="bg1"/>
                </a:solidFill>
                <a:latin typeface="Times New Roman"/>
                <a:cs typeface="Times New Roman"/>
              </a:rPr>
              <a:t> </a:t>
            </a:r>
            <a:r>
              <a:rPr lang="vi-VN" b="1">
                <a:solidFill>
                  <a:srgbClr val="FFC000"/>
                </a:solidFill>
                <a:latin typeface="Segoe UI"/>
                <a:cs typeface="Times New Roman"/>
              </a:rPr>
              <a:t> KẾT QUẢ CHẠY CHƯƠNG TRÌNH</a:t>
            </a:r>
            <a:endParaRPr lang="vi-VN" b="1">
              <a:solidFill>
                <a:srgbClr val="FFC000"/>
              </a:solidFill>
              <a:latin typeface="Segoe UI"/>
              <a:cs typeface="Segoe UI"/>
            </a:endParaRPr>
          </a:p>
        </p:txBody>
      </p:sp>
      <p:sp>
        <p:nvSpPr>
          <p:cNvPr id="4" name="Chỗ dành sẵn cho Nội dung 3">
            <a:extLst>
              <a:ext uri="{FF2B5EF4-FFF2-40B4-BE49-F238E27FC236}">
                <a16:creationId xmlns:a16="http://schemas.microsoft.com/office/drawing/2014/main" id="{1D5D4258-A807-CE46-9E1A-8702937B1D5D}"/>
              </a:ext>
            </a:extLst>
          </p:cNvPr>
          <p:cNvSpPr>
            <a:spLocks noGrp="1"/>
          </p:cNvSpPr>
          <p:nvPr>
            <p:ph idx="1"/>
          </p:nvPr>
        </p:nvSpPr>
        <p:spPr>
          <a:xfrm>
            <a:off x="838200" y="1211476"/>
            <a:ext cx="10515600" cy="4965487"/>
          </a:xfrm>
        </p:spPr>
        <p:txBody>
          <a:bodyPr vert="horz" lIns="91440" tIns="45720" rIns="91440" bIns="45720" rtlCol="0" anchor="t">
            <a:normAutofit/>
          </a:bodyPr>
          <a:lstStyle/>
          <a:p>
            <a:r>
              <a:rPr lang="vi-VN">
                <a:latin typeface="Open Sans"/>
                <a:ea typeface="Open Sans"/>
                <a:cs typeface="Open Sans"/>
              </a:rPr>
              <a:t> nhập</a:t>
            </a:r>
            <a:r>
              <a:rPr lang="vi" b="1">
                <a:latin typeface="Arial"/>
                <a:ea typeface="+mn-lt"/>
                <a:cs typeface="Arial"/>
              </a:rPr>
              <a:t> 2 để quản lý sinh viên trong thư viện</a:t>
            </a:r>
            <a:endParaRPr lang="vi-VN">
              <a:latin typeface="Arial"/>
              <a:ea typeface="Open Sans"/>
              <a:cs typeface="Arial"/>
            </a:endParaRPr>
          </a:p>
        </p:txBody>
      </p:sp>
      <p:pic>
        <p:nvPicPr>
          <p:cNvPr id="7" name="Hình ảnh 6" descr="Ảnh có chứa văn bản, ảnh chụp màn hình, Phông chữ&#10;&#10;Nội dung do AI tạo ra có thể không chính xác.">
            <a:extLst>
              <a:ext uri="{FF2B5EF4-FFF2-40B4-BE49-F238E27FC236}">
                <a16:creationId xmlns:a16="http://schemas.microsoft.com/office/drawing/2014/main" id="{B65F40DC-DD47-34F9-B6E3-25E071603E57}"/>
              </a:ext>
            </a:extLst>
          </p:cNvPr>
          <p:cNvPicPr>
            <a:picLocks noChangeAspect="1"/>
          </p:cNvPicPr>
          <p:nvPr/>
        </p:nvPicPr>
        <p:blipFill>
          <a:blip r:embed="rId3"/>
          <a:stretch>
            <a:fillRect/>
          </a:stretch>
        </p:blipFill>
        <p:spPr>
          <a:xfrm>
            <a:off x="3196178" y="1708300"/>
            <a:ext cx="5929044" cy="2305590"/>
          </a:xfrm>
          <a:prstGeom prst="rect">
            <a:avLst/>
          </a:prstGeom>
        </p:spPr>
      </p:pic>
      <p:pic>
        <p:nvPicPr>
          <p:cNvPr id="8" name="Hình ảnh 7" descr="Ảnh có chứa văn bản, ảnh chụp màn hình, Phông chữ&#10;&#10;Nội dung do AI tạo ra có thể không chính xác.">
            <a:extLst>
              <a:ext uri="{FF2B5EF4-FFF2-40B4-BE49-F238E27FC236}">
                <a16:creationId xmlns:a16="http://schemas.microsoft.com/office/drawing/2014/main" id="{516AFC81-4557-CC40-2082-36A258AEB29D}"/>
              </a:ext>
            </a:extLst>
          </p:cNvPr>
          <p:cNvPicPr>
            <a:picLocks noChangeAspect="1"/>
          </p:cNvPicPr>
          <p:nvPr/>
        </p:nvPicPr>
        <p:blipFill>
          <a:blip r:embed="rId4"/>
          <a:stretch>
            <a:fillRect/>
          </a:stretch>
        </p:blipFill>
        <p:spPr>
          <a:xfrm>
            <a:off x="3202737" y="4245724"/>
            <a:ext cx="5800903" cy="216217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476179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a:extLst>
            <a:ext uri="{FF2B5EF4-FFF2-40B4-BE49-F238E27FC236}">
              <a16:creationId xmlns:a16="http://schemas.microsoft.com/office/drawing/2014/main" id="{7903BB2F-6387-8381-12C5-B1F1D1D18C61}"/>
            </a:ext>
          </a:extLst>
        </p:cNvPr>
        <p:cNvGrpSpPr/>
        <p:nvPr/>
      </p:nvGrpSpPr>
      <p:grpSpPr>
        <a:xfrm>
          <a:off x="0" y="0"/>
          <a:ext cx="0" cy="0"/>
          <a:chOff x="0" y="0"/>
          <a:chExt cx="0" cy="0"/>
        </a:xfrm>
      </p:grpSpPr>
      <p:pic>
        <p:nvPicPr>
          <p:cNvPr id="5" name="Hình ảnh 4" descr="Ảnh có chứa văn bản, ảnh chụp màn hình, Phông chữ&#10;&#10;Nội dung do AI tạo ra có thể không chính xác.">
            <a:extLst>
              <a:ext uri="{FF2B5EF4-FFF2-40B4-BE49-F238E27FC236}">
                <a16:creationId xmlns:a16="http://schemas.microsoft.com/office/drawing/2014/main" id="{93CA953D-8DF6-E519-32B4-0640A4A17314}"/>
              </a:ext>
            </a:extLst>
          </p:cNvPr>
          <p:cNvPicPr>
            <a:picLocks noChangeAspect="1"/>
          </p:cNvPicPr>
          <p:nvPr/>
        </p:nvPicPr>
        <p:blipFill>
          <a:blip r:embed="rId3"/>
          <a:stretch>
            <a:fillRect/>
          </a:stretch>
        </p:blipFill>
        <p:spPr>
          <a:xfrm>
            <a:off x="3020414" y="1703807"/>
            <a:ext cx="6151172" cy="487374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2" name="Tiêu đề 1">
            <a:extLst>
              <a:ext uri="{FF2B5EF4-FFF2-40B4-BE49-F238E27FC236}">
                <a16:creationId xmlns:a16="http://schemas.microsoft.com/office/drawing/2014/main" id="{69D439FE-2E78-FE4A-684B-E1CF07A37B1A}"/>
              </a:ext>
            </a:extLst>
          </p:cNvPr>
          <p:cNvSpPr>
            <a:spLocks noGrp="1"/>
          </p:cNvSpPr>
          <p:nvPr>
            <p:ph type="title"/>
          </p:nvPr>
        </p:nvSpPr>
        <p:spPr>
          <a:xfrm>
            <a:off x="832846" y="306724"/>
            <a:ext cx="10794124" cy="878873"/>
          </a:xfrm>
        </p:spPr>
        <p:txBody>
          <a:bodyPr/>
          <a:lstStyle/>
          <a:p>
            <a:r>
              <a:rPr lang="vi-VN">
                <a:latin typeface="Times New Roman"/>
                <a:cs typeface="Times New Roman"/>
              </a:rPr>
              <a:t>    </a:t>
            </a:r>
            <a:r>
              <a:rPr lang="vi-VN">
                <a:solidFill>
                  <a:schemeClr val="bg1"/>
                </a:solidFill>
                <a:latin typeface="Times New Roman"/>
                <a:cs typeface="Times New Roman"/>
              </a:rPr>
              <a:t> </a:t>
            </a:r>
            <a:r>
              <a:rPr lang="vi-VN" b="1">
                <a:solidFill>
                  <a:srgbClr val="FFC000"/>
                </a:solidFill>
                <a:latin typeface="Segoe UI"/>
                <a:cs typeface="Times New Roman"/>
              </a:rPr>
              <a:t> KẾT QUẢ CHẠY CHƯƠNG TRÌNH</a:t>
            </a:r>
            <a:endParaRPr lang="vi-VN" b="1">
              <a:solidFill>
                <a:srgbClr val="FFC000"/>
              </a:solidFill>
              <a:latin typeface="Segoe UI"/>
              <a:cs typeface="Segoe UI"/>
            </a:endParaRPr>
          </a:p>
        </p:txBody>
      </p:sp>
      <p:sp>
        <p:nvSpPr>
          <p:cNvPr id="4" name="Chỗ dành sẵn cho Nội dung 3">
            <a:extLst>
              <a:ext uri="{FF2B5EF4-FFF2-40B4-BE49-F238E27FC236}">
                <a16:creationId xmlns:a16="http://schemas.microsoft.com/office/drawing/2014/main" id="{84815355-D345-DA4E-0097-4F0F7C81A69C}"/>
              </a:ext>
            </a:extLst>
          </p:cNvPr>
          <p:cNvSpPr>
            <a:spLocks noGrp="1"/>
          </p:cNvSpPr>
          <p:nvPr>
            <p:ph idx="1"/>
          </p:nvPr>
        </p:nvSpPr>
        <p:spPr>
          <a:xfrm>
            <a:off x="838200" y="1211476"/>
            <a:ext cx="10515600" cy="4965487"/>
          </a:xfrm>
        </p:spPr>
        <p:txBody>
          <a:bodyPr vert="horz" lIns="91440" tIns="45720" rIns="91440" bIns="45720" rtlCol="0" anchor="t">
            <a:normAutofit/>
          </a:bodyPr>
          <a:lstStyle/>
          <a:p>
            <a:r>
              <a:rPr lang="vi-VN">
                <a:latin typeface="Open Sans"/>
                <a:ea typeface="Open Sans"/>
                <a:cs typeface="Open Sans"/>
              </a:rPr>
              <a:t> nhập</a:t>
            </a:r>
            <a:r>
              <a:rPr lang="vi" b="1">
                <a:latin typeface="Arial"/>
                <a:ea typeface="+mn-lt"/>
                <a:cs typeface="Arial"/>
              </a:rPr>
              <a:t> 1 để thêm sinh viên</a:t>
            </a:r>
            <a:endParaRPr lang="vi" b="1">
              <a:latin typeface="Arial"/>
              <a:ea typeface="Open Sans"/>
              <a:cs typeface="Arial"/>
            </a:endParaRPr>
          </a:p>
        </p:txBody>
      </p:sp>
    </p:spTree>
    <p:extLst>
      <p:ext uri="{BB962C8B-B14F-4D97-AF65-F5344CB8AC3E}">
        <p14:creationId xmlns:p14="http://schemas.microsoft.com/office/powerpoint/2010/main" val="6482731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a:extLst>
            <a:ext uri="{FF2B5EF4-FFF2-40B4-BE49-F238E27FC236}">
              <a16:creationId xmlns:a16="http://schemas.microsoft.com/office/drawing/2014/main" id="{ABDF6FBD-E941-AF0F-703A-02D65332760A}"/>
            </a:ext>
          </a:extLst>
        </p:cNvPr>
        <p:cNvGrpSpPr/>
        <p:nvPr/>
      </p:nvGrpSpPr>
      <p:grpSpPr>
        <a:xfrm>
          <a:off x="0" y="0"/>
          <a:ext cx="0" cy="0"/>
          <a:chOff x="0" y="0"/>
          <a:chExt cx="0" cy="0"/>
        </a:xfrm>
      </p:grpSpPr>
      <p:pic>
        <p:nvPicPr>
          <p:cNvPr id="5" name="Hình ảnh 4" descr="Ảnh có chứa văn bản, ảnh chụp màn hình, Phông chữ&#10;&#10;Nội dung do AI tạo ra có thể không chính xác.">
            <a:extLst>
              <a:ext uri="{FF2B5EF4-FFF2-40B4-BE49-F238E27FC236}">
                <a16:creationId xmlns:a16="http://schemas.microsoft.com/office/drawing/2014/main" id="{706CB29D-8BF2-20A1-3E67-87DE5A1BFC4A}"/>
              </a:ext>
            </a:extLst>
          </p:cNvPr>
          <p:cNvPicPr>
            <a:picLocks noChangeAspect="1"/>
          </p:cNvPicPr>
          <p:nvPr/>
        </p:nvPicPr>
        <p:blipFill>
          <a:blip r:embed="rId3"/>
          <a:stretch>
            <a:fillRect/>
          </a:stretch>
        </p:blipFill>
        <p:spPr>
          <a:xfrm>
            <a:off x="489999" y="1718184"/>
            <a:ext cx="4425889" cy="487374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2" name="Tiêu đề 1">
            <a:extLst>
              <a:ext uri="{FF2B5EF4-FFF2-40B4-BE49-F238E27FC236}">
                <a16:creationId xmlns:a16="http://schemas.microsoft.com/office/drawing/2014/main" id="{B4900D12-4A97-3804-E6DA-02C7151E3758}"/>
              </a:ext>
            </a:extLst>
          </p:cNvPr>
          <p:cNvSpPr>
            <a:spLocks noGrp="1"/>
          </p:cNvSpPr>
          <p:nvPr>
            <p:ph type="title"/>
          </p:nvPr>
        </p:nvSpPr>
        <p:spPr>
          <a:xfrm>
            <a:off x="832846" y="306724"/>
            <a:ext cx="10794124" cy="878873"/>
          </a:xfrm>
        </p:spPr>
        <p:txBody>
          <a:bodyPr/>
          <a:lstStyle/>
          <a:p>
            <a:r>
              <a:rPr lang="vi-VN">
                <a:latin typeface="Times New Roman"/>
                <a:cs typeface="Times New Roman"/>
              </a:rPr>
              <a:t>    </a:t>
            </a:r>
            <a:r>
              <a:rPr lang="vi-VN">
                <a:solidFill>
                  <a:schemeClr val="bg1"/>
                </a:solidFill>
                <a:latin typeface="Times New Roman"/>
                <a:cs typeface="Times New Roman"/>
              </a:rPr>
              <a:t> </a:t>
            </a:r>
            <a:r>
              <a:rPr lang="vi-VN" b="1">
                <a:solidFill>
                  <a:srgbClr val="FFC000"/>
                </a:solidFill>
                <a:latin typeface="Segoe UI"/>
                <a:cs typeface="Times New Roman"/>
              </a:rPr>
              <a:t> KẾT QUẢ CHẠY CHƯƠNG TRÌNH</a:t>
            </a:r>
            <a:endParaRPr lang="vi-VN" b="1">
              <a:solidFill>
                <a:srgbClr val="FFC000"/>
              </a:solidFill>
              <a:latin typeface="Segoe UI"/>
              <a:cs typeface="Segoe UI"/>
            </a:endParaRPr>
          </a:p>
        </p:txBody>
      </p:sp>
      <p:sp>
        <p:nvSpPr>
          <p:cNvPr id="4" name="Chỗ dành sẵn cho Nội dung 3">
            <a:extLst>
              <a:ext uri="{FF2B5EF4-FFF2-40B4-BE49-F238E27FC236}">
                <a16:creationId xmlns:a16="http://schemas.microsoft.com/office/drawing/2014/main" id="{827A4242-EDF7-7190-BBF0-BAE421D0B8D0}"/>
              </a:ext>
            </a:extLst>
          </p:cNvPr>
          <p:cNvSpPr>
            <a:spLocks noGrp="1"/>
          </p:cNvSpPr>
          <p:nvPr>
            <p:ph idx="1"/>
          </p:nvPr>
        </p:nvSpPr>
        <p:spPr>
          <a:xfrm>
            <a:off x="838200" y="1211476"/>
            <a:ext cx="10515600" cy="4965487"/>
          </a:xfrm>
        </p:spPr>
        <p:txBody>
          <a:bodyPr vert="horz" lIns="91440" tIns="45720" rIns="91440" bIns="45720" rtlCol="0" anchor="t">
            <a:normAutofit/>
          </a:bodyPr>
          <a:lstStyle/>
          <a:p>
            <a:r>
              <a:rPr lang="vi-VN">
                <a:latin typeface="Open Sans"/>
                <a:ea typeface="Open Sans"/>
                <a:cs typeface="Open Sans"/>
              </a:rPr>
              <a:t> nhập</a:t>
            </a:r>
            <a:r>
              <a:rPr lang="vi" b="1">
                <a:latin typeface="Arial"/>
                <a:ea typeface="+mn-lt"/>
                <a:cs typeface="Arial"/>
              </a:rPr>
              <a:t> 0 để quay lại menu và nhập 3 để quản lí mượn trả</a:t>
            </a:r>
            <a:endParaRPr lang="vi" b="1">
              <a:latin typeface="Arial"/>
              <a:ea typeface="Open Sans"/>
              <a:cs typeface="Arial"/>
            </a:endParaRPr>
          </a:p>
        </p:txBody>
      </p:sp>
      <p:pic>
        <p:nvPicPr>
          <p:cNvPr id="3" name="Hình ảnh 2" descr="Ảnh có chứa văn bản, Phông chữ, ảnh chụp màn hình, số&#10;&#10;Nội dung do AI tạo ra có thể không chính xác.">
            <a:extLst>
              <a:ext uri="{FF2B5EF4-FFF2-40B4-BE49-F238E27FC236}">
                <a16:creationId xmlns:a16="http://schemas.microsoft.com/office/drawing/2014/main" id="{EE6C03E7-D5B7-0710-83BF-4599FF04FF8F}"/>
              </a:ext>
            </a:extLst>
          </p:cNvPr>
          <p:cNvPicPr>
            <a:picLocks noChangeAspect="1"/>
          </p:cNvPicPr>
          <p:nvPr/>
        </p:nvPicPr>
        <p:blipFill>
          <a:blip r:embed="rId4"/>
          <a:stretch>
            <a:fillRect/>
          </a:stretch>
        </p:blipFill>
        <p:spPr>
          <a:xfrm>
            <a:off x="5053552" y="2355461"/>
            <a:ext cx="6700028" cy="267904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53954157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a:extLst>
            <a:ext uri="{FF2B5EF4-FFF2-40B4-BE49-F238E27FC236}">
              <a16:creationId xmlns:a16="http://schemas.microsoft.com/office/drawing/2014/main" id="{0228F186-0C1C-E984-968F-2286D4EE350E}"/>
            </a:ext>
          </a:extLst>
        </p:cNvPr>
        <p:cNvGrpSpPr/>
        <p:nvPr/>
      </p:nvGrpSpPr>
      <p:grpSpPr>
        <a:xfrm>
          <a:off x="0" y="0"/>
          <a:ext cx="0" cy="0"/>
          <a:chOff x="0" y="0"/>
          <a:chExt cx="0" cy="0"/>
        </a:xfrm>
      </p:grpSpPr>
      <p:pic>
        <p:nvPicPr>
          <p:cNvPr id="6" name="Hình ảnh 5" descr="Ảnh có chứa văn bản, ảnh chụp màn hình, Phông chữ&#10;&#10;Nội dung do AI tạo ra có thể không chính xác.">
            <a:extLst>
              <a:ext uri="{FF2B5EF4-FFF2-40B4-BE49-F238E27FC236}">
                <a16:creationId xmlns:a16="http://schemas.microsoft.com/office/drawing/2014/main" id="{8AC1085A-B6AA-C92F-E292-BADDF26F600C}"/>
              </a:ext>
            </a:extLst>
          </p:cNvPr>
          <p:cNvPicPr>
            <a:picLocks noChangeAspect="1"/>
          </p:cNvPicPr>
          <p:nvPr/>
        </p:nvPicPr>
        <p:blipFill>
          <a:blip r:embed="rId3"/>
          <a:stretch>
            <a:fillRect/>
          </a:stretch>
        </p:blipFill>
        <p:spPr>
          <a:xfrm>
            <a:off x="3161223" y="1841739"/>
            <a:ext cx="6157103" cy="484229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2" name="Tiêu đề 1">
            <a:extLst>
              <a:ext uri="{FF2B5EF4-FFF2-40B4-BE49-F238E27FC236}">
                <a16:creationId xmlns:a16="http://schemas.microsoft.com/office/drawing/2014/main" id="{50578B82-3CBD-BB32-39C8-633EFF653559}"/>
              </a:ext>
            </a:extLst>
          </p:cNvPr>
          <p:cNvSpPr>
            <a:spLocks noGrp="1"/>
          </p:cNvSpPr>
          <p:nvPr>
            <p:ph type="title"/>
          </p:nvPr>
        </p:nvSpPr>
        <p:spPr>
          <a:xfrm>
            <a:off x="832846" y="306724"/>
            <a:ext cx="10794124" cy="878873"/>
          </a:xfrm>
        </p:spPr>
        <p:txBody>
          <a:bodyPr/>
          <a:lstStyle/>
          <a:p>
            <a:r>
              <a:rPr lang="vi-VN">
                <a:latin typeface="Times New Roman"/>
                <a:cs typeface="Times New Roman"/>
              </a:rPr>
              <a:t>    </a:t>
            </a:r>
            <a:r>
              <a:rPr lang="vi-VN">
                <a:solidFill>
                  <a:schemeClr val="bg1"/>
                </a:solidFill>
                <a:latin typeface="Times New Roman"/>
                <a:cs typeface="Times New Roman"/>
              </a:rPr>
              <a:t> </a:t>
            </a:r>
            <a:r>
              <a:rPr lang="vi-VN" b="1">
                <a:solidFill>
                  <a:srgbClr val="FFC000"/>
                </a:solidFill>
                <a:latin typeface="Segoe UI"/>
                <a:cs typeface="Times New Roman"/>
              </a:rPr>
              <a:t> KẾT QUẢ CHẠY CHƯƠNG TRÌNH</a:t>
            </a:r>
            <a:endParaRPr lang="vi-VN" b="1">
              <a:solidFill>
                <a:srgbClr val="FFC000"/>
              </a:solidFill>
              <a:latin typeface="Segoe UI"/>
              <a:cs typeface="Segoe UI"/>
            </a:endParaRPr>
          </a:p>
        </p:txBody>
      </p:sp>
      <p:sp>
        <p:nvSpPr>
          <p:cNvPr id="4" name="Chỗ dành sẵn cho Nội dung 3">
            <a:extLst>
              <a:ext uri="{FF2B5EF4-FFF2-40B4-BE49-F238E27FC236}">
                <a16:creationId xmlns:a16="http://schemas.microsoft.com/office/drawing/2014/main" id="{438672F3-9D4B-10D2-59E8-39F59E7475FC}"/>
              </a:ext>
            </a:extLst>
          </p:cNvPr>
          <p:cNvSpPr>
            <a:spLocks noGrp="1"/>
          </p:cNvSpPr>
          <p:nvPr>
            <p:ph idx="1"/>
          </p:nvPr>
        </p:nvSpPr>
        <p:spPr>
          <a:xfrm>
            <a:off x="838200" y="1211476"/>
            <a:ext cx="10515600" cy="4965487"/>
          </a:xfrm>
        </p:spPr>
        <p:txBody>
          <a:bodyPr vert="horz" lIns="91440" tIns="45720" rIns="91440" bIns="45720" rtlCol="0" anchor="t">
            <a:normAutofit/>
          </a:bodyPr>
          <a:lstStyle/>
          <a:p>
            <a:r>
              <a:rPr lang="vi-VN">
                <a:latin typeface="Open Sans"/>
                <a:ea typeface="Open Sans"/>
                <a:cs typeface="Open Sans"/>
              </a:rPr>
              <a:t> nhập</a:t>
            </a:r>
            <a:r>
              <a:rPr lang="vi" b="1">
                <a:latin typeface="Arial"/>
                <a:ea typeface="+mn-lt"/>
                <a:cs typeface="Arial"/>
              </a:rPr>
              <a:t> 1 để lập phiếu mượn sách</a:t>
            </a:r>
            <a:endParaRPr lang="vi" b="1">
              <a:latin typeface="Arial"/>
              <a:ea typeface="Open Sans"/>
              <a:cs typeface="Arial"/>
            </a:endParaRPr>
          </a:p>
        </p:txBody>
      </p:sp>
    </p:spTree>
    <p:extLst>
      <p:ext uri="{BB962C8B-B14F-4D97-AF65-F5344CB8AC3E}">
        <p14:creationId xmlns:p14="http://schemas.microsoft.com/office/powerpoint/2010/main" val="332276671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a:extLst>
            <a:ext uri="{FF2B5EF4-FFF2-40B4-BE49-F238E27FC236}">
              <a16:creationId xmlns:a16="http://schemas.microsoft.com/office/drawing/2014/main" id="{D8F7861E-FE8F-121A-6C53-64830052029F}"/>
            </a:ext>
          </a:extLst>
        </p:cNvPr>
        <p:cNvGrpSpPr/>
        <p:nvPr/>
      </p:nvGrpSpPr>
      <p:grpSpPr>
        <a:xfrm>
          <a:off x="0" y="0"/>
          <a:ext cx="0" cy="0"/>
          <a:chOff x="0" y="0"/>
          <a:chExt cx="0" cy="0"/>
        </a:xfrm>
      </p:grpSpPr>
      <p:pic>
        <p:nvPicPr>
          <p:cNvPr id="3" name="Hình ảnh 2" descr="Ảnh có chứa văn bản, ảnh chụp màn hình, Phông chữ&#10;&#10;Nội dung do AI tạo ra có thể không chính xác.">
            <a:extLst>
              <a:ext uri="{FF2B5EF4-FFF2-40B4-BE49-F238E27FC236}">
                <a16:creationId xmlns:a16="http://schemas.microsoft.com/office/drawing/2014/main" id="{EE0658C7-4278-BB45-8BDF-67A2387BA8F0}"/>
              </a:ext>
            </a:extLst>
          </p:cNvPr>
          <p:cNvPicPr>
            <a:picLocks noChangeAspect="1"/>
          </p:cNvPicPr>
          <p:nvPr/>
        </p:nvPicPr>
        <p:blipFill>
          <a:blip r:embed="rId3"/>
          <a:stretch>
            <a:fillRect/>
          </a:stretch>
        </p:blipFill>
        <p:spPr>
          <a:xfrm>
            <a:off x="3173173" y="1853062"/>
            <a:ext cx="6133200" cy="484840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2" name="Tiêu đề 1">
            <a:extLst>
              <a:ext uri="{FF2B5EF4-FFF2-40B4-BE49-F238E27FC236}">
                <a16:creationId xmlns:a16="http://schemas.microsoft.com/office/drawing/2014/main" id="{0EE88BED-F0CE-721F-F806-33999FFDA920}"/>
              </a:ext>
            </a:extLst>
          </p:cNvPr>
          <p:cNvSpPr>
            <a:spLocks noGrp="1"/>
          </p:cNvSpPr>
          <p:nvPr>
            <p:ph type="title"/>
          </p:nvPr>
        </p:nvSpPr>
        <p:spPr>
          <a:xfrm>
            <a:off x="832846" y="306724"/>
            <a:ext cx="10794124" cy="878873"/>
          </a:xfrm>
        </p:spPr>
        <p:txBody>
          <a:bodyPr/>
          <a:lstStyle/>
          <a:p>
            <a:r>
              <a:rPr lang="vi-VN">
                <a:latin typeface="Times New Roman"/>
                <a:cs typeface="Times New Roman"/>
              </a:rPr>
              <a:t>    </a:t>
            </a:r>
            <a:r>
              <a:rPr lang="vi-VN">
                <a:solidFill>
                  <a:schemeClr val="bg1"/>
                </a:solidFill>
                <a:latin typeface="Times New Roman"/>
                <a:cs typeface="Times New Roman"/>
              </a:rPr>
              <a:t> </a:t>
            </a:r>
            <a:r>
              <a:rPr lang="vi-VN" b="1">
                <a:solidFill>
                  <a:srgbClr val="FFC000"/>
                </a:solidFill>
                <a:latin typeface="Segoe UI"/>
                <a:cs typeface="Times New Roman"/>
              </a:rPr>
              <a:t> KẾT QUẢ CHẠY CHƯƠNG TRÌNH</a:t>
            </a:r>
            <a:endParaRPr lang="vi-VN" b="1">
              <a:solidFill>
                <a:srgbClr val="FFC000"/>
              </a:solidFill>
              <a:latin typeface="Segoe UI"/>
              <a:cs typeface="Segoe UI"/>
            </a:endParaRPr>
          </a:p>
        </p:txBody>
      </p:sp>
      <p:sp>
        <p:nvSpPr>
          <p:cNvPr id="4" name="Chỗ dành sẵn cho Nội dung 3">
            <a:extLst>
              <a:ext uri="{FF2B5EF4-FFF2-40B4-BE49-F238E27FC236}">
                <a16:creationId xmlns:a16="http://schemas.microsoft.com/office/drawing/2014/main" id="{9B5B03FD-7B32-3A5C-FB6C-1A4F17385088}"/>
              </a:ext>
            </a:extLst>
          </p:cNvPr>
          <p:cNvSpPr>
            <a:spLocks noGrp="1"/>
          </p:cNvSpPr>
          <p:nvPr>
            <p:ph idx="1"/>
          </p:nvPr>
        </p:nvSpPr>
        <p:spPr>
          <a:xfrm>
            <a:off x="838200" y="1182722"/>
            <a:ext cx="10515600" cy="652279"/>
          </a:xfrm>
        </p:spPr>
        <p:txBody>
          <a:bodyPr vert="horz" lIns="91440" tIns="45720" rIns="91440" bIns="45720" rtlCol="0" anchor="t">
            <a:normAutofit/>
          </a:bodyPr>
          <a:lstStyle/>
          <a:p>
            <a:r>
              <a:rPr lang="vi-VN">
                <a:latin typeface="Open Sans"/>
                <a:ea typeface="Open Sans"/>
                <a:cs typeface="Open Sans"/>
              </a:rPr>
              <a:t> nhập</a:t>
            </a:r>
            <a:r>
              <a:rPr lang="vi" b="1">
                <a:latin typeface="Arial"/>
                <a:ea typeface="+mn-lt"/>
                <a:cs typeface="Arial"/>
              </a:rPr>
              <a:t> 2 để in ra danh sách đang mượn sách</a:t>
            </a:r>
            <a:endParaRPr lang="vi" b="1">
              <a:latin typeface="Arial"/>
              <a:ea typeface="Open Sans"/>
              <a:cs typeface="Arial"/>
            </a:endParaRPr>
          </a:p>
        </p:txBody>
      </p:sp>
    </p:spTree>
    <p:extLst>
      <p:ext uri="{BB962C8B-B14F-4D97-AF65-F5344CB8AC3E}">
        <p14:creationId xmlns:p14="http://schemas.microsoft.com/office/powerpoint/2010/main" val="10565190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a:extLst>
            <a:ext uri="{FF2B5EF4-FFF2-40B4-BE49-F238E27FC236}">
              <a16:creationId xmlns:a16="http://schemas.microsoft.com/office/drawing/2014/main" id="{D2F6632C-5BD8-DE40-D408-E6C84C051E4E}"/>
            </a:ext>
          </a:extLst>
        </p:cNvPr>
        <p:cNvGrpSpPr/>
        <p:nvPr/>
      </p:nvGrpSpPr>
      <p:grpSpPr>
        <a:xfrm>
          <a:off x="0" y="0"/>
          <a:ext cx="0" cy="0"/>
          <a:chOff x="0" y="0"/>
          <a:chExt cx="0" cy="0"/>
        </a:xfrm>
      </p:grpSpPr>
      <p:pic>
        <p:nvPicPr>
          <p:cNvPr id="5" name="Hình ảnh 4" descr="Ảnh có chứa văn bản, Phông chữ, ảnh chụp màn hình&#10;&#10;Nội dung do AI tạo ra có thể không chính xác.">
            <a:extLst>
              <a:ext uri="{FF2B5EF4-FFF2-40B4-BE49-F238E27FC236}">
                <a16:creationId xmlns:a16="http://schemas.microsoft.com/office/drawing/2014/main" id="{814A5887-2526-68E8-4914-AA6572245D2B}"/>
              </a:ext>
            </a:extLst>
          </p:cNvPr>
          <p:cNvPicPr>
            <a:picLocks noChangeAspect="1"/>
          </p:cNvPicPr>
          <p:nvPr/>
        </p:nvPicPr>
        <p:blipFill>
          <a:blip r:embed="rId3"/>
          <a:stretch>
            <a:fillRect/>
          </a:stretch>
        </p:blipFill>
        <p:spPr>
          <a:xfrm>
            <a:off x="3168141" y="1839673"/>
            <a:ext cx="6114510" cy="473140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2" name="Tiêu đề 1">
            <a:extLst>
              <a:ext uri="{FF2B5EF4-FFF2-40B4-BE49-F238E27FC236}">
                <a16:creationId xmlns:a16="http://schemas.microsoft.com/office/drawing/2014/main" id="{25F0A293-A465-997B-F746-42450A9852B5}"/>
              </a:ext>
            </a:extLst>
          </p:cNvPr>
          <p:cNvSpPr>
            <a:spLocks noGrp="1"/>
          </p:cNvSpPr>
          <p:nvPr>
            <p:ph type="title"/>
          </p:nvPr>
        </p:nvSpPr>
        <p:spPr>
          <a:xfrm>
            <a:off x="832846" y="306724"/>
            <a:ext cx="10794124" cy="878873"/>
          </a:xfrm>
        </p:spPr>
        <p:txBody>
          <a:bodyPr/>
          <a:lstStyle/>
          <a:p>
            <a:r>
              <a:rPr lang="vi-VN">
                <a:latin typeface="Times New Roman"/>
                <a:cs typeface="Times New Roman"/>
              </a:rPr>
              <a:t>    </a:t>
            </a:r>
            <a:r>
              <a:rPr lang="vi-VN">
                <a:solidFill>
                  <a:schemeClr val="bg1"/>
                </a:solidFill>
                <a:latin typeface="Times New Roman"/>
                <a:cs typeface="Times New Roman"/>
              </a:rPr>
              <a:t> </a:t>
            </a:r>
            <a:r>
              <a:rPr lang="vi-VN" b="1">
                <a:solidFill>
                  <a:srgbClr val="FFC000"/>
                </a:solidFill>
                <a:latin typeface="Segoe UI"/>
                <a:cs typeface="Times New Roman"/>
              </a:rPr>
              <a:t> KẾT QUẢ CHẠY CHƯƠNG TRÌNH</a:t>
            </a:r>
            <a:endParaRPr lang="vi-VN" b="1">
              <a:solidFill>
                <a:srgbClr val="FFC000"/>
              </a:solidFill>
              <a:latin typeface="Segoe UI"/>
              <a:cs typeface="Segoe UI"/>
            </a:endParaRPr>
          </a:p>
        </p:txBody>
      </p:sp>
      <p:sp>
        <p:nvSpPr>
          <p:cNvPr id="4" name="Chỗ dành sẵn cho Nội dung 3">
            <a:extLst>
              <a:ext uri="{FF2B5EF4-FFF2-40B4-BE49-F238E27FC236}">
                <a16:creationId xmlns:a16="http://schemas.microsoft.com/office/drawing/2014/main" id="{0F129A2C-EE73-114F-D2E0-561F54917FCA}"/>
              </a:ext>
            </a:extLst>
          </p:cNvPr>
          <p:cNvSpPr>
            <a:spLocks noGrp="1"/>
          </p:cNvSpPr>
          <p:nvPr>
            <p:ph idx="1"/>
          </p:nvPr>
        </p:nvSpPr>
        <p:spPr>
          <a:xfrm>
            <a:off x="838200" y="1182722"/>
            <a:ext cx="10515600" cy="652279"/>
          </a:xfrm>
        </p:spPr>
        <p:txBody>
          <a:bodyPr vert="horz" lIns="91440" tIns="45720" rIns="91440" bIns="45720" rtlCol="0" anchor="t">
            <a:normAutofit/>
          </a:bodyPr>
          <a:lstStyle/>
          <a:p>
            <a:r>
              <a:rPr lang="vi-VN">
                <a:latin typeface="Open Sans"/>
                <a:ea typeface="Open Sans"/>
                <a:cs typeface="Open Sans"/>
              </a:rPr>
              <a:t> nhập</a:t>
            </a:r>
            <a:r>
              <a:rPr lang="vi" b="1">
                <a:latin typeface="Arial"/>
                <a:ea typeface="+mn-lt"/>
                <a:cs typeface="Arial"/>
              </a:rPr>
              <a:t> 3 để trả sách</a:t>
            </a:r>
            <a:endParaRPr lang="vi" b="1">
              <a:latin typeface="Arial"/>
              <a:ea typeface="Open Sans"/>
              <a:cs typeface="Arial"/>
            </a:endParaRPr>
          </a:p>
        </p:txBody>
      </p:sp>
    </p:spTree>
    <p:extLst>
      <p:ext uri="{BB962C8B-B14F-4D97-AF65-F5344CB8AC3E}">
        <p14:creationId xmlns:p14="http://schemas.microsoft.com/office/powerpoint/2010/main" val="424559533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7D6F7527-C46E-ECC6-AD12-2E051CAC4F24}"/>
              </a:ext>
            </a:extLst>
          </p:cNvPr>
          <p:cNvSpPr>
            <a:spLocks noGrp="1"/>
          </p:cNvSpPr>
          <p:nvPr>
            <p:ph type="title"/>
          </p:nvPr>
        </p:nvSpPr>
        <p:spPr>
          <a:xfrm>
            <a:off x="411480" y="194437"/>
            <a:ext cx="10942320" cy="776923"/>
          </a:xfrm>
          <a:ln>
            <a:solidFill>
              <a:srgbClr val="4472C4"/>
            </a:solidFill>
          </a:ln>
        </p:spPr>
        <p:txBody>
          <a:bodyPr/>
          <a:lstStyle/>
          <a:p>
            <a:pPr algn="ctr"/>
            <a:r>
              <a:rPr lang="vi-VN" b="1">
                <a:solidFill>
                  <a:srgbClr val="FFC000"/>
                </a:solidFill>
                <a:latin typeface="Segoe UI"/>
                <a:cs typeface="Segoe UI"/>
              </a:rPr>
              <a:t>KẾT LUẬN &amp; KHUYẾN NGHỊ</a:t>
            </a:r>
          </a:p>
        </p:txBody>
      </p:sp>
      <p:sp>
        <p:nvSpPr>
          <p:cNvPr id="5" name="Content Placeholder 4">
            <a:extLst>
              <a:ext uri="{FF2B5EF4-FFF2-40B4-BE49-F238E27FC236}">
                <a16:creationId xmlns:a16="http://schemas.microsoft.com/office/drawing/2014/main" id="{E16CF747-2C65-8872-AA32-FD455138D885}"/>
              </a:ext>
            </a:extLst>
          </p:cNvPr>
          <p:cNvSpPr>
            <a:spLocks noGrp="1"/>
          </p:cNvSpPr>
          <p:nvPr>
            <p:ph idx="1"/>
          </p:nvPr>
        </p:nvSpPr>
        <p:spPr>
          <a:xfrm>
            <a:off x="103769" y="1204106"/>
            <a:ext cx="11250031" cy="608121"/>
          </a:xfrm>
        </p:spPr>
        <p:txBody>
          <a:bodyPr vert="horz" lIns="91440" tIns="45720" rIns="91440" bIns="45720" rtlCol="0" anchor="t">
            <a:normAutofit/>
          </a:bodyPr>
          <a:lstStyle/>
          <a:p>
            <a:pPr marL="0" indent="0">
              <a:buNone/>
            </a:pPr>
            <a:endParaRPr lang="en-US"/>
          </a:p>
          <a:p>
            <a:endParaRPr lang="en-US"/>
          </a:p>
          <a:p>
            <a:endParaRPr lang="en-US"/>
          </a:p>
          <a:p>
            <a:endParaRPr lang="en-US"/>
          </a:p>
          <a:p>
            <a:endParaRPr lang="en-US"/>
          </a:p>
        </p:txBody>
      </p:sp>
      <p:sp>
        <p:nvSpPr>
          <p:cNvPr id="4" name="Hình chữ nhật 3">
            <a:extLst>
              <a:ext uri="{FF2B5EF4-FFF2-40B4-BE49-F238E27FC236}">
                <a16:creationId xmlns:a16="http://schemas.microsoft.com/office/drawing/2014/main" id="{691E0A0D-2E18-FF18-DF6B-E50AFCE65E70}"/>
              </a:ext>
            </a:extLst>
          </p:cNvPr>
          <p:cNvSpPr/>
          <p:nvPr/>
        </p:nvSpPr>
        <p:spPr>
          <a:xfrm>
            <a:off x="190617" y="4205465"/>
            <a:ext cx="5057899" cy="2657357"/>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vi-VN" sz="2400" b="1">
                <a:solidFill>
                  <a:schemeClr val="tx1"/>
                </a:solidFill>
                <a:latin typeface="Arial"/>
                <a:cs typeface="Arial"/>
              </a:rPr>
              <a:t>✔ Ưu Điểm :</a:t>
            </a:r>
          </a:p>
          <a:p>
            <a:pPr>
              <a:buFont typeface=""/>
              <a:buChar char="•"/>
            </a:pPr>
            <a:r>
              <a:rPr lang="vi-VN" b="1">
                <a:solidFill>
                  <a:schemeClr val="tx1"/>
                </a:solidFill>
                <a:latin typeface="Arial"/>
                <a:cs typeface="Arial"/>
              </a:rPr>
              <a:t>Linh hoạt cao: </a:t>
            </a:r>
            <a:r>
              <a:rPr lang="vi-VN">
                <a:solidFill>
                  <a:schemeClr val="tx1"/>
                </a:solidFill>
                <a:latin typeface="Arial"/>
                <a:cs typeface="Arial"/>
              </a:rPr>
              <a:t>Thêm/xóa phần tử không cần dịch chuyển dữ liệu.</a:t>
            </a:r>
          </a:p>
          <a:p>
            <a:pPr>
              <a:buFont typeface=""/>
              <a:buChar char="•"/>
            </a:pPr>
            <a:r>
              <a:rPr lang="vi-VN" b="1">
                <a:solidFill>
                  <a:schemeClr val="tx1"/>
                </a:solidFill>
                <a:latin typeface="Arial"/>
                <a:cs typeface="Arial"/>
              </a:rPr>
              <a:t>Tiết kiệm bộ nhớ:</a:t>
            </a:r>
            <a:r>
              <a:rPr lang="vi-VN">
                <a:solidFill>
                  <a:schemeClr val="tx1"/>
                </a:solidFill>
                <a:latin typeface="Arial"/>
                <a:cs typeface="Arial"/>
              </a:rPr>
              <a:t> Chỉ cấp phát khi cần thiết.</a:t>
            </a:r>
          </a:p>
          <a:p>
            <a:pPr>
              <a:buFont typeface=""/>
              <a:buChar char="•"/>
            </a:pPr>
            <a:r>
              <a:rPr lang="vi-VN" b="1">
                <a:solidFill>
                  <a:schemeClr val="tx1"/>
                </a:solidFill>
                <a:latin typeface="Arial"/>
                <a:cs typeface="Arial"/>
              </a:rPr>
              <a:t>Dễ mở rộng: </a:t>
            </a:r>
            <a:r>
              <a:rPr lang="vi-VN">
                <a:solidFill>
                  <a:schemeClr val="tx1"/>
                </a:solidFill>
                <a:latin typeface="Arial"/>
                <a:cs typeface="Arial"/>
              </a:rPr>
              <a:t>Thêm chức năng mới không ảnh hưởng cấu trúc cũ.</a:t>
            </a:r>
          </a:p>
          <a:p>
            <a:pPr>
              <a:buFont typeface=""/>
              <a:buChar char="•"/>
            </a:pPr>
            <a:r>
              <a:rPr lang="vi-VN" b="1">
                <a:solidFill>
                  <a:schemeClr val="tx1"/>
                </a:solidFill>
                <a:latin typeface="Arial"/>
                <a:cs typeface="Arial"/>
              </a:rPr>
              <a:t>Phù hợp:</a:t>
            </a:r>
            <a:r>
              <a:rPr lang="vi-VN">
                <a:solidFill>
                  <a:schemeClr val="tx1"/>
                </a:solidFill>
                <a:latin typeface="Arial"/>
                <a:cs typeface="Arial"/>
              </a:rPr>
              <a:t> Tốt cho dữ liệu thay đổi thường xuyên</a:t>
            </a:r>
          </a:p>
        </p:txBody>
      </p:sp>
      <p:sp>
        <p:nvSpPr>
          <p:cNvPr id="6" name="Rectangle 5">
            <a:extLst>
              <a:ext uri="{FF2B5EF4-FFF2-40B4-BE49-F238E27FC236}">
                <a16:creationId xmlns:a16="http://schemas.microsoft.com/office/drawing/2014/main" id="{34BC514A-1A43-5B41-AED7-EED178E5FB2F}"/>
              </a:ext>
            </a:extLst>
          </p:cNvPr>
          <p:cNvSpPr/>
          <p:nvPr/>
        </p:nvSpPr>
        <p:spPr>
          <a:xfrm>
            <a:off x="0" y="4187952"/>
            <a:ext cx="195072" cy="2651760"/>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7D2A3DC9-943B-BD90-0308-2FF50DF460E8}"/>
              </a:ext>
            </a:extLst>
          </p:cNvPr>
          <p:cNvSpPr/>
          <p:nvPr/>
        </p:nvSpPr>
        <p:spPr>
          <a:xfrm>
            <a:off x="6852768" y="4210335"/>
            <a:ext cx="5336137" cy="2638338"/>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vi-VN" sz="2400" b="1">
                <a:solidFill>
                  <a:schemeClr val="tx1"/>
                </a:solidFill>
                <a:latin typeface="Arial"/>
                <a:cs typeface="Arial"/>
              </a:rPr>
              <a:t>⚠ Hạn Chế Cần Lưu Ý</a:t>
            </a:r>
          </a:p>
          <a:p>
            <a:pPr>
              <a:buFont typeface=""/>
              <a:buChar char="•"/>
            </a:pPr>
            <a:r>
              <a:rPr lang="vi-VN" b="1">
                <a:solidFill>
                  <a:schemeClr val="tx1"/>
                </a:solidFill>
                <a:latin typeface="Arial"/>
                <a:cs typeface="Arial"/>
              </a:rPr>
              <a:t>Truy cập tuần tự:</a:t>
            </a:r>
            <a:r>
              <a:rPr lang="vi-VN">
                <a:solidFill>
                  <a:schemeClr val="tx1"/>
                </a:solidFill>
                <a:latin typeface="Arial"/>
                <a:cs typeface="Arial"/>
              </a:rPr>
              <a:t> Không hỗ trợ truy cập ngẫu nhiên như mảng</a:t>
            </a:r>
          </a:p>
          <a:p>
            <a:pPr>
              <a:buFont typeface=""/>
              <a:buChar char="•"/>
            </a:pPr>
            <a:r>
              <a:rPr lang="vi-VN" b="1">
                <a:solidFill>
                  <a:schemeClr val="tx1"/>
                </a:solidFill>
                <a:latin typeface="Arial"/>
                <a:cs typeface="Arial"/>
              </a:rPr>
              <a:t>Tốc độ tìm kiếm:</a:t>
            </a:r>
            <a:r>
              <a:rPr lang="vi-VN">
                <a:solidFill>
                  <a:schemeClr val="tx1"/>
                </a:solidFill>
                <a:latin typeface="Arial"/>
                <a:cs typeface="Arial"/>
              </a:rPr>
              <a:t> Độ phức tạp O(n) cho tìm kiếm tuyến tính</a:t>
            </a:r>
          </a:p>
          <a:p>
            <a:pPr>
              <a:buFont typeface=""/>
              <a:buChar char="•"/>
            </a:pPr>
            <a:r>
              <a:rPr lang="vi-VN" b="1">
                <a:solidFill>
                  <a:schemeClr val="tx1"/>
                </a:solidFill>
                <a:latin typeface="Arial"/>
                <a:cs typeface="Arial"/>
              </a:rPr>
              <a:t>Bộ nhớ con trỏ:</a:t>
            </a:r>
            <a:r>
              <a:rPr lang="vi-VN">
                <a:solidFill>
                  <a:schemeClr val="tx1"/>
                </a:solidFill>
                <a:latin typeface="Arial"/>
                <a:cs typeface="Arial"/>
              </a:rPr>
              <a:t> Tốn thêm bộ nhớ để lưu địa chỉ </a:t>
            </a:r>
            <a:r>
              <a:rPr lang="vi-VN" err="1">
                <a:solidFill>
                  <a:schemeClr val="tx1"/>
                </a:solidFill>
                <a:latin typeface="Arial"/>
                <a:cs typeface="Arial"/>
              </a:rPr>
              <a:t>node</a:t>
            </a:r>
            <a:r>
              <a:rPr lang="vi-VN">
                <a:solidFill>
                  <a:schemeClr val="tx1"/>
                </a:solidFill>
                <a:latin typeface="Arial"/>
                <a:cs typeface="Arial"/>
              </a:rPr>
              <a:t> kế tiếp</a:t>
            </a:r>
          </a:p>
          <a:p>
            <a:pPr>
              <a:buFont typeface=""/>
              <a:buChar char="•"/>
            </a:pPr>
            <a:r>
              <a:rPr lang="vi-VN" b="1">
                <a:solidFill>
                  <a:schemeClr val="tx1"/>
                </a:solidFill>
                <a:latin typeface="Arial"/>
                <a:cs typeface="Arial"/>
              </a:rPr>
              <a:t>Quản lý phức tạp:</a:t>
            </a:r>
            <a:r>
              <a:rPr lang="vi-VN">
                <a:solidFill>
                  <a:schemeClr val="tx1"/>
                </a:solidFill>
                <a:latin typeface="Arial"/>
                <a:cs typeface="Arial"/>
              </a:rPr>
              <a:t> Dễ xảy ra lỗi </a:t>
            </a:r>
            <a:r>
              <a:rPr lang="vi-VN" err="1">
                <a:solidFill>
                  <a:schemeClr val="tx1"/>
                </a:solidFill>
                <a:latin typeface="Arial"/>
                <a:cs typeface="Arial"/>
              </a:rPr>
              <a:t>memory</a:t>
            </a:r>
            <a:r>
              <a:rPr lang="vi-VN">
                <a:solidFill>
                  <a:schemeClr val="tx1"/>
                </a:solidFill>
                <a:latin typeface="Arial"/>
                <a:cs typeface="Arial"/>
              </a:rPr>
              <a:t> </a:t>
            </a:r>
            <a:r>
              <a:rPr lang="vi-VN" err="1">
                <a:solidFill>
                  <a:schemeClr val="tx1"/>
                </a:solidFill>
                <a:latin typeface="Arial"/>
                <a:cs typeface="Arial"/>
              </a:rPr>
              <a:t>leak</a:t>
            </a:r>
            <a:r>
              <a:rPr lang="vi-VN">
                <a:solidFill>
                  <a:schemeClr val="tx1"/>
                </a:solidFill>
                <a:latin typeface="Arial"/>
                <a:cs typeface="Arial"/>
              </a:rPr>
              <a:t> nếu không cẩn thận</a:t>
            </a:r>
          </a:p>
        </p:txBody>
      </p:sp>
      <p:sp>
        <p:nvSpPr>
          <p:cNvPr id="3" name="Hình chữ nhật 2">
            <a:extLst>
              <a:ext uri="{FF2B5EF4-FFF2-40B4-BE49-F238E27FC236}">
                <a16:creationId xmlns:a16="http://schemas.microsoft.com/office/drawing/2014/main" id="{2D2A7A37-DDEB-570C-1462-A6DA6E881BD2}"/>
              </a:ext>
            </a:extLst>
          </p:cNvPr>
          <p:cNvSpPr/>
          <p:nvPr/>
        </p:nvSpPr>
        <p:spPr>
          <a:xfrm>
            <a:off x="6620255" y="4182310"/>
            <a:ext cx="232832" cy="2658719"/>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8" name="Rectangle 7">
            <a:extLst>
              <a:ext uri="{FF2B5EF4-FFF2-40B4-BE49-F238E27FC236}">
                <a16:creationId xmlns:a16="http://schemas.microsoft.com/office/drawing/2014/main" id="{0A998E75-E4A3-96E9-0E03-30D713B335F6}"/>
              </a:ext>
            </a:extLst>
          </p:cNvPr>
          <p:cNvSpPr/>
          <p:nvPr/>
        </p:nvSpPr>
        <p:spPr>
          <a:xfrm>
            <a:off x="819" y="3627120"/>
            <a:ext cx="1931612" cy="52989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err="1">
                <a:solidFill>
                  <a:schemeClr val="tx1"/>
                </a:solidFill>
              </a:rPr>
              <a:t>Đánh</a:t>
            </a:r>
            <a:r>
              <a:rPr lang="en-US" sz="2800" b="1">
                <a:solidFill>
                  <a:schemeClr val="tx1"/>
                </a:solidFill>
              </a:rPr>
              <a:t> </a:t>
            </a:r>
            <a:r>
              <a:rPr lang="en-US" sz="2800" b="1" err="1">
                <a:solidFill>
                  <a:schemeClr val="tx1"/>
                </a:solidFill>
              </a:rPr>
              <a:t>Giá</a:t>
            </a:r>
            <a:r>
              <a:rPr lang="en-US" sz="2800" b="1">
                <a:solidFill>
                  <a:schemeClr val="tx1"/>
                </a:solidFill>
              </a:rPr>
              <a:t>:</a:t>
            </a:r>
          </a:p>
        </p:txBody>
      </p:sp>
      <p:sp>
        <p:nvSpPr>
          <p:cNvPr id="9" name="Hình chữ nhật 8">
            <a:extLst>
              <a:ext uri="{FF2B5EF4-FFF2-40B4-BE49-F238E27FC236}">
                <a16:creationId xmlns:a16="http://schemas.microsoft.com/office/drawing/2014/main" id="{B32C7D8A-E6CF-5EDC-16D8-39D37225AC03}"/>
              </a:ext>
            </a:extLst>
          </p:cNvPr>
          <p:cNvSpPr/>
          <p:nvPr/>
        </p:nvSpPr>
        <p:spPr>
          <a:xfrm>
            <a:off x="193343" y="1717342"/>
            <a:ext cx="2961561" cy="1903863"/>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b="1">
                <a:latin typeface="Arial"/>
                <a:cs typeface="Arial"/>
              </a:rPr>
              <a:t>📚 </a:t>
            </a:r>
            <a:r>
              <a:rPr lang="vi-VN" b="1">
                <a:solidFill>
                  <a:schemeClr val="tx1"/>
                </a:solidFill>
                <a:latin typeface="Arial"/>
                <a:cs typeface="Arial"/>
              </a:rPr>
              <a:t>Kiến Thức Đạt Được</a:t>
            </a:r>
          </a:p>
          <a:p>
            <a:r>
              <a:rPr lang="vi-VN">
                <a:solidFill>
                  <a:schemeClr val="tx1"/>
                </a:solidFill>
                <a:latin typeface="Arial"/>
                <a:cs typeface="Arial"/>
              </a:rPr>
              <a:t>Nắm vững cấu trúc danh sách liên kết đơn, từ lý thuyết đến thực hành. Hiểu rõ ưu nhược điểm và cách áp dụng vào bài toán thực tế.</a:t>
            </a:r>
          </a:p>
        </p:txBody>
      </p:sp>
      <p:sp>
        <p:nvSpPr>
          <p:cNvPr id="10" name="Hình chữ nhật 9">
            <a:extLst>
              <a:ext uri="{FF2B5EF4-FFF2-40B4-BE49-F238E27FC236}">
                <a16:creationId xmlns:a16="http://schemas.microsoft.com/office/drawing/2014/main" id="{10620450-EAFC-C037-9887-51B376A10C0E}"/>
              </a:ext>
            </a:extLst>
          </p:cNvPr>
          <p:cNvSpPr/>
          <p:nvPr/>
        </p:nvSpPr>
        <p:spPr>
          <a:xfrm>
            <a:off x="-5686" y="1290850"/>
            <a:ext cx="1682086" cy="30025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2400" b="1">
                <a:solidFill>
                  <a:schemeClr val="tx1"/>
                </a:solidFill>
                <a:latin typeface="Arial"/>
                <a:cs typeface="Arial"/>
              </a:rPr>
              <a:t>Kết Luận</a:t>
            </a:r>
            <a:endParaRPr lang="vi-VN" sz="2400" b="1">
              <a:solidFill>
                <a:schemeClr val="tx1"/>
              </a:solidFill>
            </a:endParaRPr>
          </a:p>
        </p:txBody>
      </p:sp>
      <p:sp>
        <p:nvSpPr>
          <p:cNvPr id="11" name="Hình chữ nhật 10">
            <a:extLst>
              <a:ext uri="{FF2B5EF4-FFF2-40B4-BE49-F238E27FC236}">
                <a16:creationId xmlns:a16="http://schemas.microsoft.com/office/drawing/2014/main" id="{0146B3D6-7BF3-BA2D-2578-E8D6F097F475}"/>
              </a:ext>
            </a:extLst>
          </p:cNvPr>
          <p:cNvSpPr/>
          <p:nvPr/>
        </p:nvSpPr>
        <p:spPr>
          <a:xfrm>
            <a:off x="3905079" y="1711656"/>
            <a:ext cx="3099722" cy="1915647"/>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vi-VN" b="1">
                <a:solidFill>
                  <a:schemeClr val="tx1"/>
                </a:solidFill>
                <a:latin typeface="Arial"/>
                <a:cs typeface="Arial"/>
              </a:rPr>
              <a:t>      Ứng dụng</a:t>
            </a:r>
          </a:p>
          <a:p>
            <a:endParaRPr lang="vi-VN" sz="800" b="1">
              <a:solidFill>
                <a:schemeClr val="tx1"/>
              </a:solidFill>
              <a:latin typeface="Arial"/>
              <a:cs typeface="Arial"/>
            </a:endParaRPr>
          </a:p>
          <a:p>
            <a:r>
              <a:rPr lang="vi-VN">
                <a:solidFill>
                  <a:schemeClr val="tx1"/>
                </a:solidFill>
                <a:latin typeface="Arial"/>
                <a:cs typeface="Arial"/>
              </a:rPr>
              <a:t>Xây dựngđược </a:t>
            </a:r>
            <a:r>
              <a:rPr lang="vi-VN" b="1">
                <a:solidFill>
                  <a:schemeClr val="tx1"/>
                </a:solidFill>
                <a:latin typeface="Arial"/>
                <a:cs typeface="Arial"/>
              </a:rPr>
              <a:t>ứng dụng quản lý thư viện</a:t>
            </a:r>
            <a:r>
              <a:rPr lang="vi-VN">
                <a:solidFill>
                  <a:schemeClr val="tx1"/>
                </a:solidFill>
                <a:latin typeface="Arial"/>
                <a:cs typeface="Arial"/>
              </a:rPr>
              <a:t> bằng C++: quản lý </a:t>
            </a:r>
            <a:r>
              <a:rPr lang="vi-VN" b="1">
                <a:solidFill>
                  <a:schemeClr val="tx1"/>
                </a:solidFill>
                <a:latin typeface="Arial"/>
                <a:cs typeface="Arial"/>
              </a:rPr>
              <a:t>sách</a:t>
            </a:r>
            <a:r>
              <a:rPr lang="vi-VN">
                <a:solidFill>
                  <a:schemeClr val="tx1"/>
                </a:solidFill>
                <a:latin typeface="Arial"/>
                <a:cs typeface="Arial"/>
              </a:rPr>
              <a:t>, </a:t>
            </a:r>
            <a:r>
              <a:rPr lang="vi-VN" b="1">
                <a:solidFill>
                  <a:schemeClr val="tx1"/>
                </a:solidFill>
                <a:latin typeface="Arial"/>
                <a:cs typeface="Arial"/>
              </a:rPr>
              <a:t>sinh viên</a:t>
            </a:r>
            <a:r>
              <a:rPr lang="vi-VN">
                <a:solidFill>
                  <a:schemeClr val="tx1"/>
                </a:solidFill>
                <a:latin typeface="Arial"/>
                <a:cs typeface="Arial"/>
              </a:rPr>
              <a:t>, </a:t>
            </a:r>
            <a:r>
              <a:rPr lang="vi-VN" b="1">
                <a:solidFill>
                  <a:schemeClr val="tx1"/>
                </a:solidFill>
                <a:latin typeface="Arial"/>
                <a:cs typeface="Arial"/>
              </a:rPr>
              <a:t>phiếu mượn – trả</a:t>
            </a:r>
            <a:r>
              <a:rPr lang="vi-VN">
                <a:solidFill>
                  <a:schemeClr val="tx1"/>
                </a:solidFill>
                <a:latin typeface="Arial"/>
                <a:cs typeface="Arial"/>
              </a:rPr>
              <a:t>.</a:t>
            </a:r>
          </a:p>
        </p:txBody>
      </p:sp>
      <p:sp>
        <p:nvSpPr>
          <p:cNvPr id="12" name="Rectangle 11">
            <a:extLst>
              <a:ext uri="{FF2B5EF4-FFF2-40B4-BE49-F238E27FC236}">
                <a16:creationId xmlns:a16="http://schemas.microsoft.com/office/drawing/2014/main" id="{476C6754-A473-17F7-5A80-5445F5EA078B}"/>
              </a:ext>
            </a:extLst>
          </p:cNvPr>
          <p:cNvSpPr/>
          <p:nvPr/>
        </p:nvSpPr>
        <p:spPr>
          <a:xfrm>
            <a:off x="7930487" y="1719072"/>
            <a:ext cx="3182112" cy="1992937"/>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vi-VN" b="1">
                <a:solidFill>
                  <a:schemeClr val="tx1"/>
                </a:solidFill>
                <a:latin typeface="Arial"/>
                <a:cs typeface="Arial"/>
              </a:rPr>
              <a:t>  Kỹ Năng Lập Trình</a:t>
            </a:r>
          </a:p>
          <a:p>
            <a:endParaRPr lang="vi-VN" sz="800" b="1">
              <a:solidFill>
                <a:schemeClr val="tx1"/>
              </a:solidFill>
              <a:latin typeface="Arial"/>
              <a:ea typeface="+mn-lt"/>
              <a:cs typeface="Arial"/>
            </a:endParaRPr>
          </a:p>
          <a:p>
            <a:r>
              <a:rPr lang="vi-VN">
                <a:solidFill>
                  <a:schemeClr val="tx1"/>
                </a:solidFill>
                <a:latin typeface="Arial"/>
                <a:ea typeface="+mn-lt"/>
                <a:cs typeface="Arial"/>
              </a:rPr>
              <a:t>Xây dựng thành công ứng dụng quản lý thư viện với đầy đủ chức năng , tìm kiếm và sắp xếp dữ liệu một cách hiệu quả.</a:t>
            </a:r>
            <a:endParaRPr lang="vi-VN">
              <a:solidFill>
                <a:schemeClr val="tx1"/>
              </a:solidFill>
              <a:latin typeface="Arial"/>
              <a:cs typeface="Arial"/>
            </a:endParaRPr>
          </a:p>
          <a:p>
            <a:endParaRPr lang="vi-VN" b="1">
              <a:solidFill>
                <a:schemeClr val="tx1"/>
              </a:solidFill>
              <a:latin typeface="Arial"/>
              <a:cs typeface="Arial"/>
            </a:endParaRPr>
          </a:p>
        </p:txBody>
      </p:sp>
    </p:spTree>
    <p:extLst>
      <p:ext uri="{BB962C8B-B14F-4D97-AF65-F5344CB8AC3E}">
        <p14:creationId xmlns:p14="http://schemas.microsoft.com/office/powerpoint/2010/main" val="421810749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97FA35-BBB8-7992-0FEF-EB4627E91047}"/>
              </a:ext>
            </a:extLst>
          </p:cNvPr>
          <p:cNvSpPr>
            <a:spLocks noGrp="1"/>
          </p:cNvSpPr>
          <p:nvPr>
            <p:ph type="title"/>
          </p:nvPr>
        </p:nvSpPr>
        <p:spPr>
          <a:xfrm>
            <a:off x="838200" y="262767"/>
            <a:ext cx="10515600" cy="802399"/>
          </a:xfrm>
        </p:spPr>
        <p:txBody>
          <a:bodyPr/>
          <a:lstStyle/>
          <a:p>
            <a:pPr algn="ctr"/>
            <a:r>
              <a:rPr lang="en-US" b="1">
                <a:solidFill>
                  <a:srgbClr val="FFC000"/>
                </a:solidFill>
                <a:latin typeface="Segoe UI"/>
                <a:cs typeface="Segoe UI"/>
              </a:rPr>
              <a:t>KHUYẾN NGHỊ</a:t>
            </a:r>
          </a:p>
        </p:txBody>
      </p:sp>
      <p:sp>
        <p:nvSpPr>
          <p:cNvPr id="3" name="Content Placeholder 2">
            <a:extLst>
              <a:ext uri="{FF2B5EF4-FFF2-40B4-BE49-F238E27FC236}">
                <a16:creationId xmlns:a16="http://schemas.microsoft.com/office/drawing/2014/main" id="{BAB8F08F-E6D5-6D2A-183D-732674684622}"/>
              </a:ext>
            </a:extLst>
          </p:cNvPr>
          <p:cNvSpPr>
            <a:spLocks noGrp="1"/>
          </p:cNvSpPr>
          <p:nvPr>
            <p:ph idx="1"/>
          </p:nvPr>
        </p:nvSpPr>
        <p:spPr>
          <a:xfrm>
            <a:off x="132645" y="1334559"/>
            <a:ext cx="11221155" cy="4842404"/>
          </a:xfrm>
        </p:spPr>
        <p:txBody>
          <a:bodyPr vert="horz" lIns="91440" tIns="45720" rIns="91440" bIns="45720" rtlCol="0" anchor="t">
            <a:normAutofit/>
          </a:bodyPr>
          <a:lstStyle/>
          <a:p>
            <a:endParaRPr lang="en-US" b="1"/>
          </a:p>
          <a:p>
            <a:endParaRPr lang="en-US"/>
          </a:p>
        </p:txBody>
      </p:sp>
      <p:sp>
        <p:nvSpPr>
          <p:cNvPr id="4" name="Hình chữ nhật 3">
            <a:extLst>
              <a:ext uri="{FF2B5EF4-FFF2-40B4-BE49-F238E27FC236}">
                <a16:creationId xmlns:a16="http://schemas.microsoft.com/office/drawing/2014/main" id="{00938EF3-4FC6-1675-9ABA-A2F116CB9889}"/>
              </a:ext>
            </a:extLst>
          </p:cNvPr>
          <p:cNvSpPr/>
          <p:nvPr/>
        </p:nvSpPr>
        <p:spPr>
          <a:xfrm>
            <a:off x="5308" y="1245231"/>
            <a:ext cx="12180707" cy="3053644"/>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90000"/>
              </a:lnSpc>
              <a:spcBef>
                <a:spcPts val="1000"/>
              </a:spcBef>
            </a:pPr>
            <a:r>
              <a:rPr lang="en-US" sz="2800" b="1">
                <a:solidFill>
                  <a:srgbClr val="000000"/>
                </a:solidFill>
                <a:latin typeface="Aptos"/>
              </a:rPr>
              <a:t>       Kiến nghị phát triển</a:t>
            </a:r>
            <a:endParaRPr lang="en-US" sz="2800">
              <a:solidFill>
                <a:srgbClr val="000000"/>
              </a:solidFill>
              <a:latin typeface="Aptos"/>
            </a:endParaRPr>
          </a:p>
          <a:p>
            <a:pPr marL="285750" indent="-285750">
              <a:lnSpc>
                <a:spcPct val="90000"/>
              </a:lnSpc>
              <a:spcBef>
                <a:spcPts val="1000"/>
              </a:spcBef>
              <a:buFont typeface="Arial"/>
              <a:buChar char="•"/>
            </a:pPr>
            <a:r>
              <a:rPr lang="en-US" sz="2800">
                <a:solidFill>
                  <a:srgbClr val="000000"/>
                </a:solidFill>
                <a:latin typeface="Aptos"/>
              </a:rPr>
              <a:t>Bổ sung </a:t>
            </a:r>
            <a:r>
              <a:rPr lang="en-US" sz="2800" b="1">
                <a:solidFill>
                  <a:srgbClr val="000000"/>
                </a:solidFill>
                <a:latin typeface="Aptos"/>
              </a:rPr>
              <a:t>tìm kiếm nâng cao, thuật toán tối ưu hơn</a:t>
            </a:r>
            <a:r>
              <a:rPr lang="en-US" sz="2800">
                <a:solidFill>
                  <a:srgbClr val="000000"/>
                </a:solidFill>
                <a:latin typeface="Aptos"/>
              </a:rPr>
              <a:t>.</a:t>
            </a:r>
          </a:p>
          <a:p>
            <a:pPr marL="285750" indent="-285750">
              <a:lnSpc>
                <a:spcPct val="90000"/>
              </a:lnSpc>
              <a:spcBef>
                <a:spcPts val="1000"/>
              </a:spcBef>
              <a:buFont typeface="Arial"/>
              <a:buChar char="•"/>
            </a:pPr>
            <a:r>
              <a:rPr lang="en-US" sz="2800">
                <a:solidFill>
                  <a:srgbClr val="000000"/>
                </a:solidFill>
                <a:latin typeface="Aptos"/>
              </a:rPr>
              <a:t>Tích hợp </a:t>
            </a:r>
            <a:r>
              <a:rPr lang="en-US" sz="2800" b="1">
                <a:solidFill>
                  <a:srgbClr val="000000"/>
                </a:solidFill>
                <a:latin typeface="Aptos"/>
              </a:rPr>
              <a:t>lưu trữ đám mây, đồng bộ dữ liệu nhiều thiết bị</a:t>
            </a:r>
            <a:r>
              <a:rPr lang="en-US" sz="2800">
                <a:solidFill>
                  <a:srgbClr val="000000"/>
                </a:solidFill>
                <a:latin typeface="Aptos"/>
              </a:rPr>
              <a:t>.</a:t>
            </a:r>
          </a:p>
          <a:p>
            <a:pPr marL="285750" indent="-285750">
              <a:lnSpc>
                <a:spcPct val="90000"/>
              </a:lnSpc>
              <a:spcBef>
                <a:spcPts val="1000"/>
              </a:spcBef>
              <a:buFont typeface="Arial"/>
              <a:buChar char="•"/>
            </a:pPr>
            <a:r>
              <a:rPr lang="en-US" sz="2800" b="1">
                <a:solidFill>
                  <a:srgbClr val="000000"/>
                </a:solidFill>
                <a:latin typeface="Aptos"/>
              </a:rPr>
              <a:t>Bảo mật thông tin người dùng</a:t>
            </a:r>
            <a:r>
              <a:rPr lang="en-US" sz="2800">
                <a:solidFill>
                  <a:srgbClr val="000000"/>
                </a:solidFill>
                <a:latin typeface="Aptos"/>
              </a:rPr>
              <a:t> (mã hóa dữ liệu).</a:t>
            </a:r>
          </a:p>
          <a:p>
            <a:pPr marL="285750" indent="-285750">
              <a:lnSpc>
                <a:spcPct val="90000"/>
              </a:lnSpc>
              <a:spcBef>
                <a:spcPts val="1000"/>
              </a:spcBef>
              <a:buFont typeface="Arial"/>
              <a:buChar char="•"/>
            </a:pPr>
            <a:r>
              <a:rPr lang="en-US" sz="2800">
                <a:solidFill>
                  <a:srgbClr val="000000"/>
                </a:solidFill>
                <a:latin typeface="Aptos"/>
              </a:rPr>
              <a:t>Thiết kế </a:t>
            </a:r>
            <a:r>
              <a:rPr lang="en-US" sz="2800" b="1">
                <a:solidFill>
                  <a:srgbClr val="000000"/>
                </a:solidFill>
                <a:latin typeface="Aptos"/>
              </a:rPr>
              <a:t>giao diện thân thiện, trực quan</a:t>
            </a:r>
            <a:r>
              <a:rPr lang="en-US" sz="2800">
                <a:solidFill>
                  <a:srgbClr val="000000"/>
                </a:solidFill>
                <a:latin typeface="Aptos"/>
              </a:rPr>
              <a:t> hơn cho người dùng</a:t>
            </a:r>
          </a:p>
          <a:p>
            <a:pPr algn="ctr"/>
            <a:endParaRPr lang="vi-VN">
              <a:latin typeface="Arial"/>
              <a:cs typeface="Arial"/>
            </a:endParaRPr>
          </a:p>
        </p:txBody>
      </p:sp>
    </p:spTree>
    <p:extLst>
      <p:ext uri="{BB962C8B-B14F-4D97-AF65-F5344CB8AC3E}">
        <p14:creationId xmlns:p14="http://schemas.microsoft.com/office/powerpoint/2010/main" val="201496318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a:extLst>
            <a:ext uri="{FF2B5EF4-FFF2-40B4-BE49-F238E27FC236}">
              <a16:creationId xmlns:a16="http://schemas.microsoft.com/office/drawing/2014/main" id="{1A2B92F9-FA84-06B5-8552-ED231B1449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723FB7-CE35-9D5A-3A95-4CB0E2F6CB77}"/>
              </a:ext>
            </a:extLst>
          </p:cNvPr>
          <p:cNvSpPr>
            <a:spLocks noGrp="1"/>
          </p:cNvSpPr>
          <p:nvPr>
            <p:ph type="title"/>
          </p:nvPr>
        </p:nvSpPr>
        <p:spPr>
          <a:xfrm>
            <a:off x="133709" y="3353899"/>
            <a:ext cx="10515600" cy="802399"/>
          </a:xfrm>
        </p:spPr>
        <p:txBody>
          <a:bodyPr/>
          <a:lstStyle/>
          <a:p>
            <a:pPr algn="ctr"/>
            <a:r>
              <a:rPr lang="en-US" b="1">
                <a:solidFill>
                  <a:srgbClr val="FFC000"/>
                </a:solidFill>
                <a:latin typeface="Segoe UI"/>
                <a:cs typeface="Segoe UI"/>
              </a:rPr>
              <a:t>Thank for listening</a:t>
            </a:r>
            <a:endParaRPr lang="vi-VN"/>
          </a:p>
        </p:txBody>
      </p:sp>
      <p:sp>
        <p:nvSpPr>
          <p:cNvPr id="3" name="Content Placeholder 2">
            <a:extLst>
              <a:ext uri="{FF2B5EF4-FFF2-40B4-BE49-F238E27FC236}">
                <a16:creationId xmlns:a16="http://schemas.microsoft.com/office/drawing/2014/main" id="{1FFE23E8-0B56-DD70-7D17-A4A5C9CE1703}"/>
              </a:ext>
            </a:extLst>
          </p:cNvPr>
          <p:cNvSpPr>
            <a:spLocks noGrp="1"/>
          </p:cNvSpPr>
          <p:nvPr>
            <p:ph idx="1"/>
          </p:nvPr>
        </p:nvSpPr>
        <p:spPr>
          <a:xfrm>
            <a:off x="132645" y="1334559"/>
            <a:ext cx="11221155" cy="4842404"/>
          </a:xfrm>
        </p:spPr>
        <p:txBody>
          <a:bodyPr vert="horz" lIns="91440" tIns="45720" rIns="91440" bIns="45720" rtlCol="0" anchor="t">
            <a:normAutofit/>
          </a:bodyPr>
          <a:lstStyle/>
          <a:p>
            <a:endParaRPr lang="en-US" b="1"/>
          </a:p>
          <a:p>
            <a:endParaRPr lang="en-US"/>
          </a:p>
        </p:txBody>
      </p:sp>
    </p:spTree>
    <p:extLst>
      <p:ext uri="{BB962C8B-B14F-4D97-AF65-F5344CB8AC3E}">
        <p14:creationId xmlns:p14="http://schemas.microsoft.com/office/powerpoint/2010/main" val="166310374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96B24"/>
      </a:accent1>
      <a:accent2>
        <a:srgbClr val="4EA72E"/>
      </a:accent2>
      <a:accent3>
        <a:srgbClr val="156082"/>
      </a:accent3>
      <a:accent4>
        <a:srgbClr val="0F9ED5"/>
      </a:accent4>
      <a:accent5>
        <a:srgbClr val="A02B93"/>
      </a:accent5>
      <a:accent6>
        <a:srgbClr val="E97132"/>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97E0A228-C590-4D20-B05F-A6BF04A05448}"/>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1"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FC898CF1-03FA-4C6A-B1D8-C7D2DC2ADF15}">
  <we:reference id="wa200005669" version="2.0.0.0" store="en-US" storeType="omex"/>
  <we:alternateReferences>
    <we:reference id="wa200005669" version="2.0.0.0" store="omex"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Application>Microsoft Office PowerPoint</Application>
  <PresentationFormat>Màn hình rộng</PresentationFormat>
  <Slides>45</Slides>
  <Notes>0</Notes>
  <HiddenSlides>0</HiddenSlides>
  <ScaleCrop>false</ScaleCrop>
  <HeadingPairs>
    <vt:vector size="4" baseType="variant">
      <vt:variant>
        <vt:lpstr>Chủ đề</vt:lpstr>
      </vt:variant>
      <vt:variant>
        <vt:i4>1</vt:i4>
      </vt:variant>
      <vt:variant>
        <vt:lpstr>Tiêu đề Bản chiếu</vt:lpstr>
      </vt:variant>
      <vt:variant>
        <vt:i4>45</vt:i4>
      </vt:variant>
    </vt:vector>
  </HeadingPairs>
  <TitlesOfParts>
    <vt:vector size="46" baseType="lpstr">
      <vt:lpstr>Office Theme</vt:lpstr>
      <vt:lpstr> TRƯỜNG ĐẠI HỌC GIAO THÔNG VẬN TẢI PHÂN HIỆU TẠI TP. HỒ CHÍ MINH</vt:lpstr>
      <vt:lpstr>LÝ DO CHỌN ĐỀ TÀI</vt:lpstr>
      <vt:lpstr>Bản trình bày PowerPoint</vt:lpstr>
      <vt:lpstr>Đối tượng và phạm vi nghiên cứu</vt:lpstr>
      <vt:lpstr>TỔNG QUAN VỀ LÝ THUYẾT</vt:lpstr>
      <vt:lpstr> </vt:lpstr>
      <vt:lpstr>                 CẤU TRÚC DỮ LIỆU</vt:lpstr>
      <vt:lpstr>Bản trình bày PowerPoint</vt:lpstr>
      <vt:lpstr>LỚP QUẢN LÝ SÁCH</vt:lpstr>
      <vt:lpstr>Bản trình bày PowerPoint</vt:lpstr>
      <vt:lpstr>3. LỚP QUẢN LÝ SINH VIÊN</vt:lpstr>
      <vt:lpstr>CÁC CHỨC NĂNG CHÍNH</vt:lpstr>
      <vt:lpstr>HÀM KHỞI TẠO SÁCH</vt:lpstr>
      <vt:lpstr>HÀM THÊM SÁCH</vt:lpstr>
      <vt:lpstr>HÀM HIỂN THỊ SÁCH</vt:lpstr>
      <vt:lpstr>HÀM TÌM KIẾM SÁCH</vt:lpstr>
      <vt:lpstr>HÀM XÓA SÁCH</vt:lpstr>
      <vt:lpstr>HÀM KHỞI TẠO SINH VIÊN</vt:lpstr>
      <vt:lpstr>HÀM THÊM SINH VIÊN</vt:lpstr>
      <vt:lpstr>HÀM HIỂN THỊ SINH VIÊN</vt:lpstr>
      <vt:lpstr>HÀM SẮP XẾP SINH VIÊN</vt:lpstr>
      <vt:lpstr>HÀM TÌM KIẾM SINH VIÊN </vt:lpstr>
      <vt:lpstr>HÀM XÓA SINH VIÊN </vt:lpstr>
      <vt:lpstr>               HÀM LẬP PHIẾU MƯỢN</vt:lpstr>
      <vt:lpstr>               HÀM HIỂN THỊ PHIẾU MƯỢN</vt:lpstr>
      <vt:lpstr>               HÀM TRẢ SÁCH</vt:lpstr>
      <vt:lpstr>      KẾT QUẢ CHẠY CHƯƠNG TRÌNH</vt:lpstr>
      <vt:lpstr>      KẾT QUẢ CHẠY CHƯƠNG TRÌNH</vt:lpstr>
      <vt:lpstr>      KẾT QUẢ CHẠY CHƯƠNG TRÌNH</vt:lpstr>
      <vt:lpstr>      KẾT QUẢ CHẠY CHƯƠNG TRÌNH</vt:lpstr>
      <vt:lpstr>      KẾT QUẢ CHẠY CHƯƠNG TRÌNH</vt:lpstr>
      <vt:lpstr>      KẾT QUẢ CHẠY CHƯƠNG TRÌNH</vt:lpstr>
      <vt:lpstr>      KẾT QUẢ CHẠY CHƯƠNG TRÌNH</vt:lpstr>
      <vt:lpstr>      KẾT QUẢ CHẠY CHƯƠNG TRÌNH</vt:lpstr>
      <vt:lpstr>      KẾT QUẢ CHẠY CHƯƠNG TRÌNH</vt:lpstr>
      <vt:lpstr>      KẾT QUẢ CHẠY CHƯƠNG TRÌNH</vt:lpstr>
      <vt:lpstr>      KẾT QUẢ CHẠY CHƯƠNG TRÌNH</vt:lpstr>
      <vt:lpstr>      KẾT QUẢ CHẠY CHƯƠNG TRÌNH</vt:lpstr>
      <vt:lpstr>      KẾT QUẢ CHẠY CHƯƠNG TRÌNH</vt:lpstr>
      <vt:lpstr>      KẾT QUẢ CHẠY CHƯƠNG TRÌNH</vt:lpstr>
      <vt:lpstr>      KẾT QUẢ CHẠY CHƯƠNG TRÌNH</vt:lpstr>
      <vt:lpstr>      KẾT QUẢ CHẠY CHƯƠNG TRÌNH</vt:lpstr>
      <vt:lpstr>KẾT LUẬN &amp; KHUYẾN NGHỊ</vt:lpstr>
      <vt:lpstr>KHUYẾN NGHỊ</vt:lpstr>
      <vt:lpstr>Thank for listening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3</cp:revision>
  <dcterms:created xsi:type="dcterms:W3CDTF">2025-11-04T14:54:36Z</dcterms:created>
  <dcterms:modified xsi:type="dcterms:W3CDTF">2025-11-11T11:23:50Z</dcterms:modified>
</cp:coreProperties>
</file>